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2" r:id="rId2"/>
  </p:sldMasterIdLst>
  <p:sldIdLst>
    <p:sldId id="256" r:id="rId3"/>
    <p:sldId id="257" r:id="rId4"/>
    <p:sldId id="258" r:id="rId5"/>
    <p:sldId id="259" r:id="rId6"/>
    <p:sldId id="260" r:id="rId7"/>
    <p:sldId id="261" r:id="rId8"/>
    <p:sldId id="263" r:id="rId9"/>
    <p:sldId id="264" r:id="rId10"/>
    <p:sldId id="265" r:id="rId11"/>
    <p:sldId id="266" r:id="rId12"/>
    <p:sldId id="268" r:id="rId13"/>
    <p:sldId id="269" r:id="rId14"/>
    <p:sldId id="267" r:id="rId15"/>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713160" y="1144440"/>
            <a:ext cx="4111920" cy="2378520"/>
          </a:xfrm>
          <a:prstGeom prst="rect">
            <a:avLst/>
          </a:prstGeom>
          <a:noFill/>
          <a:ln w="0">
            <a:noFill/>
          </a:ln>
        </p:spPr>
        <p:txBody>
          <a:bodyPr lIns="91440" tIns="91440" rIns="91440" bIns="91440" anchor="b">
            <a:noAutofit/>
          </a:bodyPr>
          <a:lstStyle/>
          <a:p>
            <a:pPr indent="0">
              <a:buNone/>
            </a:pPr>
            <a:r>
              <a:rPr lang="fr-FR" sz="5000" b="0" u="none" strike="noStrike">
                <a:solidFill>
                  <a:schemeClr val="dk1"/>
                </a:solidFill>
                <a:effectLst/>
                <a:uFillTx/>
                <a:latin typeface="Arial"/>
              </a:rPr>
              <a:t>Click to edit the title text format</a:t>
            </a:r>
          </a:p>
        </p:txBody>
      </p:sp>
      <p:sp>
        <p:nvSpPr>
          <p:cNvPr id="5" name="Google Shape;11;p2"/>
          <p:cNvSpPr/>
          <p:nvPr/>
        </p:nvSpPr>
        <p:spPr>
          <a:xfrm rot="10800000">
            <a:off x="-1604160" y="-844560"/>
            <a:ext cx="3281040" cy="2132280"/>
          </a:xfrm>
          <a:custGeom>
            <a:avLst/>
            <a:gdLst>
              <a:gd name="textAreaLeft" fmla="*/ 0 w 3281040"/>
              <a:gd name="textAreaRight" fmla="*/ 3281400 w 3281040"/>
              <a:gd name="textAreaTop" fmla="*/ 0 h 2132280"/>
              <a:gd name="textAreaBottom" fmla="*/ 2132640 h 213228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 name="Google Shape;12;p2"/>
          <p:cNvSpPr/>
          <p:nvPr/>
        </p:nvSpPr>
        <p:spPr>
          <a:xfrm rot="11700000" flipH="1">
            <a:off x="-1514520" y="4121280"/>
            <a:ext cx="3953160" cy="1921320"/>
          </a:xfrm>
          <a:custGeom>
            <a:avLst/>
            <a:gdLst>
              <a:gd name="textAreaLeft" fmla="*/ -360 w 3953160"/>
              <a:gd name="textAreaRight" fmla="*/ 3953160 w 3953160"/>
              <a:gd name="textAreaTop" fmla="*/ 0 h 1921320"/>
              <a:gd name="textAreaBottom" fmla="*/ 1921680 h 19213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713160" y="1477440"/>
            <a:ext cx="6575760" cy="1526400"/>
          </a:xfrm>
          <a:prstGeom prst="rect">
            <a:avLst/>
          </a:prstGeom>
          <a:noFill/>
          <a:ln w="0">
            <a:noFill/>
          </a:ln>
        </p:spPr>
        <p:txBody>
          <a:bodyPr lIns="91440" tIns="91440" rIns="91440" bIns="91440" anchor="b">
            <a:noAutofit/>
          </a:bodyPr>
          <a:lstStyle/>
          <a:p>
            <a:pPr indent="0">
              <a:lnSpc>
                <a:spcPct val="100000"/>
              </a:lnSpc>
              <a:buNone/>
            </a:pPr>
            <a:r>
              <a:rPr lang="fr-FR" sz="6000" b="1" u="none" strike="noStrike">
                <a:solidFill>
                  <a:schemeClr val="dk1"/>
                </a:solidFill>
                <a:effectLst/>
                <a:uFillTx/>
                <a:latin typeface="Epilogue"/>
                <a:ea typeface="Epilogue"/>
              </a:rPr>
              <a:t>xx%</a:t>
            </a:r>
            <a:endParaRPr lang="fr-FR" sz="6000" b="0" u="none" strike="noStrike">
              <a:solidFill>
                <a:schemeClr val="dk1"/>
              </a:solidFill>
              <a:effectLst/>
              <a:uFillTx/>
              <a:latin typeface="Arial"/>
            </a:endParaRPr>
          </a:p>
        </p:txBody>
      </p:sp>
      <p:sp>
        <p:nvSpPr>
          <p:cNvPr id="5" name="Google Shape;164;p11"/>
          <p:cNvSpPr/>
          <p:nvPr/>
        </p:nvSpPr>
        <p:spPr>
          <a:xfrm rot="19699800" flipH="1">
            <a:off x="-500400" y="-435960"/>
            <a:ext cx="1729080" cy="1397880"/>
          </a:xfrm>
          <a:custGeom>
            <a:avLst/>
            <a:gdLst>
              <a:gd name="textAreaLeft" fmla="*/ -360 w 1729080"/>
              <a:gd name="textAreaRight" fmla="*/ 1729080 w 1729080"/>
              <a:gd name="textAreaTop" fmla="*/ 0 h 1397880"/>
              <a:gd name="textAreaBottom" fmla="*/ 1398240 h 139788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 name="Google Shape;165;p11"/>
          <p:cNvSpPr/>
          <p:nvPr/>
        </p:nvSpPr>
        <p:spPr>
          <a:xfrm rot="18336600" flipH="1">
            <a:off x="5846760" y="3927960"/>
            <a:ext cx="2997360" cy="2575800"/>
          </a:xfrm>
          <a:custGeom>
            <a:avLst/>
            <a:gdLst>
              <a:gd name="textAreaLeft" fmla="*/ 360 w 2997360"/>
              <a:gd name="textAreaRight" fmla="*/ 2998080 w 2997360"/>
              <a:gd name="textAreaTop" fmla="*/ 0 h 2575800"/>
              <a:gd name="textAreaBottom" fmla="*/ 2576160 h 257580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 name="Google Shape;166;p11"/>
          <p:cNvSpPr/>
          <p:nvPr/>
        </p:nvSpPr>
        <p:spPr>
          <a:xfrm rot="460800" flipH="1">
            <a:off x="6386400" y="-1517040"/>
            <a:ext cx="4086720" cy="3304440"/>
          </a:xfrm>
          <a:custGeom>
            <a:avLst/>
            <a:gdLst>
              <a:gd name="textAreaLeft" fmla="*/ 360 w 4086720"/>
              <a:gd name="textAreaRight" fmla="*/ 4087440 w 4086720"/>
              <a:gd name="textAreaTop" fmla="*/ 0 h 3304440"/>
              <a:gd name="textAreaBottom" fmla="*/ 3304800 h 330444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 name="Google Shape;167;p11"/>
          <p:cNvSpPr/>
          <p:nvPr/>
        </p:nvSpPr>
        <p:spPr>
          <a:xfrm rot="531600" flipH="1">
            <a:off x="-1223640" y="3829320"/>
            <a:ext cx="2902680" cy="2346840"/>
          </a:xfrm>
          <a:custGeom>
            <a:avLst/>
            <a:gdLst>
              <a:gd name="textAreaLeft" fmla="*/ -360 w 2902680"/>
              <a:gd name="textAreaRight" fmla="*/ 2902680 w 2902680"/>
              <a:gd name="textAreaTop" fmla="*/ 0 h 2346840"/>
              <a:gd name="textAreaBottom" fmla="*/ 2347200 h 234684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9" name="Google Shape;168;p11"/>
          <p:cNvGrpSpPr/>
          <p:nvPr/>
        </p:nvGrpSpPr>
        <p:grpSpPr>
          <a:xfrm>
            <a:off x="7441560" y="289800"/>
            <a:ext cx="1366560" cy="1381680"/>
            <a:chOff x="7441560" y="289800"/>
            <a:chExt cx="1366560" cy="1381680"/>
          </a:xfrm>
        </p:grpSpPr>
        <p:sp>
          <p:nvSpPr>
            <p:cNvPr id="10" name="Google Shape;169;p11"/>
            <p:cNvSpPr/>
            <p:nvPr/>
          </p:nvSpPr>
          <p:spPr>
            <a:xfrm>
              <a:off x="7568640" y="416880"/>
              <a:ext cx="1239480" cy="1254600"/>
            </a:xfrm>
            <a:custGeom>
              <a:avLst/>
              <a:gdLst>
                <a:gd name="textAreaLeft" fmla="*/ 0 w 1239480"/>
                <a:gd name="textAreaRight" fmla="*/ 1239840 w 1239480"/>
                <a:gd name="textAreaTop" fmla="*/ 0 h 1254600"/>
                <a:gd name="textAreaBottom" fmla="*/ 1254960 h 1254600"/>
              </a:gdLst>
              <a:ahLst/>
              <a:cxnLst/>
              <a:rect l="textAreaLeft" t="textAreaTop" r="textAreaRight" b="textAreaBottom"/>
              <a:pathLst>
                <a:path w="1959864" h="1983676">
                  <a:moveTo>
                    <a:pt x="1868520" y="0"/>
                  </a:moveTo>
                  <a:lnTo>
                    <a:pt x="91345" y="0"/>
                  </a:lnTo>
                  <a:cubicBezTo>
                    <a:pt x="40958" y="0"/>
                    <a:pt x="0" y="40958"/>
                    <a:pt x="0" y="91345"/>
                  </a:cubicBezTo>
                  <a:lnTo>
                    <a:pt x="0" y="1892427"/>
                  </a:lnTo>
                  <a:cubicBezTo>
                    <a:pt x="0" y="1942814"/>
                    <a:pt x="40958" y="1983677"/>
                    <a:pt x="91345" y="1983677"/>
                  </a:cubicBezTo>
                  <a:lnTo>
                    <a:pt x="1868520" y="1983677"/>
                  </a:lnTo>
                  <a:cubicBezTo>
                    <a:pt x="1918906" y="1983677"/>
                    <a:pt x="1959864" y="1942814"/>
                    <a:pt x="1959864" y="1892427"/>
                  </a:cubicBezTo>
                  <a:lnTo>
                    <a:pt x="1959864" y="91345"/>
                  </a:lnTo>
                  <a:cubicBezTo>
                    <a:pt x="1959864" y="40958"/>
                    <a:pt x="1918906" y="0"/>
                    <a:pt x="1868520"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 name="Google Shape;170;p11"/>
            <p:cNvSpPr/>
            <p:nvPr/>
          </p:nvSpPr>
          <p:spPr>
            <a:xfrm>
              <a:off x="7505280" y="289800"/>
              <a:ext cx="1239480" cy="1254600"/>
            </a:xfrm>
            <a:custGeom>
              <a:avLst/>
              <a:gdLst>
                <a:gd name="textAreaLeft" fmla="*/ 0 w 1239480"/>
                <a:gd name="textAreaRight" fmla="*/ 1239840 w 1239480"/>
                <a:gd name="textAreaTop" fmla="*/ 0 h 1254600"/>
                <a:gd name="textAreaBottom" fmla="*/ 1254960 h 1254600"/>
              </a:gdLst>
              <a:ahLst/>
              <a:cxnLst/>
              <a:rect l="textAreaLeft" t="textAreaTop" r="textAreaRight" b="textAreaBottom"/>
              <a:pathLst>
                <a:path w="1959864" h="1983676">
                  <a:moveTo>
                    <a:pt x="1868519" y="0"/>
                  </a:moveTo>
                  <a:lnTo>
                    <a:pt x="91345" y="0"/>
                  </a:lnTo>
                  <a:cubicBezTo>
                    <a:pt x="40958" y="0"/>
                    <a:pt x="0" y="40958"/>
                    <a:pt x="0" y="91345"/>
                  </a:cubicBezTo>
                  <a:lnTo>
                    <a:pt x="0" y="1892427"/>
                  </a:lnTo>
                  <a:cubicBezTo>
                    <a:pt x="0" y="1942814"/>
                    <a:pt x="40958" y="1983677"/>
                    <a:pt x="91345" y="1983677"/>
                  </a:cubicBezTo>
                  <a:lnTo>
                    <a:pt x="1868519" y="1983677"/>
                  </a:lnTo>
                  <a:cubicBezTo>
                    <a:pt x="1918907" y="1983677"/>
                    <a:pt x="1959865" y="1942814"/>
                    <a:pt x="1959865" y="1892427"/>
                  </a:cubicBezTo>
                  <a:lnTo>
                    <a:pt x="1959865" y="91345"/>
                  </a:lnTo>
                  <a:cubicBezTo>
                    <a:pt x="1959865" y="40958"/>
                    <a:pt x="1918907" y="0"/>
                    <a:pt x="1868519"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2" name="Google Shape;171;p11"/>
            <p:cNvGrpSpPr/>
            <p:nvPr/>
          </p:nvGrpSpPr>
          <p:grpSpPr>
            <a:xfrm>
              <a:off x="7441560" y="353520"/>
              <a:ext cx="1237680" cy="1252800"/>
              <a:chOff x="7441560" y="353520"/>
              <a:chExt cx="1237680" cy="1252800"/>
            </a:xfrm>
          </p:grpSpPr>
          <p:sp>
            <p:nvSpPr>
              <p:cNvPr id="13" name="Google Shape;172;p11"/>
              <p:cNvSpPr/>
              <p:nvPr/>
            </p:nvSpPr>
            <p:spPr>
              <a:xfrm>
                <a:off x="7441560" y="353520"/>
                <a:ext cx="1237680" cy="1252800"/>
              </a:xfrm>
              <a:custGeom>
                <a:avLst/>
                <a:gdLst>
                  <a:gd name="textAreaLeft" fmla="*/ 0 w 1237680"/>
                  <a:gd name="textAreaRight" fmla="*/ 1238040 w 1237680"/>
                  <a:gd name="textAreaTop" fmla="*/ 0 h 1252800"/>
                  <a:gd name="textAreaBottom" fmla="*/ 1253160 h 1252800"/>
                </a:gdLst>
                <a:ahLst/>
                <a:cxnLst/>
                <a:rect l="textAreaLeft" t="textAreaTop" r="textAreaRight" b="textAreaBottom"/>
                <a:pathLst>
                  <a:path w="1959864" h="1983676">
                    <a:moveTo>
                      <a:pt x="1959864" y="91345"/>
                    </a:moveTo>
                    <a:lnTo>
                      <a:pt x="1959864" y="1892427"/>
                    </a:lnTo>
                    <a:cubicBezTo>
                      <a:pt x="1959864" y="1942814"/>
                      <a:pt x="1918907" y="1983677"/>
                      <a:pt x="1868520" y="1983677"/>
                    </a:cubicBezTo>
                    <a:lnTo>
                      <a:pt x="91345" y="1983677"/>
                    </a:lnTo>
                    <a:cubicBezTo>
                      <a:pt x="40958" y="1983677"/>
                      <a:pt x="0" y="1942814"/>
                      <a:pt x="0" y="1892427"/>
                    </a:cubicBezTo>
                    <a:lnTo>
                      <a:pt x="0" y="91345"/>
                    </a:lnTo>
                    <a:cubicBezTo>
                      <a:pt x="0" y="40958"/>
                      <a:pt x="40958" y="0"/>
                      <a:pt x="91345" y="0"/>
                    </a:cubicBezTo>
                    <a:lnTo>
                      <a:pt x="1868520" y="0"/>
                    </a:lnTo>
                    <a:cubicBezTo>
                      <a:pt x="1918907" y="0"/>
                      <a:pt x="1959864" y="40958"/>
                      <a:pt x="1959864" y="91345"/>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 name="Google Shape;173;p11"/>
              <p:cNvSpPr/>
              <p:nvPr/>
            </p:nvSpPr>
            <p:spPr>
              <a:xfrm>
                <a:off x="7441560" y="353520"/>
                <a:ext cx="1237680" cy="108360"/>
              </a:xfrm>
              <a:custGeom>
                <a:avLst/>
                <a:gdLst>
                  <a:gd name="textAreaLeft" fmla="*/ 0 w 1237680"/>
                  <a:gd name="textAreaRight" fmla="*/ 1238040 w 1237680"/>
                  <a:gd name="textAreaTop" fmla="*/ 0 h 108360"/>
                  <a:gd name="textAreaBottom" fmla="*/ 108720 h 108360"/>
                </a:gdLst>
                <a:ahLst/>
                <a:cxnLst/>
                <a:rect l="textAreaLeft" t="textAreaTop" r="textAreaRight" b="textAreaBottom"/>
                <a:pathLst>
                  <a:path w="1959958" h="172307">
                    <a:moveTo>
                      <a:pt x="1959959" y="91345"/>
                    </a:moveTo>
                    <a:lnTo>
                      <a:pt x="1959959" y="172307"/>
                    </a:lnTo>
                    <a:lnTo>
                      <a:pt x="0" y="172307"/>
                    </a:lnTo>
                    <a:lnTo>
                      <a:pt x="0" y="91345"/>
                    </a:lnTo>
                    <a:cubicBezTo>
                      <a:pt x="0" y="40958"/>
                      <a:pt x="40957" y="0"/>
                      <a:pt x="91344" y="0"/>
                    </a:cubicBezTo>
                    <a:lnTo>
                      <a:pt x="1868519" y="0"/>
                    </a:lnTo>
                    <a:cubicBezTo>
                      <a:pt x="1918906" y="0"/>
                      <a:pt x="1959864" y="40958"/>
                      <a:pt x="1959864" y="91345"/>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5" name="Google Shape;174;p11"/>
              <p:cNvGrpSpPr/>
              <p:nvPr/>
            </p:nvGrpSpPr>
            <p:grpSpPr>
              <a:xfrm>
                <a:off x="7498800" y="394920"/>
                <a:ext cx="160920" cy="40320"/>
                <a:chOff x="7498800" y="394920"/>
                <a:chExt cx="160920" cy="40320"/>
              </a:xfrm>
            </p:grpSpPr>
            <p:sp>
              <p:nvSpPr>
                <p:cNvPr id="16" name="Google Shape;175;p11"/>
                <p:cNvSpPr/>
                <p:nvPr/>
              </p:nvSpPr>
              <p:spPr>
                <a:xfrm>
                  <a:off x="7619400" y="394920"/>
                  <a:ext cx="40320" cy="40320"/>
                </a:xfrm>
                <a:custGeom>
                  <a:avLst/>
                  <a:gdLst>
                    <a:gd name="textAreaLeft" fmla="*/ 0 w 40320"/>
                    <a:gd name="textAreaRight" fmla="*/ 40680 w 40320"/>
                    <a:gd name="textAreaTop" fmla="*/ 0 h 40320"/>
                    <a:gd name="textAreaBottom" fmla="*/ 40680 h 40320"/>
                  </a:gdLst>
                  <a:ahLst/>
                  <a:cxnLst/>
                  <a:rect l="textAreaLeft" t="textAreaTop" r="textAreaRight" b="textAreaBottom"/>
                  <a:pathLst>
                    <a:path w="64389" h="64389">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 name="Google Shape;176;p11"/>
                <p:cNvSpPr/>
                <p:nvPr/>
              </p:nvSpPr>
              <p:spPr>
                <a:xfrm>
                  <a:off x="7559280" y="394920"/>
                  <a:ext cx="40320" cy="40320"/>
                </a:xfrm>
                <a:custGeom>
                  <a:avLst/>
                  <a:gdLst>
                    <a:gd name="textAreaLeft" fmla="*/ 0 w 40320"/>
                    <a:gd name="textAreaRight" fmla="*/ 40680 w 40320"/>
                    <a:gd name="textAreaTop" fmla="*/ 0 h 40320"/>
                    <a:gd name="textAreaBottom" fmla="*/ 40680 h 40320"/>
                  </a:gdLst>
                  <a:ahLst/>
                  <a:cxnLst/>
                  <a:rect l="textAreaLeft" t="textAreaTop" r="textAreaRight" b="textAreaBottom"/>
                  <a:pathLst>
                    <a:path w="64389" h="64389">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 name="Google Shape;177;p11"/>
                <p:cNvSpPr/>
                <p:nvPr/>
              </p:nvSpPr>
              <p:spPr>
                <a:xfrm>
                  <a:off x="7498800" y="394920"/>
                  <a:ext cx="40320" cy="40320"/>
                </a:xfrm>
                <a:custGeom>
                  <a:avLst/>
                  <a:gdLst>
                    <a:gd name="textAreaLeft" fmla="*/ 0 w 40320"/>
                    <a:gd name="textAreaRight" fmla="*/ 40680 w 40320"/>
                    <a:gd name="textAreaTop" fmla="*/ 0 h 40320"/>
                    <a:gd name="textAreaBottom" fmla="*/ 40680 h 40320"/>
                  </a:gdLst>
                  <a:ahLst/>
                  <a:cxnLst/>
                  <a:rect l="textAreaLeft" t="textAreaTop" r="textAreaRight" b="textAreaBottom"/>
                  <a:pathLst>
                    <a:path w="64389" h="64389">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19" name="Google Shape;178;p11"/>
            <p:cNvGrpSpPr/>
            <p:nvPr/>
          </p:nvGrpSpPr>
          <p:grpSpPr>
            <a:xfrm>
              <a:off x="7612200" y="595080"/>
              <a:ext cx="896400" cy="922320"/>
              <a:chOff x="7612200" y="595080"/>
              <a:chExt cx="896400" cy="922320"/>
            </a:xfrm>
          </p:grpSpPr>
          <p:grpSp>
            <p:nvGrpSpPr>
              <p:cNvPr id="20" name="Google Shape;179;p11"/>
              <p:cNvGrpSpPr/>
              <p:nvPr/>
            </p:nvGrpSpPr>
            <p:grpSpPr>
              <a:xfrm>
                <a:off x="7612200" y="1245600"/>
                <a:ext cx="381960" cy="264960"/>
                <a:chOff x="7612200" y="1245600"/>
                <a:chExt cx="381960" cy="264960"/>
              </a:xfrm>
            </p:grpSpPr>
            <p:sp>
              <p:nvSpPr>
                <p:cNvPr id="21" name="Google Shape;180;p11"/>
                <p:cNvSpPr/>
                <p:nvPr/>
              </p:nvSpPr>
              <p:spPr>
                <a:xfrm>
                  <a:off x="7612200" y="1245600"/>
                  <a:ext cx="149400" cy="33120"/>
                </a:xfrm>
                <a:custGeom>
                  <a:avLst/>
                  <a:gdLst>
                    <a:gd name="textAreaLeft" fmla="*/ 0 w 149400"/>
                    <a:gd name="textAreaRight" fmla="*/ 149760 w 149400"/>
                    <a:gd name="textAreaTop" fmla="*/ 0 h 33120"/>
                    <a:gd name="textAreaBottom" fmla="*/ 33480 h 33120"/>
                  </a:gdLst>
                  <a:ahLst/>
                  <a:cxnLst/>
                  <a:rect l="textAreaLeft" t="textAreaTop" r="textAreaRight" b="textAreaBottom"/>
                  <a:pathLst>
                    <a:path w="237077" h="52959">
                      <a:moveTo>
                        <a:pt x="0" y="0"/>
                      </a:moveTo>
                      <a:lnTo>
                        <a:pt x="237077" y="0"/>
                      </a:lnTo>
                      <a:lnTo>
                        <a:pt x="23707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 name="Google Shape;181;p11"/>
                <p:cNvSpPr/>
                <p:nvPr/>
              </p:nvSpPr>
              <p:spPr>
                <a:xfrm>
                  <a:off x="7775280" y="1245600"/>
                  <a:ext cx="114840" cy="33120"/>
                </a:xfrm>
                <a:custGeom>
                  <a:avLst/>
                  <a:gdLst>
                    <a:gd name="textAreaLeft" fmla="*/ 0 w 114840"/>
                    <a:gd name="textAreaRight" fmla="*/ 115200 w 114840"/>
                    <a:gd name="textAreaTop" fmla="*/ 0 h 33120"/>
                    <a:gd name="textAreaBottom" fmla="*/ 33480 h 33120"/>
                  </a:gdLst>
                  <a:ahLst/>
                  <a:cxnLst/>
                  <a:rect l="textAreaLeft" t="textAreaTop" r="textAreaRight" b="textAreaBottom"/>
                  <a:pathLst>
                    <a:path w="182498" h="52959">
                      <a:moveTo>
                        <a:pt x="0" y="0"/>
                      </a:moveTo>
                      <a:lnTo>
                        <a:pt x="182499" y="0"/>
                      </a:lnTo>
                      <a:lnTo>
                        <a:pt x="182499"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 name="Google Shape;182;p11"/>
                <p:cNvSpPr/>
                <p:nvPr/>
              </p:nvSpPr>
              <p:spPr>
                <a:xfrm>
                  <a:off x="7902720" y="1245600"/>
                  <a:ext cx="91080" cy="33120"/>
                </a:xfrm>
                <a:custGeom>
                  <a:avLst/>
                  <a:gdLst>
                    <a:gd name="textAreaLeft" fmla="*/ 0 w 91080"/>
                    <a:gd name="textAreaRight" fmla="*/ 91440 w 91080"/>
                    <a:gd name="textAreaTop" fmla="*/ 0 h 33120"/>
                    <a:gd name="textAreaBottom" fmla="*/ 33480 h 33120"/>
                  </a:gdLst>
                  <a:ahLst/>
                  <a:cxnLst/>
                  <a:rect l="textAreaLeft" t="textAreaTop" r="textAreaRight" b="textAreaBottom"/>
                  <a:pathLst>
                    <a:path w="144875" h="52959">
                      <a:moveTo>
                        <a:pt x="0" y="0"/>
                      </a:moveTo>
                      <a:lnTo>
                        <a:pt x="144876" y="0"/>
                      </a:lnTo>
                      <a:lnTo>
                        <a:pt x="144876"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 name="Google Shape;183;p11"/>
                <p:cNvSpPr/>
                <p:nvPr/>
              </p:nvSpPr>
              <p:spPr>
                <a:xfrm>
                  <a:off x="7686000" y="1323000"/>
                  <a:ext cx="307800" cy="33120"/>
                </a:xfrm>
                <a:custGeom>
                  <a:avLst/>
                  <a:gdLst>
                    <a:gd name="textAreaLeft" fmla="*/ 0 w 307800"/>
                    <a:gd name="textAreaRight" fmla="*/ 308160 w 307800"/>
                    <a:gd name="textAreaTop" fmla="*/ 0 h 33120"/>
                    <a:gd name="textAreaBottom" fmla="*/ 33480 h 33120"/>
                  </a:gdLst>
                  <a:ahLst/>
                  <a:cxnLst/>
                  <a:rect l="textAreaLeft" t="textAreaTop" r="textAreaRight" b="textAreaBottom"/>
                  <a:pathLst>
                    <a:path w="487965" h="52959">
                      <a:moveTo>
                        <a:pt x="0" y="0"/>
                      </a:moveTo>
                      <a:lnTo>
                        <a:pt x="487966" y="0"/>
                      </a:lnTo>
                      <a:lnTo>
                        <a:pt x="487966"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 name="Google Shape;184;p11"/>
                <p:cNvSpPr/>
                <p:nvPr/>
              </p:nvSpPr>
              <p:spPr>
                <a:xfrm>
                  <a:off x="7612200" y="1323000"/>
                  <a:ext cx="56160" cy="33120"/>
                </a:xfrm>
                <a:custGeom>
                  <a:avLst/>
                  <a:gdLst>
                    <a:gd name="textAreaLeft" fmla="*/ 0 w 56160"/>
                    <a:gd name="textAreaRight" fmla="*/ 56520 w 56160"/>
                    <a:gd name="textAreaTop" fmla="*/ 0 h 33120"/>
                    <a:gd name="textAreaBottom" fmla="*/ 33480 h 33120"/>
                  </a:gdLst>
                  <a:ahLst/>
                  <a:cxnLst/>
                  <a:rect l="textAreaLeft" t="textAreaTop" r="textAreaRight" b="textAreaBottom"/>
                  <a:pathLst>
                    <a:path w="89630" h="52959">
                      <a:moveTo>
                        <a:pt x="0" y="0"/>
                      </a:moveTo>
                      <a:lnTo>
                        <a:pt x="89630" y="0"/>
                      </a:lnTo>
                      <a:lnTo>
                        <a:pt x="89630"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 name="Google Shape;185;p11"/>
                <p:cNvSpPr/>
                <p:nvPr/>
              </p:nvSpPr>
              <p:spPr>
                <a:xfrm>
                  <a:off x="7782120" y="1400400"/>
                  <a:ext cx="145440" cy="33120"/>
                </a:xfrm>
                <a:custGeom>
                  <a:avLst/>
                  <a:gdLst>
                    <a:gd name="textAreaLeft" fmla="*/ 0 w 145440"/>
                    <a:gd name="textAreaRight" fmla="*/ 145800 w 145440"/>
                    <a:gd name="textAreaTop" fmla="*/ 0 h 33120"/>
                    <a:gd name="textAreaBottom" fmla="*/ 33480 h 33120"/>
                  </a:gdLst>
                  <a:ahLst/>
                  <a:cxnLst/>
                  <a:rect l="textAreaLeft" t="textAreaTop" r="textAreaRight" b="textAreaBottom"/>
                  <a:pathLst>
                    <a:path w="230790" h="52959">
                      <a:moveTo>
                        <a:pt x="0" y="0"/>
                      </a:moveTo>
                      <a:lnTo>
                        <a:pt x="230791" y="0"/>
                      </a:lnTo>
                      <a:lnTo>
                        <a:pt x="230791"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 name="Google Shape;186;p11"/>
                <p:cNvSpPr/>
                <p:nvPr/>
              </p:nvSpPr>
              <p:spPr>
                <a:xfrm>
                  <a:off x="7941960" y="1400400"/>
                  <a:ext cx="52200" cy="33120"/>
                </a:xfrm>
                <a:custGeom>
                  <a:avLst/>
                  <a:gdLst>
                    <a:gd name="textAreaLeft" fmla="*/ 0 w 52200"/>
                    <a:gd name="textAreaRight" fmla="*/ 52560 w 52200"/>
                    <a:gd name="textAreaTop" fmla="*/ 0 h 33120"/>
                    <a:gd name="textAreaBottom" fmla="*/ 33480 h 33120"/>
                  </a:gdLst>
                  <a:ahLst/>
                  <a:cxnLst/>
                  <a:rect l="textAreaLeft" t="textAreaTop" r="textAreaRight" b="textAreaBottom"/>
                  <a:pathLst>
                    <a:path w="83248" h="52959">
                      <a:moveTo>
                        <a:pt x="0" y="0"/>
                      </a:moveTo>
                      <a:lnTo>
                        <a:pt x="83248" y="0"/>
                      </a:lnTo>
                      <a:lnTo>
                        <a:pt x="83248"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 name="Google Shape;187;p11"/>
                <p:cNvSpPr/>
                <p:nvPr/>
              </p:nvSpPr>
              <p:spPr>
                <a:xfrm>
                  <a:off x="7612200" y="1400400"/>
                  <a:ext cx="156240" cy="33120"/>
                </a:xfrm>
                <a:custGeom>
                  <a:avLst/>
                  <a:gdLst>
                    <a:gd name="textAreaLeft" fmla="*/ 0 w 156240"/>
                    <a:gd name="textAreaRight" fmla="*/ 156600 w 156240"/>
                    <a:gd name="textAreaTop" fmla="*/ 0 h 33120"/>
                    <a:gd name="textAreaBottom" fmla="*/ 33480 h 33120"/>
                  </a:gdLst>
                  <a:ahLst/>
                  <a:cxnLst/>
                  <a:rect l="textAreaLeft" t="textAreaTop" r="textAreaRight" b="textAreaBottom"/>
                  <a:pathLst>
                    <a:path w="247935" h="52959">
                      <a:moveTo>
                        <a:pt x="0" y="0"/>
                      </a:moveTo>
                      <a:lnTo>
                        <a:pt x="247936" y="0"/>
                      </a:lnTo>
                      <a:lnTo>
                        <a:pt x="247936"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 name="Google Shape;188;p11"/>
                <p:cNvSpPr/>
                <p:nvPr/>
              </p:nvSpPr>
              <p:spPr>
                <a:xfrm>
                  <a:off x="7722000" y="1477440"/>
                  <a:ext cx="126720" cy="33120"/>
                </a:xfrm>
                <a:custGeom>
                  <a:avLst/>
                  <a:gdLst>
                    <a:gd name="textAreaLeft" fmla="*/ 0 w 126720"/>
                    <a:gd name="textAreaRight" fmla="*/ 127080 w 126720"/>
                    <a:gd name="textAreaTop" fmla="*/ 0 h 33120"/>
                    <a:gd name="textAreaBottom" fmla="*/ 33480 h 33120"/>
                  </a:gdLst>
                  <a:ahLst/>
                  <a:cxnLst/>
                  <a:rect l="textAreaLeft" t="textAreaTop" r="textAreaRight" b="textAreaBottom"/>
                  <a:pathLst>
                    <a:path w="200977" h="52959">
                      <a:moveTo>
                        <a:pt x="0" y="0"/>
                      </a:moveTo>
                      <a:lnTo>
                        <a:pt x="200977" y="0"/>
                      </a:lnTo>
                      <a:lnTo>
                        <a:pt x="20097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 name="Google Shape;189;p11"/>
                <p:cNvSpPr/>
                <p:nvPr/>
              </p:nvSpPr>
              <p:spPr>
                <a:xfrm>
                  <a:off x="7612200" y="1477440"/>
                  <a:ext cx="95040" cy="33120"/>
                </a:xfrm>
                <a:custGeom>
                  <a:avLst/>
                  <a:gdLst>
                    <a:gd name="textAreaLeft" fmla="*/ 0 w 95040"/>
                    <a:gd name="textAreaRight" fmla="*/ 95400 w 95040"/>
                    <a:gd name="textAreaTop" fmla="*/ 0 h 33120"/>
                    <a:gd name="textAreaBottom" fmla="*/ 33480 h 33120"/>
                  </a:gdLst>
                  <a:ahLst/>
                  <a:cxnLst/>
                  <a:rect l="textAreaLeft" t="textAreaTop" r="textAreaRight" b="textAreaBottom"/>
                  <a:pathLst>
                    <a:path w="151256" h="52959">
                      <a:moveTo>
                        <a:pt x="0" y="0"/>
                      </a:moveTo>
                      <a:lnTo>
                        <a:pt x="151257" y="0"/>
                      </a:lnTo>
                      <a:lnTo>
                        <a:pt x="15125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1" name="Google Shape;190;p11"/>
              <p:cNvGrpSpPr/>
              <p:nvPr/>
            </p:nvGrpSpPr>
            <p:grpSpPr>
              <a:xfrm>
                <a:off x="8126280" y="595080"/>
                <a:ext cx="381600" cy="264960"/>
                <a:chOff x="8126280" y="595080"/>
                <a:chExt cx="381600" cy="264960"/>
              </a:xfrm>
            </p:grpSpPr>
            <p:sp>
              <p:nvSpPr>
                <p:cNvPr id="32" name="Google Shape;191;p11"/>
                <p:cNvSpPr/>
                <p:nvPr/>
              </p:nvSpPr>
              <p:spPr>
                <a:xfrm>
                  <a:off x="8126280" y="595080"/>
                  <a:ext cx="149400" cy="33120"/>
                </a:xfrm>
                <a:custGeom>
                  <a:avLst/>
                  <a:gdLst>
                    <a:gd name="textAreaLeft" fmla="*/ 0 w 149400"/>
                    <a:gd name="textAreaRight" fmla="*/ 149760 w 149400"/>
                    <a:gd name="textAreaTop" fmla="*/ 0 h 33120"/>
                    <a:gd name="textAreaBottom" fmla="*/ 33480 h 33120"/>
                  </a:gdLst>
                  <a:ahLst/>
                  <a:cxnLst/>
                  <a:rect l="textAreaLeft" t="textAreaTop" r="textAreaRight" b="textAreaBottom"/>
                  <a:pathLst>
                    <a:path w="237077" h="52959">
                      <a:moveTo>
                        <a:pt x="0" y="0"/>
                      </a:moveTo>
                      <a:lnTo>
                        <a:pt x="237077" y="0"/>
                      </a:lnTo>
                      <a:lnTo>
                        <a:pt x="23707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 name="Google Shape;192;p11"/>
                <p:cNvSpPr/>
                <p:nvPr/>
              </p:nvSpPr>
              <p:spPr>
                <a:xfrm>
                  <a:off x="8289360" y="595080"/>
                  <a:ext cx="114840" cy="33120"/>
                </a:xfrm>
                <a:custGeom>
                  <a:avLst/>
                  <a:gdLst>
                    <a:gd name="textAreaLeft" fmla="*/ 0 w 114840"/>
                    <a:gd name="textAreaRight" fmla="*/ 115200 w 114840"/>
                    <a:gd name="textAreaTop" fmla="*/ 0 h 33120"/>
                    <a:gd name="textAreaBottom" fmla="*/ 33480 h 33120"/>
                  </a:gdLst>
                  <a:ahLst/>
                  <a:cxnLst/>
                  <a:rect l="textAreaLeft" t="textAreaTop" r="textAreaRight" b="textAreaBottom"/>
                  <a:pathLst>
                    <a:path w="182498" h="52959">
                      <a:moveTo>
                        <a:pt x="0" y="0"/>
                      </a:moveTo>
                      <a:lnTo>
                        <a:pt x="182498" y="0"/>
                      </a:lnTo>
                      <a:lnTo>
                        <a:pt x="182498"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 name="Google Shape;193;p11"/>
                <p:cNvSpPr/>
                <p:nvPr/>
              </p:nvSpPr>
              <p:spPr>
                <a:xfrm>
                  <a:off x="8416800" y="595080"/>
                  <a:ext cx="91080" cy="33120"/>
                </a:xfrm>
                <a:custGeom>
                  <a:avLst/>
                  <a:gdLst>
                    <a:gd name="textAreaLeft" fmla="*/ 0 w 91080"/>
                    <a:gd name="textAreaRight" fmla="*/ 91440 w 91080"/>
                    <a:gd name="textAreaTop" fmla="*/ 0 h 33120"/>
                    <a:gd name="textAreaBottom" fmla="*/ 33480 h 33120"/>
                  </a:gdLst>
                  <a:ahLst/>
                  <a:cxnLst/>
                  <a:rect l="textAreaLeft" t="textAreaTop" r="textAreaRight" b="textAreaBottom"/>
                  <a:pathLst>
                    <a:path w="144875" h="52959">
                      <a:moveTo>
                        <a:pt x="0" y="0"/>
                      </a:moveTo>
                      <a:lnTo>
                        <a:pt x="144875" y="0"/>
                      </a:lnTo>
                      <a:lnTo>
                        <a:pt x="144875"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 name="Google Shape;194;p11"/>
                <p:cNvSpPr/>
                <p:nvPr/>
              </p:nvSpPr>
              <p:spPr>
                <a:xfrm>
                  <a:off x="8200080" y="672120"/>
                  <a:ext cx="307800" cy="33120"/>
                </a:xfrm>
                <a:custGeom>
                  <a:avLst/>
                  <a:gdLst>
                    <a:gd name="textAreaLeft" fmla="*/ 0 w 307800"/>
                    <a:gd name="textAreaRight" fmla="*/ 308160 w 307800"/>
                    <a:gd name="textAreaTop" fmla="*/ 0 h 33120"/>
                    <a:gd name="textAreaBottom" fmla="*/ 33480 h 33120"/>
                  </a:gdLst>
                  <a:ahLst/>
                  <a:cxnLst/>
                  <a:rect l="textAreaLeft" t="textAreaTop" r="textAreaRight" b="textAreaBottom"/>
                  <a:pathLst>
                    <a:path w="487965" h="52959">
                      <a:moveTo>
                        <a:pt x="0" y="0"/>
                      </a:moveTo>
                      <a:lnTo>
                        <a:pt x="487966" y="0"/>
                      </a:lnTo>
                      <a:lnTo>
                        <a:pt x="487966"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 name="Google Shape;195;p11"/>
                <p:cNvSpPr/>
                <p:nvPr/>
              </p:nvSpPr>
              <p:spPr>
                <a:xfrm>
                  <a:off x="8126280" y="672120"/>
                  <a:ext cx="56160" cy="33120"/>
                </a:xfrm>
                <a:custGeom>
                  <a:avLst/>
                  <a:gdLst>
                    <a:gd name="textAreaLeft" fmla="*/ 0 w 56160"/>
                    <a:gd name="textAreaRight" fmla="*/ 56520 w 56160"/>
                    <a:gd name="textAreaTop" fmla="*/ 0 h 33120"/>
                    <a:gd name="textAreaBottom" fmla="*/ 33480 h 33120"/>
                  </a:gdLst>
                  <a:ahLst/>
                  <a:cxnLst/>
                  <a:rect l="textAreaLeft" t="textAreaTop" r="textAreaRight" b="textAreaBottom"/>
                  <a:pathLst>
                    <a:path w="89630" h="52959">
                      <a:moveTo>
                        <a:pt x="0" y="0"/>
                      </a:moveTo>
                      <a:lnTo>
                        <a:pt x="89630" y="0"/>
                      </a:lnTo>
                      <a:lnTo>
                        <a:pt x="89630"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 name="Google Shape;196;p11"/>
                <p:cNvSpPr/>
                <p:nvPr/>
              </p:nvSpPr>
              <p:spPr>
                <a:xfrm>
                  <a:off x="8296200" y="749520"/>
                  <a:ext cx="145440" cy="33120"/>
                </a:xfrm>
                <a:custGeom>
                  <a:avLst/>
                  <a:gdLst>
                    <a:gd name="textAreaLeft" fmla="*/ 0 w 145440"/>
                    <a:gd name="textAreaRight" fmla="*/ 145800 w 145440"/>
                    <a:gd name="textAreaTop" fmla="*/ 0 h 33120"/>
                    <a:gd name="textAreaBottom" fmla="*/ 33480 h 33120"/>
                  </a:gdLst>
                  <a:ahLst/>
                  <a:cxnLst/>
                  <a:rect l="textAreaLeft" t="textAreaTop" r="textAreaRight" b="textAreaBottom"/>
                  <a:pathLst>
                    <a:path w="230790" h="52959">
                      <a:moveTo>
                        <a:pt x="0" y="0"/>
                      </a:moveTo>
                      <a:lnTo>
                        <a:pt x="230790" y="0"/>
                      </a:lnTo>
                      <a:lnTo>
                        <a:pt x="230790"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 name="Google Shape;197;p11"/>
                <p:cNvSpPr/>
                <p:nvPr/>
              </p:nvSpPr>
              <p:spPr>
                <a:xfrm>
                  <a:off x="8455680" y="749520"/>
                  <a:ext cx="52200" cy="33120"/>
                </a:xfrm>
                <a:custGeom>
                  <a:avLst/>
                  <a:gdLst>
                    <a:gd name="textAreaLeft" fmla="*/ 0 w 52200"/>
                    <a:gd name="textAreaRight" fmla="*/ 52560 w 52200"/>
                    <a:gd name="textAreaTop" fmla="*/ 0 h 33120"/>
                    <a:gd name="textAreaBottom" fmla="*/ 33480 h 33120"/>
                  </a:gdLst>
                  <a:ahLst/>
                  <a:cxnLst/>
                  <a:rect l="textAreaLeft" t="textAreaTop" r="textAreaRight" b="textAreaBottom"/>
                  <a:pathLst>
                    <a:path w="83248" h="52959">
                      <a:moveTo>
                        <a:pt x="0" y="0"/>
                      </a:moveTo>
                      <a:lnTo>
                        <a:pt x="83249" y="0"/>
                      </a:lnTo>
                      <a:lnTo>
                        <a:pt x="83249"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 name="Google Shape;198;p11"/>
                <p:cNvSpPr/>
                <p:nvPr/>
              </p:nvSpPr>
              <p:spPr>
                <a:xfrm>
                  <a:off x="8126280" y="749520"/>
                  <a:ext cx="156240" cy="33120"/>
                </a:xfrm>
                <a:custGeom>
                  <a:avLst/>
                  <a:gdLst>
                    <a:gd name="textAreaLeft" fmla="*/ 0 w 156240"/>
                    <a:gd name="textAreaRight" fmla="*/ 156600 w 156240"/>
                    <a:gd name="textAreaTop" fmla="*/ 0 h 33120"/>
                    <a:gd name="textAreaBottom" fmla="*/ 33480 h 33120"/>
                  </a:gdLst>
                  <a:ahLst/>
                  <a:cxnLst/>
                  <a:rect l="textAreaLeft" t="textAreaTop" r="textAreaRight" b="textAreaBottom"/>
                  <a:pathLst>
                    <a:path w="247935" h="52959">
                      <a:moveTo>
                        <a:pt x="0" y="0"/>
                      </a:moveTo>
                      <a:lnTo>
                        <a:pt x="247936" y="0"/>
                      </a:lnTo>
                      <a:lnTo>
                        <a:pt x="247936"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 name="Google Shape;199;p11"/>
                <p:cNvSpPr/>
                <p:nvPr/>
              </p:nvSpPr>
              <p:spPr>
                <a:xfrm>
                  <a:off x="8236080" y="826920"/>
                  <a:ext cx="126720" cy="33120"/>
                </a:xfrm>
                <a:custGeom>
                  <a:avLst/>
                  <a:gdLst>
                    <a:gd name="textAreaLeft" fmla="*/ 0 w 126720"/>
                    <a:gd name="textAreaRight" fmla="*/ 127080 w 126720"/>
                    <a:gd name="textAreaTop" fmla="*/ 0 h 33120"/>
                    <a:gd name="textAreaBottom" fmla="*/ 33480 h 33120"/>
                  </a:gdLst>
                  <a:ahLst/>
                  <a:cxnLst/>
                  <a:rect l="textAreaLeft" t="textAreaTop" r="textAreaRight" b="textAreaBottom"/>
                  <a:pathLst>
                    <a:path w="200977" h="52959">
                      <a:moveTo>
                        <a:pt x="0" y="0"/>
                      </a:moveTo>
                      <a:lnTo>
                        <a:pt x="200977" y="0"/>
                      </a:lnTo>
                      <a:lnTo>
                        <a:pt x="20097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 name="Google Shape;200;p11"/>
                <p:cNvSpPr/>
                <p:nvPr/>
              </p:nvSpPr>
              <p:spPr>
                <a:xfrm>
                  <a:off x="8126280" y="826920"/>
                  <a:ext cx="95040" cy="33120"/>
                </a:xfrm>
                <a:custGeom>
                  <a:avLst/>
                  <a:gdLst>
                    <a:gd name="textAreaLeft" fmla="*/ 0 w 95040"/>
                    <a:gd name="textAreaRight" fmla="*/ 95400 w 95040"/>
                    <a:gd name="textAreaTop" fmla="*/ 0 h 33120"/>
                    <a:gd name="textAreaBottom" fmla="*/ 33480 h 33120"/>
                  </a:gdLst>
                  <a:ahLst/>
                  <a:cxnLst/>
                  <a:rect l="textAreaLeft" t="textAreaTop" r="textAreaRight" b="textAreaBottom"/>
                  <a:pathLst>
                    <a:path w="151256" h="52959">
                      <a:moveTo>
                        <a:pt x="0" y="0"/>
                      </a:moveTo>
                      <a:lnTo>
                        <a:pt x="151257" y="0"/>
                      </a:lnTo>
                      <a:lnTo>
                        <a:pt x="15125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2" name="Google Shape;201;p11"/>
              <p:cNvGrpSpPr/>
              <p:nvPr/>
            </p:nvGrpSpPr>
            <p:grpSpPr>
              <a:xfrm>
                <a:off x="8126280" y="923400"/>
                <a:ext cx="381600" cy="191520"/>
                <a:chOff x="8126280" y="923400"/>
                <a:chExt cx="381600" cy="191520"/>
              </a:xfrm>
            </p:grpSpPr>
            <p:sp>
              <p:nvSpPr>
                <p:cNvPr id="43" name="Google Shape;202;p11"/>
                <p:cNvSpPr/>
                <p:nvPr/>
              </p:nvSpPr>
              <p:spPr>
                <a:xfrm>
                  <a:off x="8126280" y="923400"/>
                  <a:ext cx="149400" cy="33120"/>
                </a:xfrm>
                <a:custGeom>
                  <a:avLst/>
                  <a:gdLst>
                    <a:gd name="textAreaLeft" fmla="*/ 0 w 149400"/>
                    <a:gd name="textAreaRight" fmla="*/ 149760 w 149400"/>
                    <a:gd name="textAreaTop" fmla="*/ 0 h 33120"/>
                    <a:gd name="textAreaBottom" fmla="*/ 33480 h 33120"/>
                  </a:gdLst>
                  <a:ahLst/>
                  <a:cxnLst/>
                  <a:rect l="textAreaLeft" t="textAreaTop" r="textAreaRight" b="textAreaBottom"/>
                  <a:pathLst>
                    <a:path w="237077" h="52959">
                      <a:moveTo>
                        <a:pt x="0" y="0"/>
                      </a:moveTo>
                      <a:lnTo>
                        <a:pt x="237077" y="0"/>
                      </a:lnTo>
                      <a:lnTo>
                        <a:pt x="23707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 name="Google Shape;203;p11"/>
                <p:cNvSpPr/>
                <p:nvPr/>
              </p:nvSpPr>
              <p:spPr>
                <a:xfrm>
                  <a:off x="8289360" y="923400"/>
                  <a:ext cx="114840" cy="33120"/>
                </a:xfrm>
                <a:custGeom>
                  <a:avLst/>
                  <a:gdLst>
                    <a:gd name="textAreaLeft" fmla="*/ 0 w 114840"/>
                    <a:gd name="textAreaRight" fmla="*/ 115200 w 114840"/>
                    <a:gd name="textAreaTop" fmla="*/ 0 h 33120"/>
                    <a:gd name="textAreaBottom" fmla="*/ 33480 h 33120"/>
                  </a:gdLst>
                  <a:ahLst/>
                  <a:cxnLst/>
                  <a:rect l="textAreaLeft" t="textAreaTop" r="textAreaRight" b="textAreaBottom"/>
                  <a:pathLst>
                    <a:path w="182498" h="52959">
                      <a:moveTo>
                        <a:pt x="0" y="0"/>
                      </a:moveTo>
                      <a:lnTo>
                        <a:pt x="182498" y="0"/>
                      </a:lnTo>
                      <a:lnTo>
                        <a:pt x="182498"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 name="Google Shape;204;p11"/>
                <p:cNvSpPr/>
                <p:nvPr/>
              </p:nvSpPr>
              <p:spPr>
                <a:xfrm>
                  <a:off x="8416800" y="923400"/>
                  <a:ext cx="91080" cy="33120"/>
                </a:xfrm>
                <a:custGeom>
                  <a:avLst/>
                  <a:gdLst>
                    <a:gd name="textAreaLeft" fmla="*/ 0 w 91080"/>
                    <a:gd name="textAreaRight" fmla="*/ 91440 w 91080"/>
                    <a:gd name="textAreaTop" fmla="*/ 0 h 33120"/>
                    <a:gd name="textAreaBottom" fmla="*/ 33480 h 33120"/>
                  </a:gdLst>
                  <a:ahLst/>
                  <a:cxnLst/>
                  <a:rect l="textAreaLeft" t="textAreaTop" r="textAreaRight" b="textAreaBottom"/>
                  <a:pathLst>
                    <a:path w="144875" h="52959">
                      <a:moveTo>
                        <a:pt x="0" y="0"/>
                      </a:moveTo>
                      <a:lnTo>
                        <a:pt x="144875" y="0"/>
                      </a:lnTo>
                      <a:lnTo>
                        <a:pt x="144875"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 name="Google Shape;205;p11"/>
                <p:cNvSpPr/>
                <p:nvPr/>
              </p:nvSpPr>
              <p:spPr>
                <a:xfrm>
                  <a:off x="8296200" y="1004400"/>
                  <a:ext cx="145440" cy="33120"/>
                </a:xfrm>
                <a:custGeom>
                  <a:avLst/>
                  <a:gdLst>
                    <a:gd name="textAreaLeft" fmla="*/ 0 w 145440"/>
                    <a:gd name="textAreaRight" fmla="*/ 145800 w 145440"/>
                    <a:gd name="textAreaTop" fmla="*/ 0 h 33120"/>
                    <a:gd name="textAreaBottom" fmla="*/ 33480 h 33120"/>
                  </a:gdLst>
                  <a:ahLst/>
                  <a:cxnLst/>
                  <a:rect l="textAreaLeft" t="textAreaTop" r="textAreaRight" b="textAreaBottom"/>
                  <a:pathLst>
                    <a:path w="230790" h="52959">
                      <a:moveTo>
                        <a:pt x="0" y="0"/>
                      </a:moveTo>
                      <a:lnTo>
                        <a:pt x="230790" y="0"/>
                      </a:lnTo>
                      <a:lnTo>
                        <a:pt x="230790"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 name="Google Shape;206;p11"/>
                <p:cNvSpPr/>
                <p:nvPr/>
              </p:nvSpPr>
              <p:spPr>
                <a:xfrm>
                  <a:off x="8455680" y="1004400"/>
                  <a:ext cx="52200" cy="33120"/>
                </a:xfrm>
                <a:custGeom>
                  <a:avLst/>
                  <a:gdLst>
                    <a:gd name="textAreaLeft" fmla="*/ 0 w 52200"/>
                    <a:gd name="textAreaRight" fmla="*/ 52560 w 52200"/>
                    <a:gd name="textAreaTop" fmla="*/ 0 h 33120"/>
                    <a:gd name="textAreaBottom" fmla="*/ 33480 h 33120"/>
                  </a:gdLst>
                  <a:ahLst/>
                  <a:cxnLst/>
                  <a:rect l="textAreaLeft" t="textAreaTop" r="textAreaRight" b="textAreaBottom"/>
                  <a:pathLst>
                    <a:path w="83248" h="52959">
                      <a:moveTo>
                        <a:pt x="0" y="0"/>
                      </a:moveTo>
                      <a:lnTo>
                        <a:pt x="83249" y="0"/>
                      </a:lnTo>
                      <a:lnTo>
                        <a:pt x="83249"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 name="Google Shape;207;p11"/>
                <p:cNvSpPr/>
                <p:nvPr/>
              </p:nvSpPr>
              <p:spPr>
                <a:xfrm>
                  <a:off x="8126280" y="1004400"/>
                  <a:ext cx="156240" cy="33120"/>
                </a:xfrm>
                <a:custGeom>
                  <a:avLst/>
                  <a:gdLst>
                    <a:gd name="textAreaLeft" fmla="*/ 0 w 156240"/>
                    <a:gd name="textAreaRight" fmla="*/ 156600 w 156240"/>
                    <a:gd name="textAreaTop" fmla="*/ 0 h 33120"/>
                    <a:gd name="textAreaBottom" fmla="*/ 33480 h 33120"/>
                  </a:gdLst>
                  <a:ahLst/>
                  <a:cxnLst/>
                  <a:rect l="textAreaLeft" t="textAreaTop" r="textAreaRight" b="textAreaBottom"/>
                  <a:pathLst>
                    <a:path w="247935" h="52959">
                      <a:moveTo>
                        <a:pt x="0" y="0"/>
                      </a:moveTo>
                      <a:lnTo>
                        <a:pt x="247936" y="0"/>
                      </a:lnTo>
                      <a:lnTo>
                        <a:pt x="247936"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 name="Google Shape;208;p11"/>
                <p:cNvSpPr/>
                <p:nvPr/>
              </p:nvSpPr>
              <p:spPr>
                <a:xfrm>
                  <a:off x="8236080" y="1081800"/>
                  <a:ext cx="126720" cy="33120"/>
                </a:xfrm>
                <a:custGeom>
                  <a:avLst/>
                  <a:gdLst>
                    <a:gd name="textAreaLeft" fmla="*/ 0 w 126720"/>
                    <a:gd name="textAreaRight" fmla="*/ 127080 w 126720"/>
                    <a:gd name="textAreaTop" fmla="*/ 0 h 33120"/>
                    <a:gd name="textAreaBottom" fmla="*/ 33480 h 33120"/>
                  </a:gdLst>
                  <a:ahLst/>
                  <a:cxnLst/>
                  <a:rect l="textAreaLeft" t="textAreaTop" r="textAreaRight" b="textAreaBottom"/>
                  <a:pathLst>
                    <a:path w="200977" h="52959">
                      <a:moveTo>
                        <a:pt x="0" y="0"/>
                      </a:moveTo>
                      <a:lnTo>
                        <a:pt x="200977" y="0"/>
                      </a:lnTo>
                      <a:lnTo>
                        <a:pt x="20097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 name="Google Shape;209;p11"/>
                <p:cNvSpPr/>
                <p:nvPr/>
              </p:nvSpPr>
              <p:spPr>
                <a:xfrm>
                  <a:off x="8126280" y="1081800"/>
                  <a:ext cx="95040" cy="33120"/>
                </a:xfrm>
                <a:custGeom>
                  <a:avLst/>
                  <a:gdLst>
                    <a:gd name="textAreaLeft" fmla="*/ 0 w 95040"/>
                    <a:gd name="textAreaRight" fmla="*/ 95400 w 95040"/>
                    <a:gd name="textAreaTop" fmla="*/ 0 h 33120"/>
                    <a:gd name="textAreaBottom" fmla="*/ 33480 h 33120"/>
                  </a:gdLst>
                  <a:ahLst/>
                  <a:cxnLst/>
                  <a:rect l="textAreaLeft" t="textAreaTop" r="textAreaRight" b="textAreaBottom"/>
                  <a:pathLst>
                    <a:path w="151256" h="52959">
                      <a:moveTo>
                        <a:pt x="0" y="0"/>
                      </a:moveTo>
                      <a:lnTo>
                        <a:pt x="151257" y="0"/>
                      </a:lnTo>
                      <a:lnTo>
                        <a:pt x="15125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51" name="Google Shape;210;p11"/>
              <p:cNvSpPr/>
              <p:nvPr/>
            </p:nvSpPr>
            <p:spPr>
              <a:xfrm>
                <a:off x="8126280" y="1240560"/>
                <a:ext cx="382320" cy="276840"/>
              </a:xfrm>
              <a:custGeom>
                <a:avLst/>
                <a:gdLst>
                  <a:gd name="textAreaLeft" fmla="*/ 0 w 382320"/>
                  <a:gd name="textAreaRight" fmla="*/ 382680 w 382320"/>
                  <a:gd name="textAreaTop" fmla="*/ 0 h 276840"/>
                  <a:gd name="textAreaBottom" fmla="*/ 277200 h 276840"/>
                </a:gdLst>
                <a:ahLst/>
                <a:cxnLst/>
                <a:rect l="textAreaLeft" t="textAreaTop" r="textAreaRight" b="textAreaBottom"/>
                <a:pathLst>
                  <a:path w="605885" h="438816">
                    <a:moveTo>
                      <a:pt x="572167" y="0"/>
                    </a:moveTo>
                    <a:cubicBezTo>
                      <a:pt x="590789" y="0"/>
                      <a:pt x="605885" y="15096"/>
                      <a:pt x="605885" y="33718"/>
                    </a:cubicBezTo>
                    <a:lnTo>
                      <a:pt x="605885" y="405098"/>
                    </a:lnTo>
                    <a:cubicBezTo>
                      <a:pt x="605885" y="423720"/>
                      <a:pt x="590789" y="438817"/>
                      <a:pt x="572167" y="438817"/>
                    </a:cubicBezTo>
                    <a:lnTo>
                      <a:pt x="33718" y="438817"/>
                    </a:lnTo>
                    <a:cubicBezTo>
                      <a:pt x="15096" y="438817"/>
                      <a:pt x="0" y="423720"/>
                      <a:pt x="0" y="405098"/>
                    </a:cubicBezTo>
                    <a:lnTo>
                      <a:pt x="0" y="33718"/>
                    </a:lnTo>
                    <a:cubicBezTo>
                      <a:pt x="0" y="15096"/>
                      <a:pt x="15096" y="0"/>
                      <a:pt x="33718"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 name="Google Shape;211;p11"/>
              <p:cNvSpPr/>
              <p:nvPr/>
            </p:nvSpPr>
            <p:spPr>
              <a:xfrm>
                <a:off x="7612200" y="598680"/>
                <a:ext cx="382320" cy="514800"/>
              </a:xfrm>
              <a:custGeom>
                <a:avLst/>
                <a:gdLst>
                  <a:gd name="textAreaLeft" fmla="*/ 0 w 382320"/>
                  <a:gd name="textAreaRight" fmla="*/ 382680 w 382320"/>
                  <a:gd name="textAreaTop" fmla="*/ 0 h 514800"/>
                  <a:gd name="textAreaBottom" fmla="*/ 515160 h 514800"/>
                </a:gdLst>
                <a:ahLst/>
                <a:cxnLst/>
                <a:rect l="textAreaLeft" t="textAreaTop" r="textAreaRight" b="textAreaBottom"/>
                <a:pathLst>
                  <a:path w="605885" h="815149">
                    <a:moveTo>
                      <a:pt x="554260" y="0"/>
                    </a:moveTo>
                    <a:cubicBezTo>
                      <a:pt x="582772" y="0"/>
                      <a:pt x="605885" y="23114"/>
                      <a:pt x="605885" y="51625"/>
                    </a:cubicBezTo>
                    <a:lnTo>
                      <a:pt x="605885" y="763524"/>
                    </a:lnTo>
                    <a:cubicBezTo>
                      <a:pt x="605885" y="792036"/>
                      <a:pt x="582771" y="815150"/>
                      <a:pt x="554260" y="815150"/>
                    </a:cubicBezTo>
                    <a:lnTo>
                      <a:pt x="51625" y="815150"/>
                    </a:lnTo>
                    <a:cubicBezTo>
                      <a:pt x="23113" y="815150"/>
                      <a:pt x="0" y="792036"/>
                      <a:pt x="0" y="763524"/>
                    </a:cubicBezTo>
                    <a:lnTo>
                      <a:pt x="0" y="51625"/>
                    </a:lnTo>
                    <a:cubicBezTo>
                      <a:pt x="0" y="23114"/>
                      <a:pt x="23113" y="0"/>
                      <a:pt x="5162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53" name="Google Shape;212;p11"/>
            <p:cNvGrpSpPr/>
            <p:nvPr/>
          </p:nvGrpSpPr>
          <p:grpSpPr>
            <a:xfrm>
              <a:off x="7553160" y="556200"/>
              <a:ext cx="492840" cy="600480"/>
              <a:chOff x="7553160" y="556200"/>
              <a:chExt cx="492840" cy="600480"/>
            </a:xfrm>
          </p:grpSpPr>
          <p:grpSp>
            <p:nvGrpSpPr>
              <p:cNvPr id="54" name="Google Shape;213;p11"/>
              <p:cNvGrpSpPr/>
              <p:nvPr/>
            </p:nvGrpSpPr>
            <p:grpSpPr>
              <a:xfrm>
                <a:off x="7566480" y="569520"/>
                <a:ext cx="472320" cy="579600"/>
                <a:chOff x="7566480" y="569520"/>
                <a:chExt cx="472320" cy="579600"/>
              </a:xfrm>
            </p:grpSpPr>
            <p:sp>
              <p:nvSpPr>
                <p:cNvPr id="55" name="Google Shape;214;p11"/>
                <p:cNvSpPr/>
                <p:nvPr/>
              </p:nvSpPr>
              <p:spPr>
                <a:xfrm>
                  <a:off x="7574400" y="1143360"/>
                  <a:ext cx="442080" cy="5760"/>
                </a:xfrm>
                <a:custGeom>
                  <a:avLst/>
                  <a:gdLst>
                    <a:gd name="textAreaLeft" fmla="*/ 0 w 442080"/>
                    <a:gd name="textAreaRight" fmla="*/ 442440 w 442080"/>
                    <a:gd name="textAreaTop" fmla="*/ 0 h 5760"/>
                    <a:gd name="textAreaBottom" fmla="*/ 6120 h 5760"/>
                  </a:gdLst>
                  <a:ahLst/>
                  <a:cxnLst/>
                  <a:rect l="textAreaLeft" t="textAreaTop" r="textAreaRight" b="textAreaBottom"/>
                  <a:pathLst>
                    <a:path w="700277" h="9525">
                      <a:moveTo>
                        <a:pt x="700278" y="0"/>
                      </a:moveTo>
                      <a:lnTo>
                        <a:pt x="0" y="0"/>
                      </a:lnTo>
                    </a:path>
                  </a:pathLst>
                </a:custGeom>
                <a:solidFill>
                  <a:schemeClr val="dk1"/>
                </a:solidFill>
                <a:ln w="12750" cap="rnd">
                  <a:solidFill>
                    <a:srgbClr val="35363B"/>
                  </a:solidFill>
                  <a:prstDash val="dashDot"/>
                  <a:miter/>
                </a:ln>
              </p:spPr>
              <p:style>
                <a:lnRef idx="0">
                  <a:scrgbClr r="0" g="0" b="0"/>
                </a:lnRef>
                <a:fillRef idx="0">
                  <a:scrgbClr r="0" g="0" b="0"/>
                </a:fillRef>
                <a:effectRef idx="0">
                  <a:scrgbClr r="0" g="0" b="0"/>
                </a:effectRef>
                <a:fontRef idx="minor"/>
              </p:style>
              <p:txBody>
                <a:bodyPr tIns="2880" bIns="2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 name="Google Shape;215;p11"/>
                <p:cNvSpPr/>
                <p:nvPr/>
              </p:nvSpPr>
              <p:spPr>
                <a:xfrm>
                  <a:off x="7566480" y="577440"/>
                  <a:ext cx="5760" cy="549720"/>
                </a:xfrm>
                <a:custGeom>
                  <a:avLst/>
                  <a:gdLst>
                    <a:gd name="textAreaLeft" fmla="*/ 0 w 5760"/>
                    <a:gd name="textAreaRight" fmla="*/ 6120 w 5760"/>
                    <a:gd name="textAreaTop" fmla="*/ 0 h 549720"/>
                    <a:gd name="textAreaBottom" fmla="*/ 550080 h 549720"/>
                  </a:gdLst>
                  <a:ahLst/>
                  <a:cxnLst/>
                  <a:rect l="textAreaLeft" t="textAreaTop" r="textAreaRight" b="textAreaBottom"/>
                  <a:pathLst>
                    <a:path w="9525" h="870680">
                      <a:moveTo>
                        <a:pt x="0" y="870680"/>
                      </a:moveTo>
                      <a:lnTo>
                        <a:pt x="0" y="0"/>
                      </a:lnTo>
                    </a:path>
                  </a:pathLst>
                </a:custGeom>
                <a:solidFill>
                  <a:schemeClr val="dk1"/>
                </a:solidFill>
                <a:ln w="12750" cap="rnd">
                  <a:solidFill>
                    <a:srgbClr val="35363B"/>
                  </a:solidFill>
                  <a:prstDash val="dashDot"/>
                  <a:miter/>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 name="Google Shape;216;p11"/>
                <p:cNvSpPr/>
                <p:nvPr/>
              </p:nvSpPr>
              <p:spPr>
                <a:xfrm>
                  <a:off x="7582680" y="569520"/>
                  <a:ext cx="442080" cy="5760"/>
                </a:xfrm>
                <a:custGeom>
                  <a:avLst/>
                  <a:gdLst>
                    <a:gd name="textAreaLeft" fmla="*/ 0 w 442080"/>
                    <a:gd name="textAreaRight" fmla="*/ 442440 w 442080"/>
                    <a:gd name="textAreaTop" fmla="*/ 0 h 5760"/>
                    <a:gd name="textAreaBottom" fmla="*/ 6120 h 5760"/>
                  </a:gdLst>
                  <a:ahLst/>
                  <a:cxnLst/>
                  <a:rect l="textAreaLeft" t="textAreaTop" r="textAreaRight" b="textAreaBottom"/>
                  <a:pathLst>
                    <a:path w="700277" h="9525">
                      <a:moveTo>
                        <a:pt x="0" y="0"/>
                      </a:moveTo>
                      <a:lnTo>
                        <a:pt x="700278" y="0"/>
                      </a:lnTo>
                    </a:path>
                  </a:pathLst>
                </a:custGeom>
                <a:solidFill>
                  <a:schemeClr val="dk1"/>
                </a:solidFill>
                <a:ln w="12750" cap="rnd">
                  <a:solidFill>
                    <a:srgbClr val="35363B"/>
                  </a:solidFill>
                  <a:prstDash val="dashDot"/>
                  <a:miter/>
                </a:ln>
              </p:spPr>
              <p:style>
                <a:lnRef idx="0">
                  <a:scrgbClr r="0" g="0" b="0"/>
                </a:lnRef>
                <a:fillRef idx="0">
                  <a:scrgbClr r="0" g="0" b="0"/>
                </a:fillRef>
                <a:effectRef idx="0">
                  <a:scrgbClr r="0" g="0" b="0"/>
                </a:effectRef>
                <a:fontRef idx="minor"/>
              </p:style>
              <p:txBody>
                <a:bodyPr tIns="2880" bIns="2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 name="Google Shape;217;p11"/>
                <p:cNvSpPr/>
                <p:nvPr/>
              </p:nvSpPr>
              <p:spPr>
                <a:xfrm>
                  <a:off x="8033040" y="585360"/>
                  <a:ext cx="5760" cy="549720"/>
                </a:xfrm>
                <a:custGeom>
                  <a:avLst/>
                  <a:gdLst>
                    <a:gd name="textAreaLeft" fmla="*/ 0 w 5760"/>
                    <a:gd name="textAreaRight" fmla="*/ 6120 w 5760"/>
                    <a:gd name="textAreaTop" fmla="*/ 0 h 549720"/>
                    <a:gd name="textAreaBottom" fmla="*/ 550080 h 549720"/>
                  </a:gdLst>
                  <a:ahLst/>
                  <a:cxnLst/>
                  <a:rect l="textAreaLeft" t="textAreaTop" r="textAreaRight" b="textAreaBottom"/>
                  <a:pathLst>
                    <a:path w="9525" h="870680">
                      <a:moveTo>
                        <a:pt x="0" y="0"/>
                      </a:moveTo>
                      <a:lnTo>
                        <a:pt x="0" y="870680"/>
                      </a:lnTo>
                    </a:path>
                  </a:pathLst>
                </a:custGeom>
                <a:solidFill>
                  <a:schemeClr val="dk1"/>
                </a:solidFill>
                <a:ln w="12750" cap="rnd">
                  <a:solidFill>
                    <a:srgbClr val="35363B"/>
                  </a:solidFill>
                  <a:prstDash val="dashDot"/>
                  <a:miter/>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9" name="Google Shape;218;p11"/>
              <p:cNvGrpSpPr/>
              <p:nvPr/>
            </p:nvGrpSpPr>
            <p:grpSpPr>
              <a:xfrm>
                <a:off x="7553160" y="556200"/>
                <a:ext cx="492840" cy="600480"/>
                <a:chOff x="7553160" y="556200"/>
                <a:chExt cx="492840" cy="600480"/>
              </a:xfrm>
            </p:grpSpPr>
            <p:grpSp>
              <p:nvGrpSpPr>
                <p:cNvPr id="60" name="Google Shape;219;p11"/>
                <p:cNvGrpSpPr/>
                <p:nvPr/>
              </p:nvGrpSpPr>
              <p:grpSpPr>
                <a:xfrm>
                  <a:off x="7553160" y="556200"/>
                  <a:ext cx="492840" cy="26280"/>
                  <a:chOff x="7553160" y="556200"/>
                  <a:chExt cx="492840" cy="26280"/>
                </a:xfrm>
              </p:grpSpPr>
              <p:sp>
                <p:nvSpPr>
                  <p:cNvPr id="61" name="Google Shape;220;p11"/>
                  <p:cNvSpPr/>
                  <p:nvPr/>
                </p:nvSpPr>
                <p:spPr>
                  <a:xfrm>
                    <a:off x="7553160" y="5562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09">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 name="Google Shape;221;p11"/>
                  <p:cNvSpPr/>
                  <p:nvPr/>
                </p:nvSpPr>
                <p:spPr>
                  <a:xfrm>
                    <a:off x="7786440" y="5562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09">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3" name="Google Shape;222;p11"/>
                  <p:cNvSpPr/>
                  <p:nvPr/>
                </p:nvSpPr>
                <p:spPr>
                  <a:xfrm>
                    <a:off x="8019720" y="5562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09">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4" name="Google Shape;223;p11"/>
                <p:cNvGrpSpPr/>
                <p:nvPr/>
              </p:nvGrpSpPr>
              <p:grpSpPr>
                <a:xfrm>
                  <a:off x="7553160" y="843120"/>
                  <a:ext cx="492840" cy="26280"/>
                  <a:chOff x="7553160" y="843120"/>
                  <a:chExt cx="492840" cy="26280"/>
                </a:xfrm>
              </p:grpSpPr>
              <p:sp>
                <p:nvSpPr>
                  <p:cNvPr id="65" name="Google Shape;224;p11"/>
                  <p:cNvSpPr/>
                  <p:nvPr/>
                </p:nvSpPr>
                <p:spPr>
                  <a:xfrm>
                    <a:off x="7553160" y="84312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 name="Google Shape;225;p11"/>
                  <p:cNvSpPr/>
                  <p:nvPr/>
                </p:nvSpPr>
                <p:spPr>
                  <a:xfrm>
                    <a:off x="8019720" y="84312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7" name="Google Shape;226;p11"/>
                <p:cNvGrpSpPr/>
                <p:nvPr/>
              </p:nvGrpSpPr>
              <p:grpSpPr>
                <a:xfrm>
                  <a:off x="7553160" y="1130400"/>
                  <a:ext cx="492840" cy="26280"/>
                  <a:chOff x="7553160" y="1130400"/>
                  <a:chExt cx="492840" cy="26280"/>
                </a:xfrm>
              </p:grpSpPr>
              <p:sp>
                <p:nvSpPr>
                  <p:cNvPr id="68" name="Google Shape;227;p11"/>
                  <p:cNvSpPr/>
                  <p:nvPr/>
                </p:nvSpPr>
                <p:spPr>
                  <a:xfrm>
                    <a:off x="7553160" y="11304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 name="Google Shape;228;p11"/>
                  <p:cNvSpPr/>
                  <p:nvPr/>
                </p:nvSpPr>
                <p:spPr>
                  <a:xfrm>
                    <a:off x="7786440" y="11304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 name="Google Shape;229;p11"/>
                  <p:cNvSpPr/>
                  <p:nvPr/>
                </p:nvSpPr>
                <p:spPr>
                  <a:xfrm>
                    <a:off x="8019720" y="11304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grpSp>
          <p:nvGrpSpPr>
            <p:cNvPr id="71" name="Google Shape;230;p11"/>
            <p:cNvGrpSpPr/>
            <p:nvPr/>
          </p:nvGrpSpPr>
          <p:grpSpPr>
            <a:xfrm>
              <a:off x="7821000" y="1008000"/>
              <a:ext cx="161640" cy="93960"/>
              <a:chOff x="7821000" y="1008000"/>
              <a:chExt cx="161640" cy="93960"/>
            </a:xfrm>
          </p:grpSpPr>
          <p:sp>
            <p:nvSpPr>
              <p:cNvPr id="72" name="Google Shape;231;p11"/>
              <p:cNvSpPr/>
              <p:nvPr/>
            </p:nvSpPr>
            <p:spPr>
              <a:xfrm>
                <a:off x="7821000" y="1008000"/>
                <a:ext cx="161640" cy="93960"/>
              </a:xfrm>
              <a:custGeom>
                <a:avLst/>
                <a:gdLst>
                  <a:gd name="textAreaLeft" fmla="*/ 0 w 161640"/>
                  <a:gd name="textAreaRight" fmla="*/ 162000 w 161640"/>
                  <a:gd name="textAreaTop" fmla="*/ 0 h 93960"/>
                  <a:gd name="textAreaBottom" fmla="*/ 94320 h 93960"/>
                </a:gdLst>
                <a:ahLst/>
                <a:cxnLst/>
                <a:rect l="textAreaLeft" t="textAreaTop" r="textAreaRight" b="textAreaBottom"/>
                <a:pathLst>
                  <a:path w="256508" h="149542">
                    <a:moveTo>
                      <a:pt x="218694" y="0"/>
                    </a:moveTo>
                    <a:cubicBezTo>
                      <a:pt x="239578" y="0"/>
                      <a:pt x="256508" y="16930"/>
                      <a:pt x="256508" y="37814"/>
                    </a:cubicBezTo>
                    <a:lnTo>
                      <a:pt x="256508" y="111728"/>
                    </a:lnTo>
                    <a:cubicBezTo>
                      <a:pt x="256508" y="132612"/>
                      <a:pt x="239578" y="149543"/>
                      <a:pt x="218694" y="149543"/>
                    </a:cubicBezTo>
                    <a:lnTo>
                      <a:pt x="37814" y="149543"/>
                    </a:lnTo>
                    <a:cubicBezTo>
                      <a:pt x="16930" y="149543"/>
                      <a:pt x="1" y="132612"/>
                      <a:pt x="1" y="111728"/>
                    </a:cubicBezTo>
                    <a:lnTo>
                      <a:pt x="1" y="37814"/>
                    </a:lnTo>
                    <a:cubicBezTo>
                      <a:pt x="1" y="16930"/>
                      <a:pt x="16930" y="0"/>
                      <a:pt x="3781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73" name="Google Shape;232;p11"/>
              <p:cNvGrpSpPr/>
              <p:nvPr/>
            </p:nvGrpSpPr>
            <p:grpSpPr>
              <a:xfrm>
                <a:off x="7842960" y="1024560"/>
                <a:ext cx="115920" cy="62280"/>
                <a:chOff x="7842960" y="1024560"/>
                <a:chExt cx="115920" cy="62280"/>
              </a:xfrm>
            </p:grpSpPr>
            <p:grpSp>
              <p:nvGrpSpPr>
                <p:cNvPr id="74" name="Google Shape;233;p11"/>
                <p:cNvGrpSpPr/>
                <p:nvPr/>
              </p:nvGrpSpPr>
              <p:grpSpPr>
                <a:xfrm>
                  <a:off x="7899120" y="1025640"/>
                  <a:ext cx="59760" cy="59760"/>
                  <a:chOff x="7899120" y="1025640"/>
                  <a:chExt cx="59760" cy="59760"/>
                </a:xfrm>
              </p:grpSpPr>
              <p:sp>
                <p:nvSpPr>
                  <p:cNvPr id="75" name="Google Shape;234;p11"/>
                  <p:cNvSpPr/>
                  <p:nvPr/>
                </p:nvSpPr>
                <p:spPr>
                  <a:xfrm>
                    <a:off x="7899120" y="1058760"/>
                    <a:ext cx="26640" cy="26640"/>
                  </a:xfrm>
                  <a:custGeom>
                    <a:avLst/>
                    <a:gdLst>
                      <a:gd name="textAreaLeft" fmla="*/ 0 w 26640"/>
                      <a:gd name="textAreaRight" fmla="*/ 27000 w 26640"/>
                      <a:gd name="textAreaTop" fmla="*/ 0 h 26640"/>
                      <a:gd name="textAreaBottom" fmla="*/ 27000 h 26640"/>
                    </a:gdLst>
                    <a:ahLst/>
                    <a:cxnLst/>
                    <a:rect l="textAreaLeft" t="textAreaTop" r="textAreaRight" b="textAreaBottom"/>
                    <a:pathLst>
                      <a:path w="42671" h="42672">
                        <a:moveTo>
                          <a:pt x="16764" y="31147"/>
                        </a:moveTo>
                        <a:lnTo>
                          <a:pt x="42672" y="5144"/>
                        </a:lnTo>
                        <a:lnTo>
                          <a:pt x="37529" y="0"/>
                        </a:lnTo>
                        <a:lnTo>
                          <a:pt x="11525" y="25908"/>
                        </a:lnTo>
                        <a:lnTo>
                          <a:pt x="6382" y="28765"/>
                        </a:lnTo>
                        <a:lnTo>
                          <a:pt x="0" y="38576"/>
                        </a:lnTo>
                        <a:lnTo>
                          <a:pt x="4096" y="42672"/>
                        </a:lnTo>
                        <a:lnTo>
                          <a:pt x="13906" y="36290"/>
                        </a:lnTo>
                        <a:lnTo>
                          <a:pt x="16764" y="31147"/>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 name="Google Shape;235;p11"/>
                  <p:cNvSpPr/>
                  <p:nvPr/>
                </p:nvSpPr>
                <p:spPr>
                  <a:xfrm>
                    <a:off x="7917840" y="1025640"/>
                    <a:ext cx="41040" cy="41040"/>
                  </a:xfrm>
                  <a:custGeom>
                    <a:avLst/>
                    <a:gdLst>
                      <a:gd name="textAreaLeft" fmla="*/ 0 w 41040"/>
                      <a:gd name="textAreaRight" fmla="*/ 41400 w 41040"/>
                      <a:gd name="textAreaTop" fmla="*/ 0 h 41040"/>
                      <a:gd name="textAreaBottom" fmla="*/ 41400 h 41040"/>
                    </a:gdLst>
                    <a:ahLst/>
                    <a:cxnLst/>
                    <a:rect l="textAreaLeft" t="textAreaTop" r="textAreaRight" b="textAreaBottom"/>
                    <a:pathLst>
                      <a:path w="65418" h="65418">
                        <a:moveTo>
                          <a:pt x="36576" y="54845"/>
                        </a:moveTo>
                        <a:lnTo>
                          <a:pt x="63246" y="28175"/>
                        </a:lnTo>
                        <a:cubicBezTo>
                          <a:pt x="64008" y="27413"/>
                          <a:pt x="64484" y="26461"/>
                          <a:pt x="64770" y="25413"/>
                        </a:cubicBezTo>
                        <a:cubicBezTo>
                          <a:pt x="65627" y="21794"/>
                          <a:pt x="66866" y="13602"/>
                          <a:pt x="59341" y="6077"/>
                        </a:cubicBezTo>
                        <a:cubicBezTo>
                          <a:pt x="51816" y="-1447"/>
                          <a:pt x="43625" y="-209"/>
                          <a:pt x="40005" y="648"/>
                        </a:cubicBezTo>
                        <a:cubicBezTo>
                          <a:pt x="38958" y="934"/>
                          <a:pt x="38005" y="1410"/>
                          <a:pt x="37243" y="2172"/>
                        </a:cubicBezTo>
                        <a:lnTo>
                          <a:pt x="10573" y="28842"/>
                        </a:lnTo>
                        <a:cubicBezTo>
                          <a:pt x="14669" y="32938"/>
                          <a:pt x="14669" y="39701"/>
                          <a:pt x="10573" y="43796"/>
                        </a:cubicBezTo>
                        <a:lnTo>
                          <a:pt x="8287" y="46082"/>
                        </a:lnTo>
                        <a:lnTo>
                          <a:pt x="4286" y="42082"/>
                        </a:lnTo>
                        <a:lnTo>
                          <a:pt x="0" y="46368"/>
                        </a:lnTo>
                        <a:lnTo>
                          <a:pt x="19050" y="65418"/>
                        </a:lnTo>
                        <a:lnTo>
                          <a:pt x="23336" y="61132"/>
                        </a:lnTo>
                        <a:lnTo>
                          <a:pt x="19336" y="57131"/>
                        </a:lnTo>
                        <a:lnTo>
                          <a:pt x="21622" y="54845"/>
                        </a:lnTo>
                        <a:cubicBezTo>
                          <a:pt x="25718" y="50750"/>
                          <a:pt x="32481" y="50750"/>
                          <a:pt x="36576" y="54845"/>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77" name="Google Shape;236;p11"/>
                <p:cNvGrpSpPr/>
                <p:nvPr/>
              </p:nvGrpSpPr>
              <p:grpSpPr>
                <a:xfrm>
                  <a:off x="7842960" y="1024560"/>
                  <a:ext cx="61920" cy="62280"/>
                  <a:chOff x="7842960" y="1024560"/>
                  <a:chExt cx="61920" cy="62280"/>
                </a:xfrm>
              </p:grpSpPr>
              <p:sp>
                <p:nvSpPr>
                  <p:cNvPr id="78" name="Google Shape;237;p11"/>
                  <p:cNvSpPr/>
                  <p:nvPr/>
                </p:nvSpPr>
                <p:spPr>
                  <a:xfrm>
                    <a:off x="7842960" y="1024560"/>
                    <a:ext cx="61920" cy="62280"/>
                  </a:xfrm>
                  <a:custGeom>
                    <a:avLst/>
                    <a:gdLst>
                      <a:gd name="textAreaLeft" fmla="*/ 0 w 61920"/>
                      <a:gd name="textAreaRight" fmla="*/ 62280 w 61920"/>
                      <a:gd name="textAreaTop" fmla="*/ 0 h 62280"/>
                      <a:gd name="textAreaBottom" fmla="*/ 62640 h 62280"/>
                    </a:gdLst>
                    <a:ahLst/>
                    <a:cxnLst/>
                    <a:rect l="textAreaLeft" t="textAreaTop" r="textAreaRight" b="textAreaBottom"/>
                    <a:pathLst>
                      <a:path w="98773" h="98921">
                        <a:moveTo>
                          <a:pt x="40717" y="72440"/>
                        </a:moveTo>
                        <a:lnTo>
                          <a:pt x="72244" y="40912"/>
                        </a:lnTo>
                        <a:cubicBezTo>
                          <a:pt x="74149" y="39007"/>
                          <a:pt x="76721" y="38054"/>
                          <a:pt x="79388" y="38054"/>
                        </a:cubicBezTo>
                        <a:cubicBezTo>
                          <a:pt x="84341" y="38150"/>
                          <a:pt x="89389" y="36340"/>
                          <a:pt x="93199" y="32530"/>
                        </a:cubicBezTo>
                        <a:cubicBezTo>
                          <a:pt x="98247" y="27482"/>
                          <a:pt x="99866" y="20243"/>
                          <a:pt x="98057" y="13766"/>
                        </a:cubicBezTo>
                        <a:lnTo>
                          <a:pt x="88722" y="23100"/>
                        </a:lnTo>
                        <a:lnTo>
                          <a:pt x="78435" y="20338"/>
                        </a:lnTo>
                        <a:lnTo>
                          <a:pt x="75673" y="10051"/>
                        </a:lnTo>
                        <a:lnTo>
                          <a:pt x="85007" y="716"/>
                        </a:lnTo>
                        <a:cubicBezTo>
                          <a:pt x="78626" y="-1093"/>
                          <a:pt x="71482" y="526"/>
                          <a:pt x="66434" y="5574"/>
                        </a:cubicBezTo>
                        <a:cubicBezTo>
                          <a:pt x="62624" y="9384"/>
                          <a:pt x="60814" y="14432"/>
                          <a:pt x="60909" y="19385"/>
                        </a:cubicBezTo>
                        <a:cubicBezTo>
                          <a:pt x="60909" y="22052"/>
                          <a:pt x="59957" y="24624"/>
                          <a:pt x="58052" y="26529"/>
                        </a:cubicBezTo>
                        <a:lnTo>
                          <a:pt x="26524" y="58057"/>
                        </a:lnTo>
                        <a:cubicBezTo>
                          <a:pt x="24619" y="59962"/>
                          <a:pt x="22047" y="60914"/>
                          <a:pt x="19380" y="60914"/>
                        </a:cubicBezTo>
                        <a:cubicBezTo>
                          <a:pt x="14427" y="60819"/>
                          <a:pt x="9379" y="62629"/>
                          <a:pt x="5569" y="66439"/>
                        </a:cubicBezTo>
                        <a:cubicBezTo>
                          <a:pt x="-2146" y="74154"/>
                          <a:pt x="-1861" y="86918"/>
                          <a:pt x="6522" y="94252"/>
                        </a:cubicBezTo>
                        <a:cubicBezTo>
                          <a:pt x="13761" y="100634"/>
                          <a:pt x="24905" y="100443"/>
                          <a:pt x="32048" y="93871"/>
                        </a:cubicBezTo>
                        <a:cubicBezTo>
                          <a:pt x="36239" y="89966"/>
                          <a:pt x="38240" y="84632"/>
                          <a:pt x="38145" y="79393"/>
                        </a:cubicBezTo>
                        <a:cubicBezTo>
                          <a:pt x="38145" y="76821"/>
                          <a:pt x="39097" y="74249"/>
                          <a:pt x="41002" y="72440"/>
                        </a:cubicBezTo>
                        <a:close/>
                        <a:moveTo>
                          <a:pt x="16618" y="87965"/>
                        </a:moveTo>
                        <a:lnTo>
                          <a:pt x="10713" y="82060"/>
                        </a:lnTo>
                        <a:lnTo>
                          <a:pt x="12903" y="73964"/>
                        </a:lnTo>
                        <a:lnTo>
                          <a:pt x="21000" y="71773"/>
                        </a:lnTo>
                        <a:lnTo>
                          <a:pt x="26905" y="77678"/>
                        </a:lnTo>
                        <a:lnTo>
                          <a:pt x="24714" y="85775"/>
                        </a:lnTo>
                        <a:lnTo>
                          <a:pt x="16618" y="8796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31320" bIns="31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9" name="Google Shape;238;p11"/>
                  <p:cNvSpPr/>
                  <p:nvPr/>
                </p:nvSpPr>
                <p:spPr>
                  <a:xfrm>
                    <a:off x="7868880" y="1051560"/>
                    <a:ext cx="9360" cy="9360"/>
                  </a:xfrm>
                  <a:custGeom>
                    <a:avLst/>
                    <a:gdLst>
                      <a:gd name="textAreaLeft" fmla="*/ 0 w 9360"/>
                      <a:gd name="textAreaRight" fmla="*/ 9720 w 9360"/>
                      <a:gd name="textAreaTop" fmla="*/ 0 h 9360"/>
                      <a:gd name="textAreaBottom" fmla="*/ 9720 h 9360"/>
                    </a:gdLst>
                    <a:ahLst/>
                    <a:cxnLst/>
                    <a:rect l="textAreaLeft" t="textAreaTop" r="textAreaRight" b="textAreaBottom"/>
                    <a:pathLst>
                      <a:path w="15573" h="15573">
                        <a:moveTo>
                          <a:pt x="786" y="14883"/>
                        </a:moveTo>
                        <a:lnTo>
                          <a:pt x="786" y="14883"/>
                        </a:lnTo>
                        <a:cubicBezTo>
                          <a:pt x="-262" y="13835"/>
                          <a:pt x="-262" y="12025"/>
                          <a:pt x="786" y="10882"/>
                        </a:cubicBezTo>
                        <a:lnTo>
                          <a:pt x="10882" y="786"/>
                        </a:lnTo>
                        <a:cubicBezTo>
                          <a:pt x="11930" y="-262"/>
                          <a:pt x="13740" y="-262"/>
                          <a:pt x="14788" y="786"/>
                        </a:cubicBezTo>
                        <a:lnTo>
                          <a:pt x="14788" y="786"/>
                        </a:lnTo>
                        <a:cubicBezTo>
                          <a:pt x="15835" y="1834"/>
                          <a:pt x="15835" y="3643"/>
                          <a:pt x="14788" y="4691"/>
                        </a:cubicBezTo>
                        <a:lnTo>
                          <a:pt x="4691" y="14788"/>
                        </a:lnTo>
                        <a:cubicBezTo>
                          <a:pt x="3643" y="15835"/>
                          <a:pt x="1834" y="15835"/>
                          <a:pt x="690" y="14788"/>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lt1"/>
        </a:solidFill>
        <a:effectLst/>
      </p:bgPr>
    </p:bg>
    <p:spTree>
      <p:nvGrpSpPr>
        <p:cNvPr id="1" name=""/>
        <p:cNvGrpSpPr/>
        <p:nvPr/>
      </p:nvGrpSpPr>
      <p:grpSpPr>
        <a:xfrm>
          <a:off x="0" y="0"/>
          <a:ext cx="0" cy="0"/>
          <a:chOff x="0" y="0"/>
          <a:chExt cx="0" cy="0"/>
        </a:xfrm>
      </p:grpSpPr>
      <p:sp>
        <p:nvSpPr>
          <p:cNvPr id="80"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81" name="PlaceHolder 2"/>
          <p:cNvSpPr>
            <a:spLocks noGrp="1"/>
          </p:cNvSpPr>
          <p:nvPr>
            <p:ph type="title"/>
          </p:nvPr>
        </p:nvSpPr>
        <p:spPr>
          <a:xfrm>
            <a:off x="1100880" y="1203480"/>
            <a:ext cx="734400" cy="572400"/>
          </a:xfrm>
          <a:prstGeom prst="rect">
            <a:avLst/>
          </a:prstGeom>
          <a:noFill/>
          <a:ln w="0">
            <a:noFill/>
          </a:ln>
        </p:spPr>
        <p:txBody>
          <a:bodyPr lIns="91440" tIns="91440" rIns="91440" bIns="91440" anchor="b">
            <a:noAutofit/>
          </a:bodyPr>
          <a:lstStyle/>
          <a:p>
            <a:pPr indent="0">
              <a:lnSpc>
                <a:spcPct val="100000"/>
              </a:lnSpc>
              <a:buNone/>
            </a:pPr>
            <a:r>
              <a:rPr lang="fr-FR" sz="3000" b="1" u="none" strike="noStrike">
                <a:solidFill>
                  <a:schemeClr val="dk1"/>
                </a:solidFill>
                <a:effectLst/>
                <a:uFillTx/>
                <a:latin typeface="Epilogue"/>
                <a:ea typeface="Epilogue"/>
              </a:rPr>
              <a:t>xx%</a:t>
            </a:r>
            <a:endParaRPr lang="fr-FR" sz="3000" b="0" u="none" strike="noStrike">
              <a:solidFill>
                <a:schemeClr val="dk1"/>
              </a:solidFill>
              <a:effectLst/>
              <a:uFillTx/>
              <a:latin typeface="Arial"/>
            </a:endParaRPr>
          </a:p>
        </p:txBody>
      </p:sp>
      <p:sp>
        <p:nvSpPr>
          <p:cNvPr id="82" name="PlaceHolder 3"/>
          <p:cNvSpPr>
            <a:spLocks noGrp="1"/>
          </p:cNvSpPr>
          <p:nvPr>
            <p:ph type="title"/>
          </p:nvPr>
        </p:nvSpPr>
        <p:spPr>
          <a:xfrm>
            <a:off x="1100880" y="2789280"/>
            <a:ext cx="734400" cy="572400"/>
          </a:xfrm>
          <a:prstGeom prst="rect">
            <a:avLst/>
          </a:prstGeom>
          <a:noFill/>
          <a:ln w="0">
            <a:noFill/>
          </a:ln>
        </p:spPr>
        <p:txBody>
          <a:bodyPr lIns="91440" tIns="91440" rIns="91440" bIns="91440" anchor="b">
            <a:noAutofit/>
          </a:bodyPr>
          <a:lstStyle/>
          <a:p>
            <a:pPr indent="0">
              <a:lnSpc>
                <a:spcPct val="100000"/>
              </a:lnSpc>
              <a:buNone/>
            </a:pPr>
            <a:r>
              <a:rPr lang="fr-FR" sz="3000" b="1" u="none" strike="noStrike">
                <a:solidFill>
                  <a:schemeClr val="dk1"/>
                </a:solidFill>
                <a:effectLst/>
                <a:uFillTx/>
                <a:latin typeface="Epilogue"/>
                <a:ea typeface="Epilogue"/>
              </a:rPr>
              <a:t>xx%</a:t>
            </a:r>
            <a:endParaRPr lang="fr-FR" sz="3000" b="0" u="none" strike="noStrike">
              <a:solidFill>
                <a:schemeClr val="dk1"/>
              </a:solidFill>
              <a:effectLst/>
              <a:uFillTx/>
              <a:latin typeface="Arial"/>
            </a:endParaRPr>
          </a:p>
        </p:txBody>
      </p:sp>
      <p:sp>
        <p:nvSpPr>
          <p:cNvPr id="83" name="PlaceHolder 4"/>
          <p:cNvSpPr>
            <a:spLocks noGrp="1"/>
          </p:cNvSpPr>
          <p:nvPr>
            <p:ph type="title"/>
          </p:nvPr>
        </p:nvSpPr>
        <p:spPr>
          <a:xfrm>
            <a:off x="3419280" y="1203480"/>
            <a:ext cx="734400" cy="572400"/>
          </a:xfrm>
          <a:prstGeom prst="rect">
            <a:avLst/>
          </a:prstGeom>
          <a:noFill/>
          <a:ln w="0">
            <a:noFill/>
          </a:ln>
        </p:spPr>
        <p:txBody>
          <a:bodyPr lIns="91440" tIns="91440" rIns="91440" bIns="91440" anchor="b">
            <a:noAutofit/>
          </a:bodyPr>
          <a:lstStyle/>
          <a:p>
            <a:pPr indent="0">
              <a:lnSpc>
                <a:spcPct val="100000"/>
              </a:lnSpc>
              <a:buNone/>
            </a:pPr>
            <a:r>
              <a:rPr lang="fr-FR" sz="3000" b="1" u="none" strike="noStrike">
                <a:solidFill>
                  <a:schemeClr val="dk1"/>
                </a:solidFill>
                <a:effectLst/>
                <a:uFillTx/>
                <a:latin typeface="Epilogue"/>
                <a:ea typeface="Epilogue"/>
              </a:rPr>
              <a:t>xx%</a:t>
            </a:r>
            <a:endParaRPr lang="fr-FR" sz="3000" b="0" u="none" strike="noStrike">
              <a:solidFill>
                <a:schemeClr val="dk1"/>
              </a:solidFill>
              <a:effectLst/>
              <a:uFillTx/>
              <a:latin typeface="Arial"/>
            </a:endParaRPr>
          </a:p>
        </p:txBody>
      </p:sp>
      <p:sp>
        <p:nvSpPr>
          <p:cNvPr id="84" name="PlaceHolder 5"/>
          <p:cNvSpPr>
            <a:spLocks noGrp="1"/>
          </p:cNvSpPr>
          <p:nvPr>
            <p:ph type="title"/>
          </p:nvPr>
        </p:nvSpPr>
        <p:spPr>
          <a:xfrm>
            <a:off x="3419280" y="2789280"/>
            <a:ext cx="734400" cy="572400"/>
          </a:xfrm>
          <a:prstGeom prst="rect">
            <a:avLst/>
          </a:prstGeom>
          <a:noFill/>
          <a:ln w="0">
            <a:noFill/>
          </a:ln>
        </p:spPr>
        <p:txBody>
          <a:bodyPr lIns="91440" tIns="91440" rIns="91440" bIns="91440" anchor="b">
            <a:noAutofit/>
          </a:bodyPr>
          <a:lstStyle/>
          <a:p>
            <a:pPr indent="0">
              <a:lnSpc>
                <a:spcPct val="100000"/>
              </a:lnSpc>
              <a:buNone/>
            </a:pPr>
            <a:r>
              <a:rPr lang="fr-FR" sz="3000" b="1" u="none" strike="noStrike">
                <a:solidFill>
                  <a:schemeClr val="dk1"/>
                </a:solidFill>
                <a:effectLst/>
                <a:uFillTx/>
                <a:latin typeface="Epilogue"/>
                <a:ea typeface="Epilogue"/>
              </a:rPr>
              <a:t>xx%</a:t>
            </a:r>
            <a:endParaRPr lang="fr-FR" sz="3000" b="0" u="none" strike="noStrike">
              <a:solidFill>
                <a:schemeClr val="dk1"/>
              </a:solidFill>
              <a:effectLst/>
              <a:uFillTx/>
              <a:latin typeface="Arial"/>
            </a:endParaRPr>
          </a:p>
        </p:txBody>
      </p:sp>
      <p:sp>
        <p:nvSpPr>
          <p:cNvPr id="85" name="PlaceHolder 6"/>
          <p:cNvSpPr>
            <a:spLocks noGrp="1"/>
          </p:cNvSpPr>
          <p:nvPr>
            <p:ph type="title"/>
          </p:nvPr>
        </p:nvSpPr>
        <p:spPr>
          <a:xfrm>
            <a:off x="5737680" y="1203480"/>
            <a:ext cx="734400" cy="572400"/>
          </a:xfrm>
          <a:prstGeom prst="rect">
            <a:avLst/>
          </a:prstGeom>
          <a:noFill/>
          <a:ln w="0">
            <a:noFill/>
          </a:ln>
        </p:spPr>
        <p:txBody>
          <a:bodyPr lIns="91440" tIns="91440" rIns="91440" bIns="91440" anchor="b">
            <a:noAutofit/>
          </a:bodyPr>
          <a:lstStyle/>
          <a:p>
            <a:pPr indent="0">
              <a:lnSpc>
                <a:spcPct val="100000"/>
              </a:lnSpc>
              <a:buNone/>
            </a:pPr>
            <a:r>
              <a:rPr lang="fr-FR" sz="3000" b="1" u="none" strike="noStrike">
                <a:solidFill>
                  <a:schemeClr val="dk1"/>
                </a:solidFill>
                <a:effectLst/>
                <a:uFillTx/>
                <a:latin typeface="Epilogue"/>
                <a:ea typeface="Epilogue"/>
              </a:rPr>
              <a:t>xx%</a:t>
            </a:r>
            <a:endParaRPr lang="fr-FR" sz="3000" b="0" u="none" strike="noStrike">
              <a:solidFill>
                <a:schemeClr val="dk1"/>
              </a:solidFill>
              <a:effectLst/>
              <a:uFillTx/>
              <a:latin typeface="Arial"/>
            </a:endParaRPr>
          </a:p>
        </p:txBody>
      </p:sp>
      <p:sp>
        <p:nvSpPr>
          <p:cNvPr id="86" name="PlaceHolder 7"/>
          <p:cNvSpPr>
            <a:spLocks noGrp="1"/>
          </p:cNvSpPr>
          <p:nvPr>
            <p:ph type="title"/>
          </p:nvPr>
        </p:nvSpPr>
        <p:spPr>
          <a:xfrm>
            <a:off x="5737680" y="2789280"/>
            <a:ext cx="734400" cy="572400"/>
          </a:xfrm>
          <a:prstGeom prst="rect">
            <a:avLst/>
          </a:prstGeom>
          <a:noFill/>
          <a:ln w="0">
            <a:noFill/>
          </a:ln>
        </p:spPr>
        <p:txBody>
          <a:bodyPr lIns="91440" tIns="91440" rIns="91440" bIns="91440" anchor="b">
            <a:noAutofit/>
          </a:bodyPr>
          <a:lstStyle/>
          <a:p>
            <a:pPr indent="0">
              <a:lnSpc>
                <a:spcPct val="100000"/>
              </a:lnSpc>
              <a:buNone/>
            </a:pPr>
            <a:r>
              <a:rPr lang="fr-FR" sz="3000" b="1" u="none" strike="noStrike">
                <a:solidFill>
                  <a:schemeClr val="dk1"/>
                </a:solidFill>
                <a:effectLst/>
                <a:uFillTx/>
                <a:latin typeface="Epilogue"/>
                <a:ea typeface="Epilogue"/>
              </a:rPr>
              <a:t>xx%</a:t>
            </a:r>
            <a:endParaRPr lang="fr-FR" sz="3000" b="0" u="none" strike="noStrike">
              <a:solidFill>
                <a:schemeClr val="dk1"/>
              </a:solidFill>
              <a:effectLst/>
              <a:uFillTx/>
              <a:latin typeface="Arial"/>
            </a:endParaRPr>
          </a:p>
        </p:txBody>
      </p:sp>
      <p:sp>
        <p:nvSpPr>
          <p:cNvPr id="87" name="Google Shape;254;p13"/>
          <p:cNvSpPr/>
          <p:nvPr/>
        </p:nvSpPr>
        <p:spPr>
          <a:xfrm rot="8820000" flipH="1">
            <a:off x="7035120" y="3934080"/>
            <a:ext cx="3158280" cy="2509200"/>
          </a:xfrm>
          <a:custGeom>
            <a:avLst/>
            <a:gdLst>
              <a:gd name="textAreaLeft" fmla="*/ -360 w 3158280"/>
              <a:gd name="textAreaRight" fmla="*/ 3158280 w 3158280"/>
              <a:gd name="textAreaTop" fmla="*/ 0 h 2509200"/>
              <a:gd name="textAreaBottom" fmla="*/ 2509560 h 250920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 name="Google Shape;255;p13"/>
          <p:cNvSpPr/>
          <p:nvPr/>
        </p:nvSpPr>
        <p:spPr>
          <a:xfrm rot="17943000" flipH="1">
            <a:off x="-1336680" y="-858960"/>
            <a:ext cx="2745360" cy="1921320"/>
          </a:xfrm>
          <a:custGeom>
            <a:avLst/>
            <a:gdLst>
              <a:gd name="textAreaLeft" fmla="*/ 360 w 2745360"/>
              <a:gd name="textAreaRight" fmla="*/ 2746080 w 2745360"/>
              <a:gd name="textAreaTop" fmla="*/ 0 h 1921320"/>
              <a:gd name="textAreaBottom" fmla="*/ 1921680 h 19213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89" name="Google Shape;256;p13"/>
          <p:cNvGrpSpPr/>
          <p:nvPr/>
        </p:nvGrpSpPr>
        <p:grpSpPr>
          <a:xfrm>
            <a:off x="8115120" y="266760"/>
            <a:ext cx="829800" cy="750600"/>
            <a:chOff x="8115120" y="266760"/>
            <a:chExt cx="829800" cy="750600"/>
          </a:xfrm>
        </p:grpSpPr>
        <p:grpSp>
          <p:nvGrpSpPr>
            <p:cNvPr id="90" name="Google Shape;257;p13"/>
            <p:cNvGrpSpPr/>
            <p:nvPr/>
          </p:nvGrpSpPr>
          <p:grpSpPr>
            <a:xfrm>
              <a:off x="8115120" y="266760"/>
              <a:ext cx="829800" cy="750600"/>
              <a:chOff x="8115120" y="266760"/>
              <a:chExt cx="829800" cy="750600"/>
            </a:xfrm>
          </p:grpSpPr>
          <p:sp>
            <p:nvSpPr>
              <p:cNvPr id="91" name="Google Shape;258;p13"/>
              <p:cNvSpPr/>
              <p:nvPr/>
            </p:nvSpPr>
            <p:spPr>
              <a:xfrm>
                <a:off x="8115120" y="266760"/>
                <a:ext cx="829800" cy="750600"/>
              </a:xfrm>
              <a:custGeom>
                <a:avLst/>
                <a:gdLst>
                  <a:gd name="textAreaLeft" fmla="*/ 0 w 829800"/>
                  <a:gd name="textAreaRight" fmla="*/ 830160 w 829800"/>
                  <a:gd name="textAreaTop" fmla="*/ 0 h 750600"/>
                  <a:gd name="textAreaBottom" fmla="*/ 750960 h 750600"/>
                </a:gdLst>
                <a:ahLst/>
                <a:cxnLst/>
                <a:rect l="textAreaLeft" t="textAreaTop" r="textAreaRight" b="textAreaBottom"/>
                <a:pathLst>
                  <a:path w="598074" h="541115">
                    <a:moveTo>
                      <a:pt x="557022" y="0"/>
                    </a:moveTo>
                    <a:cubicBezTo>
                      <a:pt x="579695" y="0"/>
                      <a:pt x="598075" y="18380"/>
                      <a:pt x="598075" y="41053"/>
                    </a:cubicBezTo>
                    <a:lnTo>
                      <a:pt x="598075" y="500063"/>
                    </a:lnTo>
                    <a:cubicBezTo>
                      <a:pt x="598075" y="522735"/>
                      <a:pt x="579695" y="541115"/>
                      <a:pt x="557022" y="541115"/>
                    </a:cubicBezTo>
                    <a:lnTo>
                      <a:pt x="41053" y="541115"/>
                    </a:lnTo>
                    <a:cubicBezTo>
                      <a:pt x="18380" y="541115"/>
                      <a:pt x="0" y="522735"/>
                      <a:pt x="0" y="500063"/>
                    </a:cubicBezTo>
                    <a:lnTo>
                      <a:pt x="0" y="41053"/>
                    </a:lnTo>
                    <a:cubicBezTo>
                      <a:pt x="0" y="18380"/>
                      <a:pt x="18380" y="0"/>
                      <a:pt x="4105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92" name="Google Shape;259;p13"/>
              <p:cNvGrpSpPr/>
              <p:nvPr/>
            </p:nvGrpSpPr>
            <p:grpSpPr>
              <a:xfrm>
                <a:off x="8655480" y="309960"/>
                <a:ext cx="228240" cy="57240"/>
                <a:chOff x="8655480" y="309960"/>
                <a:chExt cx="228240" cy="57240"/>
              </a:xfrm>
            </p:grpSpPr>
            <p:sp>
              <p:nvSpPr>
                <p:cNvPr id="93" name="Google Shape;260;p13"/>
                <p:cNvSpPr/>
                <p:nvPr/>
              </p:nvSpPr>
              <p:spPr>
                <a:xfrm>
                  <a:off x="8826480" y="309960"/>
                  <a:ext cx="57240" cy="57240"/>
                </a:xfrm>
                <a:custGeom>
                  <a:avLst/>
                  <a:gdLst>
                    <a:gd name="textAreaLeft" fmla="*/ 0 w 57240"/>
                    <a:gd name="textAreaRight" fmla="*/ 5760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 name="Google Shape;261;p13"/>
                <p:cNvSpPr/>
                <p:nvPr/>
              </p:nvSpPr>
              <p:spPr>
                <a:xfrm>
                  <a:off x="8741160" y="309960"/>
                  <a:ext cx="57240" cy="57240"/>
                </a:xfrm>
                <a:custGeom>
                  <a:avLst/>
                  <a:gdLst>
                    <a:gd name="textAreaLeft" fmla="*/ 0 w 57240"/>
                    <a:gd name="textAreaRight" fmla="*/ 5760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 name="Google Shape;262;p13"/>
                <p:cNvSpPr/>
                <p:nvPr/>
              </p:nvSpPr>
              <p:spPr>
                <a:xfrm>
                  <a:off x="8655480" y="309960"/>
                  <a:ext cx="57240" cy="57240"/>
                </a:xfrm>
                <a:custGeom>
                  <a:avLst/>
                  <a:gdLst>
                    <a:gd name="textAreaLeft" fmla="*/ 0 w 57240"/>
                    <a:gd name="textAreaRight" fmla="*/ 5760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96" name="Google Shape;263;p13"/>
            <p:cNvGrpSpPr/>
            <p:nvPr/>
          </p:nvGrpSpPr>
          <p:grpSpPr>
            <a:xfrm>
              <a:off x="8207280" y="495720"/>
              <a:ext cx="652680" cy="336960"/>
              <a:chOff x="8207280" y="495720"/>
              <a:chExt cx="652680" cy="336960"/>
            </a:xfrm>
          </p:grpSpPr>
          <p:sp>
            <p:nvSpPr>
              <p:cNvPr id="97" name="Google Shape;264;p13"/>
              <p:cNvSpPr/>
              <p:nvPr/>
            </p:nvSpPr>
            <p:spPr>
              <a:xfrm>
                <a:off x="8207280" y="508320"/>
                <a:ext cx="302760" cy="302400"/>
              </a:xfrm>
              <a:custGeom>
                <a:avLst/>
                <a:gdLst>
                  <a:gd name="textAreaLeft" fmla="*/ 0 w 302760"/>
                  <a:gd name="textAreaRight" fmla="*/ 303120 w 302760"/>
                  <a:gd name="textAreaTop" fmla="*/ 0 h 302400"/>
                  <a:gd name="textAreaBottom" fmla="*/ 302760 h 302400"/>
                </a:gdLst>
                <a:ahLst/>
                <a:cxnLst/>
                <a:rect l="textAreaLeft" t="textAreaTop" r="textAreaRight" b="textAreaBottom"/>
                <a:pathLst>
                  <a:path w="218503" h="218217">
                    <a:moveTo>
                      <a:pt x="216598" y="129540"/>
                    </a:moveTo>
                    <a:cubicBezTo>
                      <a:pt x="217837" y="122968"/>
                      <a:pt x="218504" y="116110"/>
                      <a:pt x="218504" y="109156"/>
                    </a:cubicBezTo>
                    <a:cubicBezTo>
                      <a:pt x="218504" y="102203"/>
                      <a:pt x="217837" y="95440"/>
                      <a:pt x="216598" y="88773"/>
                    </a:cubicBezTo>
                    <a:lnTo>
                      <a:pt x="181261" y="88773"/>
                    </a:lnTo>
                    <a:cubicBezTo>
                      <a:pt x="179641" y="83058"/>
                      <a:pt x="177451" y="77724"/>
                      <a:pt x="174593" y="72676"/>
                    </a:cubicBezTo>
                    <a:lnTo>
                      <a:pt x="199549" y="47720"/>
                    </a:lnTo>
                    <a:cubicBezTo>
                      <a:pt x="191834" y="36385"/>
                      <a:pt x="182118" y="26670"/>
                      <a:pt x="170783" y="18955"/>
                    </a:cubicBezTo>
                    <a:lnTo>
                      <a:pt x="145732" y="44005"/>
                    </a:lnTo>
                    <a:cubicBezTo>
                      <a:pt x="140684" y="41148"/>
                      <a:pt x="135255" y="38957"/>
                      <a:pt x="129635" y="37338"/>
                    </a:cubicBezTo>
                    <a:lnTo>
                      <a:pt x="129635" y="1905"/>
                    </a:lnTo>
                    <a:cubicBezTo>
                      <a:pt x="123063" y="667"/>
                      <a:pt x="116205" y="0"/>
                      <a:pt x="109252" y="0"/>
                    </a:cubicBezTo>
                    <a:cubicBezTo>
                      <a:pt x="102298" y="0"/>
                      <a:pt x="95536" y="667"/>
                      <a:pt x="88868" y="1905"/>
                    </a:cubicBezTo>
                    <a:lnTo>
                      <a:pt x="88868" y="37338"/>
                    </a:lnTo>
                    <a:cubicBezTo>
                      <a:pt x="83154" y="38957"/>
                      <a:pt x="77819" y="41148"/>
                      <a:pt x="72771" y="44005"/>
                    </a:cubicBezTo>
                    <a:lnTo>
                      <a:pt x="47720" y="18955"/>
                    </a:lnTo>
                    <a:cubicBezTo>
                      <a:pt x="36386" y="26670"/>
                      <a:pt x="26670" y="36481"/>
                      <a:pt x="18955" y="47720"/>
                    </a:cubicBezTo>
                    <a:lnTo>
                      <a:pt x="43910" y="72676"/>
                    </a:lnTo>
                    <a:cubicBezTo>
                      <a:pt x="41053" y="77724"/>
                      <a:pt x="38862" y="83153"/>
                      <a:pt x="37243" y="88773"/>
                    </a:cubicBezTo>
                    <a:lnTo>
                      <a:pt x="1905" y="88773"/>
                    </a:lnTo>
                    <a:cubicBezTo>
                      <a:pt x="667" y="95345"/>
                      <a:pt x="0" y="102203"/>
                      <a:pt x="0" y="109156"/>
                    </a:cubicBezTo>
                    <a:cubicBezTo>
                      <a:pt x="0" y="116110"/>
                      <a:pt x="667" y="122873"/>
                      <a:pt x="1905" y="129540"/>
                    </a:cubicBezTo>
                    <a:lnTo>
                      <a:pt x="37243" y="129540"/>
                    </a:lnTo>
                    <a:cubicBezTo>
                      <a:pt x="38862" y="135255"/>
                      <a:pt x="41053" y="140589"/>
                      <a:pt x="43910" y="145637"/>
                    </a:cubicBezTo>
                    <a:lnTo>
                      <a:pt x="18955" y="170593"/>
                    </a:lnTo>
                    <a:cubicBezTo>
                      <a:pt x="26670" y="181928"/>
                      <a:pt x="36386" y="191643"/>
                      <a:pt x="47720" y="199358"/>
                    </a:cubicBezTo>
                    <a:lnTo>
                      <a:pt x="72771" y="174308"/>
                    </a:lnTo>
                    <a:cubicBezTo>
                      <a:pt x="77819" y="177165"/>
                      <a:pt x="83248" y="179356"/>
                      <a:pt x="88868" y="180975"/>
                    </a:cubicBezTo>
                    <a:lnTo>
                      <a:pt x="88868" y="216313"/>
                    </a:lnTo>
                    <a:cubicBezTo>
                      <a:pt x="95441" y="217551"/>
                      <a:pt x="102298" y="218218"/>
                      <a:pt x="109252" y="218218"/>
                    </a:cubicBezTo>
                    <a:cubicBezTo>
                      <a:pt x="116205" y="218218"/>
                      <a:pt x="122968" y="217551"/>
                      <a:pt x="129635" y="216313"/>
                    </a:cubicBezTo>
                    <a:lnTo>
                      <a:pt x="129635" y="180975"/>
                    </a:lnTo>
                    <a:cubicBezTo>
                      <a:pt x="135350" y="179356"/>
                      <a:pt x="140684" y="177070"/>
                      <a:pt x="145732" y="174308"/>
                    </a:cubicBezTo>
                    <a:lnTo>
                      <a:pt x="170783" y="199358"/>
                    </a:lnTo>
                    <a:cubicBezTo>
                      <a:pt x="182118" y="191643"/>
                      <a:pt x="191834" y="181928"/>
                      <a:pt x="199549" y="170593"/>
                    </a:cubicBezTo>
                    <a:lnTo>
                      <a:pt x="174593" y="145542"/>
                    </a:lnTo>
                    <a:cubicBezTo>
                      <a:pt x="177451" y="140494"/>
                      <a:pt x="179641" y="135064"/>
                      <a:pt x="181261" y="129445"/>
                    </a:cubicBezTo>
                    <a:lnTo>
                      <a:pt x="216598" y="129445"/>
                    </a:lnTo>
                    <a:close/>
                    <a:moveTo>
                      <a:pt x="109252" y="131255"/>
                    </a:moveTo>
                    <a:cubicBezTo>
                      <a:pt x="97060" y="131255"/>
                      <a:pt x="87249" y="121349"/>
                      <a:pt x="87249" y="109252"/>
                    </a:cubicBezTo>
                    <a:cubicBezTo>
                      <a:pt x="87249" y="97155"/>
                      <a:pt x="97155" y="87249"/>
                      <a:pt x="109252" y="87249"/>
                    </a:cubicBezTo>
                    <a:cubicBezTo>
                      <a:pt x="121348" y="87249"/>
                      <a:pt x="131255" y="97155"/>
                      <a:pt x="131255" y="109252"/>
                    </a:cubicBezTo>
                    <a:cubicBezTo>
                      <a:pt x="131255" y="121349"/>
                      <a:pt x="121348" y="131255"/>
                      <a:pt x="109252" y="13125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98" name="Google Shape;265;p13"/>
              <p:cNvGrpSpPr/>
              <p:nvPr/>
            </p:nvGrpSpPr>
            <p:grpSpPr>
              <a:xfrm>
                <a:off x="8563320" y="495720"/>
                <a:ext cx="296640" cy="336960"/>
                <a:chOff x="8563320" y="495720"/>
                <a:chExt cx="296640" cy="336960"/>
              </a:xfrm>
            </p:grpSpPr>
            <p:grpSp>
              <p:nvGrpSpPr>
                <p:cNvPr id="99" name="Google Shape;266;p13"/>
                <p:cNvGrpSpPr/>
                <p:nvPr/>
              </p:nvGrpSpPr>
              <p:grpSpPr>
                <a:xfrm>
                  <a:off x="8563320" y="704880"/>
                  <a:ext cx="296640" cy="127800"/>
                  <a:chOff x="8563320" y="704880"/>
                  <a:chExt cx="296640" cy="127800"/>
                </a:xfrm>
              </p:grpSpPr>
              <p:sp>
                <p:nvSpPr>
                  <p:cNvPr id="100" name="Google Shape;267;p13"/>
                  <p:cNvSpPr/>
                  <p:nvPr/>
                </p:nvSpPr>
                <p:spPr>
                  <a:xfrm>
                    <a:off x="8563320" y="731880"/>
                    <a:ext cx="296640" cy="100800"/>
                  </a:xfrm>
                  <a:custGeom>
                    <a:avLst/>
                    <a:gdLst>
                      <a:gd name="textAreaLeft" fmla="*/ 0 w 296640"/>
                      <a:gd name="textAreaRight" fmla="*/ 29700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1" name="Google Shape;268;p13"/>
                  <p:cNvSpPr/>
                  <p:nvPr/>
                </p:nvSpPr>
                <p:spPr>
                  <a:xfrm>
                    <a:off x="8563320" y="704880"/>
                    <a:ext cx="296640" cy="53640"/>
                  </a:xfrm>
                  <a:custGeom>
                    <a:avLst/>
                    <a:gdLst>
                      <a:gd name="textAreaLeft" fmla="*/ 0 w 296640"/>
                      <a:gd name="textAreaRight" fmla="*/ 29700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2" name="Google Shape;269;p13"/>
                <p:cNvGrpSpPr/>
                <p:nvPr/>
              </p:nvGrpSpPr>
              <p:grpSpPr>
                <a:xfrm>
                  <a:off x="8563320" y="600480"/>
                  <a:ext cx="296640" cy="127800"/>
                  <a:chOff x="8563320" y="600480"/>
                  <a:chExt cx="296640" cy="127800"/>
                </a:xfrm>
              </p:grpSpPr>
              <p:sp>
                <p:nvSpPr>
                  <p:cNvPr id="103" name="Google Shape;270;p13"/>
                  <p:cNvSpPr/>
                  <p:nvPr/>
                </p:nvSpPr>
                <p:spPr>
                  <a:xfrm>
                    <a:off x="8563320" y="627480"/>
                    <a:ext cx="296640" cy="100800"/>
                  </a:xfrm>
                  <a:custGeom>
                    <a:avLst/>
                    <a:gdLst>
                      <a:gd name="textAreaLeft" fmla="*/ 0 w 296640"/>
                      <a:gd name="textAreaRight" fmla="*/ 29700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 name="Google Shape;271;p13"/>
                  <p:cNvSpPr/>
                  <p:nvPr/>
                </p:nvSpPr>
                <p:spPr>
                  <a:xfrm>
                    <a:off x="8563320" y="600480"/>
                    <a:ext cx="296640" cy="53640"/>
                  </a:xfrm>
                  <a:custGeom>
                    <a:avLst/>
                    <a:gdLst>
                      <a:gd name="textAreaLeft" fmla="*/ 0 w 296640"/>
                      <a:gd name="textAreaRight" fmla="*/ 29700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5" name="Google Shape;272;p13"/>
                <p:cNvGrpSpPr/>
                <p:nvPr/>
              </p:nvGrpSpPr>
              <p:grpSpPr>
                <a:xfrm>
                  <a:off x="8563320" y="495720"/>
                  <a:ext cx="296640" cy="127800"/>
                  <a:chOff x="8563320" y="495720"/>
                  <a:chExt cx="296640" cy="127800"/>
                </a:xfrm>
              </p:grpSpPr>
              <p:sp>
                <p:nvSpPr>
                  <p:cNvPr id="106" name="Google Shape;273;p13"/>
                  <p:cNvSpPr/>
                  <p:nvPr/>
                </p:nvSpPr>
                <p:spPr>
                  <a:xfrm>
                    <a:off x="8563320" y="522720"/>
                    <a:ext cx="296640" cy="100800"/>
                  </a:xfrm>
                  <a:custGeom>
                    <a:avLst/>
                    <a:gdLst>
                      <a:gd name="textAreaLeft" fmla="*/ 0 w 296640"/>
                      <a:gd name="textAreaRight" fmla="*/ 29700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8"/>
                          <a:pt x="47911" y="72866"/>
                          <a:pt x="106966" y="72866"/>
                        </a:cubicBezTo>
                        <a:cubicBezTo>
                          <a:pt x="166021" y="72866"/>
                          <a:pt x="213932" y="64198"/>
                          <a:pt x="213932" y="53435"/>
                        </a:cubicBezTo>
                        <a:lnTo>
                          <a:pt x="213932" y="0"/>
                        </a:ln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7" name="Google Shape;274;p13"/>
                  <p:cNvSpPr/>
                  <p:nvPr/>
                </p:nvSpPr>
                <p:spPr>
                  <a:xfrm>
                    <a:off x="8563320" y="495720"/>
                    <a:ext cx="296640" cy="53640"/>
                  </a:xfrm>
                  <a:custGeom>
                    <a:avLst/>
                    <a:gdLst>
                      <a:gd name="textAreaLeft" fmla="*/ 0 w 296640"/>
                      <a:gd name="textAreaRight" fmla="*/ 29700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grpSp>
      <p:sp>
        <p:nvSpPr>
          <p:cNvPr id="108" name="Google Shape;275;p13"/>
          <p:cNvSpPr/>
          <p:nvPr/>
        </p:nvSpPr>
        <p:spPr>
          <a:xfrm>
            <a:off x="63000" y="4828680"/>
            <a:ext cx="733680" cy="45000"/>
          </a:xfrm>
          <a:custGeom>
            <a:avLst/>
            <a:gdLst>
              <a:gd name="textAreaLeft" fmla="*/ 0 w 733680"/>
              <a:gd name="textAreaRight" fmla="*/ 734040 w 733680"/>
              <a:gd name="textAreaTop" fmla="*/ 0 h 45000"/>
              <a:gd name="textAreaBottom" fmla="*/ 45360 h 45000"/>
            </a:gdLst>
            <a:ahLst/>
            <a:cxnLst/>
            <a:rect l="textAreaLeft" t="textAreaTop" r="textAreaRight" b="textAreaBottom"/>
            <a:pathLst>
              <a:path w="824770" h="50863">
                <a:moveTo>
                  <a:pt x="799338" y="50863"/>
                </a:moveTo>
                <a:lnTo>
                  <a:pt x="25432" y="50863"/>
                </a:lnTo>
                <a:cubicBezTo>
                  <a:pt x="11430" y="50863"/>
                  <a:pt x="0" y="39433"/>
                  <a:pt x="0" y="25432"/>
                </a:cubicBezTo>
                <a:lnTo>
                  <a:pt x="0" y="25432"/>
                </a:lnTo>
                <a:cubicBezTo>
                  <a:pt x="0" y="11430"/>
                  <a:pt x="11430" y="0"/>
                  <a:pt x="25432" y="0"/>
                </a:cubicBezTo>
                <a:lnTo>
                  <a:pt x="799338" y="0"/>
                </a:lnTo>
                <a:cubicBezTo>
                  <a:pt x="813339" y="0"/>
                  <a:pt x="824770" y="11430"/>
                  <a:pt x="824770" y="25432"/>
                </a:cubicBezTo>
                <a:lnTo>
                  <a:pt x="824770" y="25432"/>
                </a:lnTo>
                <a:cubicBezTo>
                  <a:pt x="824770" y="39433"/>
                  <a:pt x="813339" y="50863"/>
                  <a:pt x="799338" y="50863"/>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09" name="Google Shape;276;p13"/>
          <p:cNvGrpSpPr/>
          <p:nvPr/>
        </p:nvGrpSpPr>
        <p:grpSpPr>
          <a:xfrm>
            <a:off x="103320" y="3891240"/>
            <a:ext cx="668160" cy="959400"/>
            <a:chOff x="103320" y="3891240"/>
            <a:chExt cx="668160" cy="959400"/>
          </a:xfrm>
        </p:grpSpPr>
        <p:grpSp>
          <p:nvGrpSpPr>
            <p:cNvPr id="110" name="Google Shape;277;p13"/>
            <p:cNvGrpSpPr/>
            <p:nvPr/>
          </p:nvGrpSpPr>
          <p:grpSpPr>
            <a:xfrm>
              <a:off x="103320" y="3891240"/>
              <a:ext cx="556920" cy="959400"/>
              <a:chOff x="103320" y="3891240"/>
              <a:chExt cx="556920" cy="959400"/>
            </a:xfrm>
          </p:grpSpPr>
          <p:grpSp>
            <p:nvGrpSpPr>
              <p:cNvPr id="111" name="Google Shape;278;p13"/>
              <p:cNvGrpSpPr/>
              <p:nvPr/>
            </p:nvGrpSpPr>
            <p:grpSpPr>
              <a:xfrm>
                <a:off x="444960" y="4033440"/>
                <a:ext cx="215280" cy="817200"/>
                <a:chOff x="444960" y="4033440"/>
                <a:chExt cx="215280" cy="817200"/>
              </a:xfrm>
            </p:grpSpPr>
            <p:sp>
              <p:nvSpPr>
                <p:cNvPr id="112" name="Google Shape;279;p13"/>
                <p:cNvSpPr/>
                <p:nvPr/>
              </p:nvSpPr>
              <p:spPr>
                <a:xfrm rot="21152400">
                  <a:off x="496800" y="4037040"/>
                  <a:ext cx="111240" cy="809640"/>
                </a:xfrm>
                <a:custGeom>
                  <a:avLst/>
                  <a:gdLst>
                    <a:gd name="textAreaLeft" fmla="*/ 0 w 111240"/>
                    <a:gd name="textAreaRight" fmla="*/ 111600 w 111240"/>
                    <a:gd name="textAreaTop" fmla="*/ 0 h 809640"/>
                    <a:gd name="textAreaBottom" fmla="*/ 810000 h 809640"/>
                  </a:gdLst>
                  <a:ahLst/>
                  <a:cxnLst/>
                  <a:rect l="textAreaLeft" t="textAreaTop" r="textAreaRight" b="textAreaBottom"/>
                  <a:pathLst>
                    <a:path w="125444" h="909637">
                      <a:moveTo>
                        <a:pt x="0" y="0"/>
                      </a:moveTo>
                      <a:lnTo>
                        <a:pt x="125445" y="0"/>
                      </a:lnTo>
                      <a:lnTo>
                        <a:pt x="125445" y="909637"/>
                      </a:lnTo>
                      <a:lnTo>
                        <a:pt x="0" y="909637"/>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3" name="Google Shape;280;p13"/>
                <p:cNvSpPr/>
                <p:nvPr/>
              </p:nvSpPr>
              <p:spPr>
                <a:xfrm>
                  <a:off x="488520" y="4073040"/>
                  <a:ext cx="37080" cy="37080"/>
                </a:xfrm>
                <a:custGeom>
                  <a:avLst/>
                  <a:gdLst>
                    <a:gd name="textAreaLeft" fmla="*/ 0 w 37080"/>
                    <a:gd name="textAreaRight" fmla="*/ 37440 w 37080"/>
                    <a:gd name="textAreaTop" fmla="*/ 0 h 37080"/>
                    <a:gd name="textAreaBottom" fmla="*/ 37440 h 37080"/>
                  </a:gdLst>
                  <a:ahLst/>
                  <a:cxnLst/>
                  <a:rect l="textAreaLeft" t="textAreaTop" r="textAreaRight" b="textAreaBottom"/>
                  <a:pathLst>
                    <a:path w="42088" h="42088">
                      <a:moveTo>
                        <a:pt x="41904" y="18282"/>
                      </a:moveTo>
                      <a:cubicBezTo>
                        <a:pt x="43428" y="29807"/>
                        <a:pt x="35331" y="40380"/>
                        <a:pt x="23806" y="41904"/>
                      </a:cubicBezTo>
                      <a:cubicBezTo>
                        <a:pt x="12281" y="43428"/>
                        <a:pt x="1709" y="35332"/>
                        <a:pt x="184" y="23806"/>
                      </a:cubicBezTo>
                      <a:cubicBezTo>
                        <a:pt x="-1340" y="12281"/>
                        <a:pt x="6756" y="1708"/>
                        <a:pt x="18282" y="184"/>
                      </a:cubicBezTo>
                      <a:cubicBezTo>
                        <a:pt x="29807" y="-1340"/>
                        <a:pt x="40380" y="6757"/>
                        <a:pt x="41904" y="18282"/>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8720" bIns="18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4" name="Google Shape;281;p13"/>
                <p:cNvSpPr/>
                <p:nvPr/>
              </p:nvSpPr>
              <p:spPr>
                <a:xfrm>
                  <a:off x="496440" y="4132800"/>
                  <a:ext cx="37080" cy="37080"/>
                </a:xfrm>
                <a:custGeom>
                  <a:avLst/>
                  <a:gdLst>
                    <a:gd name="textAreaLeft" fmla="*/ 0 w 37080"/>
                    <a:gd name="textAreaRight" fmla="*/ 37440 w 37080"/>
                    <a:gd name="textAreaTop" fmla="*/ 0 h 37080"/>
                    <a:gd name="textAreaBottom" fmla="*/ 37440 h 37080"/>
                  </a:gdLst>
                  <a:ahLst/>
                  <a:cxnLst/>
                  <a:rect l="textAreaLeft" t="textAreaTop" r="textAreaRight" b="textAreaBottom"/>
                  <a:pathLst>
                    <a:path w="42087" h="42087">
                      <a:moveTo>
                        <a:pt x="41904" y="18282"/>
                      </a:moveTo>
                      <a:cubicBezTo>
                        <a:pt x="43427" y="29807"/>
                        <a:pt x="35331" y="40380"/>
                        <a:pt x="23806" y="41904"/>
                      </a:cubicBezTo>
                      <a:cubicBezTo>
                        <a:pt x="12280" y="43428"/>
                        <a:pt x="1708" y="35332"/>
                        <a:pt x="184" y="23806"/>
                      </a:cubicBezTo>
                      <a:cubicBezTo>
                        <a:pt x="-1340" y="12281"/>
                        <a:pt x="6756" y="1708"/>
                        <a:pt x="18281" y="184"/>
                      </a:cubicBezTo>
                      <a:cubicBezTo>
                        <a:pt x="29807" y="-1340"/>
                        <a:pt x="40380" y="6757"/>
                        <a:pt x="41904" y="18282"/>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8720" bIns="18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15" name="Google Shape;282;p13"/>
                <p:cNvGrpSpPr/>
                <p:nvPr/>
              </p:nvGrpSpPr>
              <p:grpSpPr>
                <a:xfrm>
                  <a:off x="543600" y="4656600"/>
                  <a:ext cx="88560" cy="101520"/>
                  <a:chOff x="543600" y="4656600"/>
                  <a:chExt cx="88560" cy="101520"/>
                </a:xfrm>
              </p:grpSpPr>
              <p:sp>
                <p:nvSpPr>
                  <p:cNvPr id="116" name="Google Shape;283;p13"/>
                  <p:cNvSpPr/>
                  <p:nvPr/>
                </p:nvSpPr>
                <p:spPr>
                  <a:xfrm rot="21152400">
                    <a:off x="543960" y="4661280"/>
                    <a:ext cx="77760" cy="12960"/>
                  </a:xfrm>
                  <a:custGeom>
                    <a:avLst/>
                    <a:gdLst>
                      <a:gd name="textAreaLeft" fmla="*/ 0 w 77760"/>
                      <a:gd name="textAreaRight" fmla="*/ 78120 w 77760"/>
                      <a:gd name="textAreaTop" fmla="*/ 0 h 12960"/>
                      <a:gd name="textAreaBottom" fmla="*/ 13320 h 12960"/>
                    </a:gdLst>
                    <a:ahLst/>
                    <a:cxnLst/>
                    <a:rect l="textAreaLeft" t="textAreaTop" r="textAreaRight" b="textAreaBottom"/>
                    <a:pathLst>
                      <a:path w="87915" h="15049">
                        <a:moveTo>
                          <a:pt x="0" y="0"/>
                        </a:moveTo>
                        <a:lnTo>
                          <a:pt x="87916" y="0"/>
                        </a:lnTo>
                        <a:lnTo>
                          <a:pt x="87916" y="15049"/>
                        </a:lnTo>
                        <a:lnTo>
                          <a:pt x="0" y="15049"/>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 name="Google Shape;284;p13"/>
                  <p:cNvSpPr/>
                  <p:nvPr/>
                </p:nvSpPr>
                <p:spPr>
                  <a:xfrm rot="21152400">
                    <a:off x="547560" y="4686840"/>
                    <a:ext cx="77760" cy="12960"/>
                  </a:xfrm>
                  <a:custGeom>
                    <a:avLst/>
                    <a:gdLst>
                      <a:gd name="textAreaLeft" fmla="*/ 0 w 77760"/>
                      <a:gd name="textAreaRight" fmla="*/ 78120 w 77760"/>
                      <a:gd name="textAreaTop" fmla="*/ 0 h 12960"/>
                      <a:gd name="textAreaBottom" fmla="*/ 13320 h 12960"/>
                    </a:gdLst>
                    <a:ahLst/>
                    <a:cxnLst/>
                    <a:rect l="textAreaLeft" t="textAreaTop" r="textAreaRight" b="textAreaBottom"/>
                    <a:pathLst>
                      <a:path w="87915" h="15049">
                        <a:moveTo>
                          <a:pt x="0" y="0"/>
                        </a:moveTo>
                        <a:lnTo>
                          <a:pt x="87916" y="0"/>
                        </a:lnTo>
                        <a:lnTo>
                          <a:pt x="87916" y="15050"/>
                        </a:lnTo>
                        <a:lnTo>
                          <a:pt x="0" y="1505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 name="Google Shape;285;p13"/>
                  <p:cNvSpPr/>
                  <p:nvPr/>
                </p:nvSpPr>
                <p:spPr>
                  <a:xfrm rot="21152400">
                    <a:off x="550080" y="4714200"/>
                    <a:ext cx="77760" cy="12960"/>
                  </a:xfrm>
                  <a:custGeom>
                    <a:avLst/>
                    <a:gdLst>
                      <a:gd name="textAreaLeft" fmla="*/ 0 w 77760"/>
                      <a:gd name="textAreaRight" fmla="*/ 78120 w 77760"/>
                      <a:gd name="textAreaTop" fmla="*/ 0 h 12960"/>
                      <a:gd name="textAreaBottom" fmla="*/ 13320 h 12960"/>
                    </a:gdLst>
                    <a:ahLst/>
                    <a:cxnLst/>
                    <a:rect l="textAreaLeft" t="textAreaTop" r="textAreaRight" b="textAreaBottom"/>
                    <a:pathLst>
                      <a:path w="87915" h="15049">
                        <a:moveTo>
                          <a:pt x="0" y="0"/>
                        </a:moveTo>
                        <a:lnTo>
                          <a:pt x="87916" y="0"/>
                        </a:lnTo>
                        <a:lnTo>
                          <a:pt x="87916" y="15050"/>
                        </a:lnTo>
                        <a:lnTo>
                          <a:pt x="0" y="1505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 name="Google Shape;286;p13"/>
                  <p:cNvSpPr/>
                  <p:nvPr/>
                </p:nvSpPr>
                <p:spPr>
                  <a:xfrm rot="21152400">
                    <a:off x="553680" y="4739760"/>
                    <a:ext cx="77760" cy="12960"/>
                  </a:xfrm>
                  <a:custGeom>
                    <a:avLst/>
                    <a:gdLst>
                      <a:gd name="textAreaLeft" fmla="*/ 0 w 77760"/>
                      <a:gd name="textAreaRight" fmla="*/ 78120 w 77760"/>
                      <a:gd name="textAreaTop" fmla="*/ 0 h 12960"/>
                      <a:gd name="textAreaBottom" fmla="*/ 13320 h 12960"/>
                    </a:gdLst>
                    <a:ahLst/>
                    <a:cxnLst/>
                    <a:rect l="textAreaLeft" t="textAreaTop" r="textAreaRight" b="textAreaBottom"/>
                    <a:pathLst>
                      <a:path w="87915" h="15049">
                        <a:moveTo>
                          <a:pt x="0" y="0"/>
                        </a:moveTo>
                        <a:lnTo>
                          <a:pt x="87915" y="0"/>
                        </a:lnTo>
                        <a:lnTo>
                          <a:pt x="87915" y="15050"/>
                        </a:lnTo>
                        <a:lnTo>
                          <a:pt x="0" y="1505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20" name="Google Shape;287;p13"/>
              <p:cNvGrpSpPr/>
              <p:nvPr/>
            </p:nvGrpSpPr>
            <p:grpSpPr>
              <a:xfrm>
                <a:off x="280800" y="3891240"/>
                <a:ext cx="203760" cy="957240"/>
                <a:chOff x="280800" y="3891240"/>
                <a:chExt cx="203760" cy="957240"/>
              </a:xfrm>
            </p:grpSpPr>
            <p:sp>
              <p:nvSpPr>
                <p:cNvPr id="121" name="Google Shape;288;p13"/>
                <p:cNvSpPr/>
                <p:nvPr/>
              </p:nvSpPr>
              <p:spPr>
                <a:xfrm rot="21427800">
                  <a:off x="304200" y="3894480"/>
                  <a:ext cx="156240" cy="950400"/>
                </a:xfrm>
                <a:custGeom>
                  <a:avLst/>
                  <a:gdLst>
                    <a:gd name="textAreaLeft" fmla="*/ 0 w 156240"/>
                    <a:gd name="textAreaRight" fmla="*/ 156600 w 156240"/>
                    <a:gd name="textAreaTop" fmla="*/ 0 h 950400"/>
                    <a:gd name="textAreaBottom" fmla="*/ 950760 h 950400"/>
                  </a:gdLst>
                  <a:ahLst/>
                  <a:cxnLst/>
                  <a:rect l="textAreaLeft" t="textAreaTop" r="textAreaRight" b="textAreaBottom"/>
                  <a:pathLst>
                    <a:path w="176117" h="1069848">
                      <a:moveTo>
                        <a:pt x="0" y="0"/>
                      </a:moveTo>
                      <a:lnTo>
                        <a:pt x="176117" y="0"/>
                      </a:lnTo>
                      <a:lnTo>
                        <a:pt x="176117" y="1069848"/>
                      </a:lnTo>
                      <a:lnTo>
                        <a:pt x="0" y="1069848"/>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2" name="Google Shape;289;p13"/>
                <p:cNvSpPr/>
                <p:nvPr/>
              </p:nvSpPr>
              <p:spPr>
                <a:xfrm>
                  <a:off x="342000" y="4295160"/>
                  <a:ext cx="77760" cy="77760"/>
                </a:xfrm>
                <a:custGeom>
                  <a:avLst/>
                  <a:gdLst>
                    <a:gd name="textAreaLeft" fmla="*/ 0 w 77760"/>
                    <a:gd name="textAreaRight" fmla="*/ 78120 w 77760"/>
                    <a:gd name="textAreaTop" fmla="*/ 0 h 77760"/>
                    <a:gd name="textAreaBottom" fmla="*/ 78120 h 77760"/>
                  </a:gdLst>
                  <a:ahLst/>
                  <a:cxnLst/>
                  <a:rect l="textAreaLeft" t="textAreaTop" r="textAreaRight" b="textAreaBottom"/>
                  <a:pathLst>
                    <a:path w="87629" h="87630">
                      <a:moveTo>
                        <a:pt x="87630" y="43815"/>
                      </a:moveTo>
                      <a:cubicBezTo>
                        <a:pt x="87630" y="68013"/>
                        <a:pt x="68014" y="87630"/>
                        <a:pt x="43815" y="87630"/>
                      </a:cubicBezTo>
                      <a:cubicBezTo>
                        <a:pt x="19617" y="87630"/>
                        <a:pt x="1" y="68014"/>
                        <a:pt x="1" y="43815"/>
                      </a:cubicBezTo>
                      <a:cubicBezTo>
                        <a:pt x="1" y="19617"/>
                        <a:pt x="19617" y="0"/>
                        <a:pt x="43815" y="0"/>
                      </a:cubicBezTo>
                      <a:cubicBezTo>
                        <a:pt x="68014" y="0"/>
                        <a:pt x="87630" y="19616"/>
                        <a:pt x="87630" y="43815"/>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23" name="Google Shape;290;p13"/>
                <p:cNvGrpSpPr/>
                <p:nvPr/>
              </p:nvGrpSpPr>
              <p:grpSpPr>
                <a:xfrm>
                  <a:off x="321840" y="4168440"/>
                  <a:ext cx="103320" cy="43920"/>
                  <a:chOff x="321840" y="4168440"/>
                  <a:chExt cx="103320" cy="43920"/>
                </a:xfrm>
              </p:grpSpPr>
              <p:sp>
                <p:nvSpPr>
                  <p:cNvPr id="124" name="Google Shape;291;p13"/>
                  <p:cNvSpPr/>
                  <p:nvPr/>
                </p:nvSpPr>
                <p:spPr>
                  <a:xfrm rot="21427800">
                    <a:off x="321840" y="4170600"/>
                    <a:ext cx="101520" cy="12960"/>
                  </a:xfrm>
                  <a:custGeom>
                    <a:avLst/>
                    <a:gdLst>
                      <a:gd name="textAreaLeft" fmla="*/ 0 w 101520"/>
                      <a:gd name="textAreaRight" fmla="*/ 101880 w 101520"/>
                      <a:gd name="textAreaTop" fmla="*/ 0 h 12960"/>
                      <a:gd name="textAreaBottom" fmla="*/ 13320 h 12960"/>
                    </a:gdLst>
                    <a:ahLst/>
                    <a:cxnLst/>
                    <a:rect l="textAreaLeft" t="textAreaTop" r="textAreaRight" b="textAreaBottom"/>
                    <a:pathLst>
                      <a:path w="114490" h="14954">
                        <a:moveTo>
                          <a:pt x="0" y="0"/>
                        </a:moveTo>
                        <a:lnTo>
                          <a:pt x="114490" y="0"/>
                        </a:lnTo>
                        <a:lnTo>
                          <a:pt x="114490" y="14954"/>
                        </a:lnTo>
                        <a:lnTo>
                          <a:pt x="0" y="1495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 name="Google Shape;292;p13"/>
                  <p:cNvSpPr/>
                  <p:nvPr/>
                </p:nvSpPr>
                <p:spPr>
                  <a:xfrm rot="21427800">
                    <a:off x="323280" y="4196520"/>
                    <a:ext cx="101520" cy="12960"/>
                  </a:xfrm>
                  <a:custGeom>
                    <a:avLst/>
                    <a:gdLst>
                      <a:gd name="textAreaLeft" fmla="*/ 0 w 101520"/>
                      <a:gd name="textAreaRight" fmla="*/ 101880 w 101520"/>
                      <a:gd name="textAreaTop" fmla="*/ 0 h 12960"/>
                      <a:gd name="textAreaBottom" fmla="*/ 13320 h 12960"/>
                    </a:gdLst>
                    <a:ahLst/>
                    <a:cxnLst/>
                    <a:rect l="textAreaLeft" t="textAreaTop" r="textAreaRight" b="textAreaBottom"/>
                    <a:pathLst>
                      <a:path w="114490" h="14954">
                        <a:moveTo>
                          <a:pt x="0" y="0"/>
                        </a:moveTo>
                        <a:lnTo>
                          <a:pt x="114491" y="0"/>
                        </a:lnTo>
                        <a:lnTo>
                          <a:pt x="114491" y="14954"/>
                        </a:lnTo>
                        <a:lnTo>
                          <a:pt x="0" y="1495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26" name="Google Shape;293;p13"/>
                <p:cNvGrpSpPr/>
                <p:nvPr/>
              </p:nvGrpSpPr>
              <p:grpSpPr>
                <a:xfrm>
                  <a:off x="339480" y="4520880"/>
                  <a:ext cx="103320" cy="44280"/>
                  <a:chOff x="339480" y="4520880"/>
                  <a:chExt cx="103320" cy="44280"/>
                </a:xfrm>
              </p:grpSpPr>
              <p:sp>
                <p:nvSpPr>
                  <p:cNvPr id="127" name="Google Shape;294;p13"/>
                  <p:cNvSpPr/>
                  <p:nvPr/>
                </p:nvSpPr>
                <p:spPr>
                  <a:xfrm rot="21427800">
                    <a:off x="339480" y="4523040"/>
                    <a:ext cx="101520" cy="12960"/>
                  </a:xfrm>
                  <a:custGeom>
                    <a:avLst/>
                    <a:gdLst>
                      <a:gd name="textAreaLeft" fmla="*/ 0 w 101520"/>
                      <a:gd name="textAreaRight" fmla="*/ 101880 w 101520"/>
                      <a:gd name="textAreaTop" fmla="*/ 0 h 12960"/>
                      <a:gd name="textAreaBottom" fmla="*/ 13320 h 12960"/>
                    </a:gdLst>
                    <a:ahLst/>
                    <a:cxnLst/>
                    <a:rect l="textAreaLeft" t="textAreaTop" r="textAreaRight" b="textAreaBottom"/>
                    <a:pathLst>
                      <a:path w="114490" h="14954">
                        <a:moveTo>
                          <a:pt x="0" y="0"/>
                        </a:moveTo>
                        <a:lnTo>
                          <a:pt x="114491" y="0"/>
                        </a:lnTo>
                        <a:lnTo>
                          <a:pt x="114491" y="14955"/>
                        </a:lnTo>
                        <a:lnTo>
                          <a:pt x="0" y="149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 name="Google Shape;295;p13"/>
                  <p:cNvSpPr/>
                  <p:nvPr/>
                </p:nvSpPr>
                <p:spPr>
                  <a:xfrm rot="21427800">
                    <a:off x="340920" y="4549320"/>
                    <a:ext cx="101520" cy="12960"/>
                  </a:xfrm>
                  <a:custGeom>
                    <a:avLst/>
                    <a:gdLst>
                      <a:gd name="textAreaLeft" fmla="*/ 0 w 101520"/>
                      <a:gd name="textAreaRight" fmla="*/ 101880 w 101520"/>
                      <a:gd name="textAreaTop" fmla="*/ 0 h 12960"/>
                      <a:gd name="textAreaBottom" fmla="*/ 13320 h 12960"/>
                    </a:gdLst>
                    <a:ahLst/>
                    <a:cxnLst/>
                    <a:rect l="textAreaLeft" t="textAreaTop" r="textAreaRight" b="textAreaBottom"/>
                    <a:pathLst>
                      <a:path w="114490" h="14954">
                        <a:moveTo>
                          <a:pt x="0" y="0"/>
                        </a:moveTo>
                        <a:lnTo>
                          <a:pt x="114490" y="0"/>
                        </a:lnTo>
                        <a:lnTo>
                          <a:pt x="114490" y="14955"/>
                        </a:lnTo>
                        <a:lnTo>
                          <a:pt x="0" y="149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29" name="Google Shape;296;p13"/>
              <p:cNvGrpSpPr/>
              <p:nvPr/>
            </p:nvGrpSpPr>
            <p:grpSpPr>
              <a:xfrm>
                <a:off x="103320" y="3966840"/>
                <a:ext cx="179280" cy="882360"/>
                <a:chOff x="103320" y="3966840"/>
                <a:chExt cx="179280" cy="882360"/>
              </a:xfrm>
            </p:grpSpPr>
            <p:sp>
              <p:nvSpPr>
                <p:cNvPr id="130" name="Google Shape;297;p13"/>
                <p:cNvSpPr/>
                <p:nvPr/>
              </p:nvSpPr>
              <p:spPr>
                <a:xfrm>
                  <a:off x="103320" y="3966840"/>
                  <a:ext cx="179280" cy="882360"/>
                </a:xfrm>
                <a:custGeom>
                  <a:avLst/>
                  <a:gdLst>
                    <a:gd name="textAreaLeft" fmla="*/ 0 w 179280"/>
                    <a:gd name="textAreaRight" fmla="*/ 179640 w 179280"/>
                    <a:gd name="textAreaTop" fmla="*/ 0 h 882360"/>
                    <a:gd name="textAreaBottom" fmla="*/ 882720 h 882360"/>
                  </a:gdLst>
                  <a:ahLst/>
                  <a:cxnLst/>
                  <a:rect l="textAreaLeft" t="textAreaTop" r="textAreaRight" b="textAreaBottom"/>
                  <a:pathLst>
                    <a:path w="202120" h="992123">
                      <a:moveTo>
                        <a:pt x="0" y="0"/>
                      </a:moveTo>
                      <a:lnTo>
                        <a:pt x="202120" y="0"/>
                      </a:lnTo>
                      <a:lnTo>
                        <a:pt x="202120" y="992124"/>
                      </a:lnTo>
                      <a:lnTo>
                        <a:pt x="0" y="992124"/>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 name="Google Shape;298;p13"/>
                <p:cNvSpPr/>
                <p:nvPr/>
              </p:nvSpPr>
              <p:spPr>
                <a:xfrm>
                  <a:off x="138600" y="4035960"/>
                  <a:ext cx="109080" cy="109080"/>
                </a:xfrm>
                <a:custGeom>
                  <a:avLst/>
                  <a:gdLst>
                    <a:gd name="textAreaLeft" fmla="*/ 0 w 109080"/>
                    <a:gd name="textAreaRight" fmla="*/ 109440 w 109080"/>
                    <a:gd name="textAreaTop" fmla="*/ 0 h 109080"/>
                    <a:gd name="textAreaBottom" fmla="*/ 109440 h 109080"/>
                  </a:gdLst>
                  <a:ahLst/>
                  <a:cxnLst/>
                  <a:rect l="textAreaLeft" t="textAreaTop" r="textAreaRight" b="textAreaBottom"/>
                  <a:pathLst>
                    <a:path w="123063" h="123062">
                      <a:moveTo>
                        <a:pt x="123063" y="61532"/>
                      </a:moveTo>
                      <a:cubicBezTo>
                        <a:pt x="123063" y="95514"/>
                        <a:pt x="95514" y="123063"/>
                        <a:pt x="61531" y="123063"/>
                      </a:cubicBezTo>
                      <a:cubicBezTo>
                        <a:pt x="27548" y="123063"/>
                        <a:pt x="-1" y="95514"/>
                        <a:pt x="-1" y="61532"/>
                      </a:cubicBezTo>
                      <a:cubicBezTo>
                        <a:pt x="-1" y="27549"/>
                        <a:pt x="27548" y="0"/>
                        <a:pt x="61531" y="0"/>
                      </a:cubicBezTo>
                      <a:cubicBezTo>
                        <a:pt x="95514" y="0"/>
                        <a:pt x="123063" y="27549"/>
                        <a:pt x="123063" y="61532"/>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32" name="Google Shape;299;p13"/>
                <p:cNvGrpSpPr/>
                <p:nvPr/>
              </p:nvGrpSpPr>
              <p:grpSpPr>
                <a:xfrm>
                  <a:off x="136080" y="4547160"/>
                  <a:ext cx="113760" cy="38880"/>
                  <a:chOff x="136080" y="4547160"/>
                  <a:chExt cx="113760" cy="38880"/>
                </a:xfrm>
              </p:grpSpPr>
              <p:sp>
                <p:nvSpPr>
                  <p:cNvPr id="133" name="Google Shape;300;p13"/>
                  <p:cNvSpPr/>
                  <p:nvPr/>
                </p:nvSpPr>
                <p:spPr>
                  <a:xfrm>
                    <a:off x="136080" y="4547160"/>
                    <a:ext cx="113760" cy="12960"/>
                  </a:xfrm>
                  <a:custGeom>
                    <a:avLst/>
                    <a:gdLst>
                      <a:gd name="textAreaLeft" fmla="*/ 0 w 113760"/>
                      <a:gd name="textAreaRight" fmla="*/ 114120 w 113760"/>
                      <a:gd name="textAreaTop" fmla="*/ 0 h 12960"/>
                      <a:gd name="textAreaBottom" fmla="*/ 13320 h 12960"/>
                    </a:gdLst>
                    <a:ahLst/>
                    <a:cxnLst/>
                    <a:rect l="textAreaLeft" t="textAreaTop" r="textAreaRight" b="textAreaBottom"/>
                    <a:pathLst>
                      <a:path w="128397" h="14954">
                        <a:moveTo>
                          <a:pt x="0" y="0"/>
                        </a:moveTo>
                        <a:lnTo>
                          <a:pt x="128397" y="0"/>
                        </a:lnTo>
                        <a:lnTo>
                          <a:pt x="128397" y="14954"/>
                        </a:lnTo>
                        <a:lnTo>
                          <a:pt x="0" y="1495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4" name="Google Shape;301;p13"/>
                  <p:cNvSpPr/>
                  <p:nvPr/>
                </p:nvSpPr>
                <p:spPr>
                  <a:xfrm>
                    <a:off x="136080" y="4573080"/>
                    <a:ext cx="113760" cy="12960"/>
                  </a:xfrm>
                  <a:custGeom>
                    <a:avLst/>
                    <a:gdLst>
                      <a:gd name="textAreaLeft" fmla="*/ 0 w 113760"/>
                      <a:gd name="textAreaRight" fmla="*/ 114120 w 113760"/>
                      <a:gd name="textAreaTop" fmla="*/ 0 h 12960"/>
                      <a:gd name="textAreaBottom" fmla="*/ 13320 h 12960"/>
                    </a:gdLst>
                    <a:ahLst/>
                    <a:cxnLst/>
                    <a:rect l="textAreaLeft" t="textAreaTop" r="textAreaRight" b="textAreaBottom"/>
                    <a:pathLst>
                      <a:path w="128397" h="14954">
                        <a:moveTo>
                          <a:pt x="0" y="0"/>
                        </a:moveTo>
                        <a:lnTo>
                          <a:pt x="128397" y="0"/>
                        </a:lnTo>
                        <a:lnTo>
                          <a:pt x="128397" y="14955"/>
                        </a:lnTo>
                        <a:lnTo>
                          <a:pt x="0" y="149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35" name="Google Shape;302;p13"/>
                <p:cNvGrpSpPr/>
                <p:nvPr/>
              </p:nvGrpSpPr>
              <p:grpSpPr>
                <a:xfrm>
                  <a:off x="136080" y="4745880"/>
                  <a:ext cx="113760" cy="38880"/>
                  <a:chOff x="136080" y="4745880"/>
                  <a:chExt cx="113760" cy="38880"/>
                </a:xfrm>
              </p:grpSpPr>
              <p:sp>
                <p:nvSpPr>
                  <p:cNvPr id="136" name="Google Shape;303;p13"/>
                  <p:cNvSpPr/>
                  <p:nvPr/>
                </p:nvSpPr>
                <p:spPr>
                  <a:xfrm>
                    <a:off x="136080" y="4745880"/>
                    <a:ext cx="113760" cy="12960"/>
                  </a:xfrm>
                  <a:custGeom>
                    <a:avLst/>
                    <a:gdLst>
                      <a:gd name="textAreaLeft" fmla="*/ 0 w 113760"/>
                      <a:gd name="textAreaRight" fmla="*/ 114120 w 113760"/>
                      <a:gd name="textAreaTop" fmla="*/ 0 h 12960"/>
                      <a:gd name="textAreaBottom" fmla="*/ 13320 h 12960"/>
                    </a:gdLst>
                    <a:ahLst/>
                    <a:cxnLst/>
                    <a:rect l="textAreaLeft" t="textAreaTop" r="textAreaRight" b="textAreaBottom"/>
                    <a:pathLst>
                      <a:path w="128397" h="14954">
                        <a:moveTo>
                          <a:pt x="0" y="0"/>
                        </a:moveTo>
                        <a:lnTo>
                          <a:pt x="128397" y="0"/>
                        </a:lnTo>
                        <a:lnTo>
                          <a:pt x="128397" y="14954"/>
                        </a:lnTo>
                        <a:lnTo>
                          <a:pt x="0" y="1495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 name="Google Shape;304;p13"/>
                  <p:cNvSpPr/>
                  <p:nvPr/>
                </p:nvSpPr>
                <p:spPr>
                  <a:xfrm>
                    <a:off x="136080" y="4771800"/>
                    <a:ext cx="113760" cy="12960"/>
                  </a:xfrm>
                  <a:custGeom>
                    <a:avLst/>
                    <a:gdLst>
                      <a:gd name="textAreaLeft" fmla="*/ 0 w 113760"/>
                      <a:gd name="textAreaRight" fmla="*/ 114120 w 113760"/>
                      <a:gd name="textAreaTop" fmla="*/ 0 h 12960"/>
                      <a:gd name="textAreaBottom" fmla="*/ 13320 h 12960"/>
                    </a:gdLst>
                    <a:ahLst/>
                    <a:cxnLst/>
                    <a:rect l="textAreaLeft" t="textAreaTop" r="textAreaRight" b="textAreaBottom"/>
                    <a:pathLst>
                      <a:path w="128397" h="14954">
                        <a:moveTo>
                          <a:pt x="0" y="0"/>
                        </a:moveTo>
                        <a:lnTo>
                          <a:pt x="128397" y="0"/>
                        </a:lnTo>
                        <a:lnTo>
                          <a:pt x="128397" y="14954"/>
                        </a:lnTo>
                        <a:lnTo>
                          <a:pt x="0" y="1495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grpSp>
          <p:nvGrpSpPr>
            <p:cNvPr id="138" name="Google Shape;305;p13"/>
            <p:cNvGrpSpPr/>
            <p:nvPr/>
          </p:nvGrpSpPr>
          <p:grpSpPr>
            <a:xfrm>
              <a:off x="582480" y="4211280"/>
              <a:ext cx="189000" cy="638280"/>
              <a:chOff x="582480" y="4211280"/>
              <a:chExt cx="189000" cy="638280"/>
            </a:xfrm>
          </p:grpSpPr>
          <p:sp>
            <p:nvSpPr>
              <p:cNvPr id="139" name="Google Shape;306;p13"/>
              <p:cNvSpPr/>
              <p:nvPr/>
            </p:nvSpPr>
            <p:spPr>
              <a:xfrm rot="20968800">
                <a:off x="639720" y="4212720"/>
                <a:ext cx="74160" cy="635400"/>
              </a:xfrm>
              <a:custGeom>
                <a:avLst/>
                <a:gdLst>
                  <a:gd name="textAreaLeft" fmla="*/ 0 w 74160"/>
                  <a:gd name="textAreaRight" fmla="*/ 74520 w 74160"/>
                  <a:gd name="textAreaTop" fmla="*/ 0 h 635400"/>
                  <a:gd name="textAreaBottom" fmla="*/ 635760 h 635400"/>
                </a:gdLst>
                <a:ahLst/>
                <a:cxnLst/>
                <a:rect l="textAreaLeft" t="textAreaTop" r="textAreaRight" b="textAreaBottom"/>
                <a:pathLst>
                  <a:path w="84010" h="715136">
                    <a:moveTo>
                      <a:pt x="0" y="0"/>
                    </a:moveTo>
                    <a:lnTo>
                      <a:pt x="84010" y="0"/>
                    </a:lnTo>
                    <a:lnTo>
                      <a:pt x="84010" y="715137"/>
                    </a:lnTo>
                    <a:lnTo>
                      <a:pt x="0" y="715137"/>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 name="Google Shape;307;p13"/>
              <p:cNvSpPr/>
              <p:nvPr/>
            </p:nvSpPr>
            <p:spPr>
              <a:xfrm rot="20968800">
                <a:off x="668520" y="4374000"/>
                <a:ext cx="22680" cy="365400"/>
              </a:xfrm>
              <a:custGeom>
                <a:avLst/>
                <a:gdLst>
                  <a:gd name="textAreaLeft" fmla="*/ 0 w 22680"/>
                  <a:gd name="textAreaRight" fmla="*/ 23040 w 22680"/>
                  <a:gd name="textAreaTop" fmla="*/ 0 h 365400"/>
                  <a:gd name="textAreaBottom" fmla="*/ 365760 h 365400"/>
                </a:gdLst>
                <a:ahLst/>
                <a:cxnLst/>
                <a:rect l="textAreaLeft" t="textAreaTop" r="textAreaRight" b="textAreaBottom"/>
                <a:pathLst>
                  <a:path w="26003" h="411289">
                    <a:moveTo>
                      <a:pt x="0" y="0"/>
                    </a:moveTo>
                    <a:lnTo>
                      <a:pt x="26003" y="0"/>
                    </a:lnTo>
                    <a:lnTo>
                      <a:pt x="26003" y="411289"/>
                    </a:lnTo>
                    <a:lnTo>
                      <a:pt x="0" y="411289"/>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41" name="Google Shape;308;p13"/>
          <p:cNvGrpSpPr/>
          <p:nvPr/>
        </p:nvGrpSpPr>
        <p:grpSpPr>
          <a:xfrm>
            <a:off x="150840" y="2823480"/>
            <a:ext cx="515520" cy="778680"/>
            <a:chOff x="150840" y="2823480"/>
            <a:chExt cx="515520" cy="778680"/>
          </a:xfrm>
        </p:grpSpPr>
        <p:grpSp>
          <p:nvGrpSpPr>
            <p:cNvPr id="142" name="Google Shape;309;p13"/>
            <p:cNvGrpSpPr/>
            <p:nvPr/>
          </p:nvGrpSpPr>
          <p:grpSpPr>
            <a:xfrm>
              <a:off x="276480" y="2823480"/>
              <a:ext cx="389880" cy="663840"/>
              <a:chOff x="276480" y="2823480"/>
              <a:chExt cx="389880" cy="663840"/>
            </a:xfrm>
          </p:grpSpPr>
          <p:sp>
            <p:nvSpPr>
              <p:cNvPr id="143" name="Google Shape;310;p13"/>
              <p:cNvSpPr/>
              <p:nvPr/>
            </p:nvSpPr>
            <p:spPr>
              <a:xfrm>
                <a:off x="276480" y="2823480"/>
                <a:ext cx="389880" cy="663840"/>
              </a:xfrm>
              <a:custGeom>
                <a:avLst/>
                <a:gdLst>
                  <a:gd name="textAreaLeft" fmla="*/ 0 w 389880"/>
                  <a:gd name="textAreaRight" fmla="*/ 390240 w 389880"/>
                  <a:gd name="textAreaTop" fmla="*/ 0 h 663840"/>
                  <a:gd name="textAreaBottom" fmla="*/ 664200 h 663840"/>
                </a:gdLst>
                <a:ahLst/>
                <a:cxnLst/>
                <a:rect l="textAreaLeft" t="textAreaTop" r="textAreaRight" b="textAreaBottom"/>
                <a:pathLst>
                  <a:path w="438816" h="746664">
                    <a:moveTo>
                      <a:pt x="438721" y="746569"/>
                    </a:moveTo>
                    <a:lnTo>
                      <a:pt x="0" y="746569"/>
                    </a:lnTo>
                    <a:lnTo>
                      <a:pt x="0" y="0"/>
                    </a:lnTo>
                    <a:lnTo>
                      <a:pt x="326231" y="0"/>
                    </a:lnTo>
                    <a:cubicBezTo>
                      <a:pt x="370141" y="43910"/>
                      <a:pt x="394811" y="68580"/>
                      <a:pt x="438816" y="112585"/>
                    </a:cubicBezTo>
                    <a:lnTo>
                      <a:pt x="438816" y="746665"/>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44" name="Google Shape;311;p13"/>
              <p:cNvGrpSpPr/>
              <p:nvPr/>
            </p:nvGrpSpPr>
            <p:grpSpPr>
              <a:xfrm>
                <a:off x="332280" y="2909520"/>
                <a:ext cx="279000" cy="256320"/>
                <a:chOff x="332280" y="2909520"/>
                <a:chExt cx="279000" cy="256320"/>
              </a:xfrm>
            </p:grpSpPr>
            <p:sp>
              <p:nvSpPr>
                <p:cNvPr id="145" name="Google Shape;312;p13"/>
                <p:cNvSpPr/>
                <p:nvPr/>
              </p:nvSpPr>
              <p:spPr>
                <a:xfrm>
                  <a:off x="332280" y="290952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6" name="Google Shape;313;p13"/>
                <p:cNvSpPr/>
                <p:nvPr/>
              </p:nvSpPr>
              <p:spPr>
                <a:xfrm>
                  <a:off x="332280" y="295704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7" name="Google Shape;314;p13"/>
                <p:cNvSpPr/>
                <p:nvPr/>
              </p:nvSpPr>
              <p:spPr>
                <a:xfrm>
                  <a:off x="332280" y="300456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8" name="Google Shape;315;p13"/>
                <p:cNvSpPr/>
                <p:nvPr/>
              </p:nvSpPr>
              <p:spPr>
                <a:xfrm>
                  <a:off x="332280" y="305208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9" name="Google Shape;316;p13"/>
                <p:cNvSpPr/>
                <p:nvPr/>
              </p:nvSpPr>
              <p:spPr>
                <a:xfrm>
                  <a:off x="332280" y="309960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 name="Google Shape;317;p13"/>
                <p:cNvSpPr/>
                <p:nvPr/>
              </p:nvSpPr>
              <p:spPr>
                <a:xfrm>
                  <a:off x="332280" y="3147120"/>
                  <a:ext cx="163800" cy="18720"/>
                </a:xfrm>
                <a:custGeom>
                  <a:avLst/>
                  <a:gdLst>
                    <a:gd name="textAreaLeft" fmla="*/ 0 w 163800"/>
                    <a:gd name="textAreaRight" fmla="*/ 164160 w 163800"/>
                    <a:gd name="textAreaTop" fmla="*/ 0 h 18720"/>
                    <a:gd name="textAreaBottom" fmla="*/ 19080 h 18720"/>
                  </a:gdLst>
                  <a:ahLst/>
                  <a:cxnLst/>
                  <a:rect l="textAreaLeft" t="textAreaTop" r="textAreaRight" b="textAreaBottom"/>
                  <a:pathLst>
                    <a:path w="184689" h="21431">
                      <a:moveTo>
                        <a:pt x="0" y="0"/>
                      </a:moveTo>
                      <a:lnTo>
                        <a:pt x="184690" y="0"/>
                      </a:lnTo>
                      <a:lnTo>
                        <a:pt x="184690" y="21431"/>
                      </a:lnTo>
                      <a:lnTo>
                        <a:pt x="0" y="21431"/>
                      </a:lnTo>
                      <a:close/>
                    </a:path>
                  </a:pathLst>
                </a:custGeom>
                <a:solidFill>
                  <a:srgbClr val="42444F"/>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1" name="Google Shape;318;p13"/>
              <p:cNvGrpSpPr/>
              <p:nvPr/>
            </p:nvGrpSpPr>
            <p:grpSpPr>
              <a:xfrm>
                <a:off x="332280" y="3242520"/>
                <a:ext cx="279000" cy="161280"/>
                <a:chOff x="332280" y="3242520"/>
                <a:chExt cx="279000" cy="161280"/>
              </a:xfrm>
            </p:grpSpPr>
            <p:sp>
              <p:nvSpPr>
                <p:cNvPr id="152" name="Google Shape;319;p13"/>
                <p:cNvSpPr/>
                <p:nvPr/>
              </p:nvSpPr>
              <p:spPr>
                <a:xfrm>
                  <a:off x="332280" y="324252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 name="Google Shape;320;p13"/>
                <p:cNvSpPr/>
                <p:nvPr/>
              </p:nvSpPr>
              <p:spPr>
                <a:xfrm>
                  <a:off x="332280" y="329004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 name="Google Shape;321;p13"/>
                <p:cNvSpPr/>
                <p:nvPr/>
              </p:nvSpPr>
              <p:spPr>
                <a:xfrm>
                  <a:off x="332280" y="333756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 name="Google Shape;322;p13"/>
                <p:cNvSpPr/>
                <p:nvPr/>
              </p:nvSpPr>
              <p:spPr>
                <a:xfrm>
                  <a:off x="332280" y="3385080"/>
                  <a:ext cx="163800" cy="18720"/>
                </a:xfrm>
                <a:custGeom>
                  <a:avLst/>
                  <a:gdLst>
                    <a:gd name="textAreaLeft" fmla="*/ 0 w 163800"/>
                    <a:gd name="textAreaRight" fmla="*/ 164160 w 163800"/>
                    <a:gd name="textAreaTop" fmla="*/ 0 h 18720"/>
                    <a:gd name="textAreaBottom" fmla="*/ 19080 h 18720"/>
                  </a:gdLst>
                  <a:ahLst/>
                  <a:cxnLst/>
                  <a:rect l="textAreaLeft" t="textAreaTop" r="textAreaRight" b="textAreaBottom"/>
                  <a:pathLst>
                    <a:path w="184689" h="21431">
                      <a:moveTo>
                        <a:pt x="0" y="0"/>
                      </a:moveTo>
                      <a:lnTo>
                        <a:pt x="184690" y="0"/>
                      </a:lnTo>
                      <a:lnTo>
                        <a:pt x="184690" y="21431"/>
                      </a:lnTo>
                      <a:lnTo>
                        <a:pt x="0" y="21431"/>
                      </a:lnTo>
                      <a:close/>
                    </a:path>
                  </a:pathLst>
                </a:custGeom>
                <a:solidFill>
                  <a:srgbClr val="42444F"/>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56" name="Google Shape;323;p13"/>
              <p:cNvSpPr/>
              <p:nvPr/>
            </p:nvSpPr>
            <p:spPr>
              <a:xfrm>
                <a:off x="566640" y="2823480"/>
                <a:ext cx="99720" cy="99720"/>
              </a:xfrm>
              <a:custGeom>
                <a:avLst/>
                <a:gdLst>
                  <a:gd name="textAreaLeft" fmla="*/ 0 w 99720"/>
                  <a:gd name="textAreaRight" fmla="*/ 100080 w 99720"/>
                  <a:gd name="textAreaTop" fmla="*/ 0 h 99720"/>
                  <a:gd name="textAreaBottom" fmla="*/ 100080 h 99720"/>
                </a:gdLst>
                <a:ahLst/>
                <a:cxnLst/>
                <a:rect l="textAreaLeft" t="textAreaTop" r="textAreaRight" b="textAreaBottom"/>
                <a:pathLst>
                  <a:path w="112584" h="112585">
                    <a:moveTo>
                      <a:pt x="112585" y="112585"/>
                    </a:moveTo>
                    <a:lnTo>
                      <a:pt x="0" y="112585"/>
                    </a:lnTo>
                    <a:lnTo>
                      <a:pt x="0" y="0"/>
                    </a:lnTo>
                    <a:lnTo>
                      <a:pt x="0" y="0"/>
                    </a:lnTo>
                    <a:cubicBezTo>
                      <a:pt x="43910" y="43910"/>
                      <a:pt x="68580" y="68580"/>
                      <a:pt x="112585" y="112585"/>
                    </a:cubicBezTo>
                    <a:lnTo>
                      <a:pt x="112585" y="112585"/>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7" name="Google Shape;324;p13"/>
            <p:cNvGrpSpPr/>
            <p:nvPr/>
          </p:nvGrpSpPr>
          <p:grpSpPr>
            <a:xfrm>
              <a:off x="150840" y="2938320"/>
              <a:ext cx="389880" cy="663840"/>
              <a:chOff x="150840" y="2938320"/>
              <a:chExt cx="389880" cy="663840"/>
            </a:xfrm>
          </p:grpSpPr>
          <p:sp>
            <p:nvSpPr>
              <p:cNvPr id="158" name="Google Shape;325;p13"/>
              <p:cNvSpPr/>
              <p:nvPr/>
            </p:nvSpPr>
            <p:spPr>
              <a:xfrm>
                <a:off x="150840" y="2938320"/>
                <a:ext cx="389880" cy="663840"/>
              </a:xfrm>
              <a:custGeom>
                <a:avLst/>
                <a:gdLst>
                  <a:gd name="textAreaLeft" fmla="*/ 0 w 389880"/>
                  <a:gd name="textAreaRight" fmla="*/ 390240 w 389880"/>
                  <a:gd name="textAreaTop" fmla="*/ 0 h 663840"/>
                  <a:gd name="textAreaBottom" fmla="*/ 664200 h 663840"/>
                </a:gdLst>
                <a:ahLst/>
                <a:cxnLst/>
                <a:rect l="textAreaLeft" t="textAreaTop" r="textAreaRight" b="textAreaBottom"/>
                <a:pathLst>
                  <a:path w="438817" h="746569">
                    <a:moveTo>
                      <a:pt x="438722" y="746570"/>
                    </a:moveTo>
                    <a:lnTo>
                      <a:pt x="0" y="746570"/>
                    </a:lnTo>
                    <a:lnTo>
                      <a:pt x="0" y="0"/>
                    </a:lnTo>
                    <a:lnTo>
                      <a:pt x="326231" y="0"/>
                    </a:lnTo>
                    <a:cubicBezTo>
                      <a:pt x="370141" y="43910"/>
                      <a:pt x="394812" y="68580"/>
                      <a:pt x="438817" y="112586"/>
                    </a:cubicBezTo>
                    <a:lnTo>
                      <a:pt x="438817" y="746570"/>
                    </a:ln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59" name="Google Shape;326;p13"/>
              <p:cNvGrpSpPr/>
              <p:nvPr/>
            </p:nvGrpSpPr>
            <p:grpSpPr>
              <a:xfrm>
                <a:off x="206280" y="3024360"/>
                <a:ext cx="279000" cy="256320"/>
                <a:chOff x="206280" y="3024360"/>
                <a:chExt cx="279000" cy="256320"/>
              </a:xfrm>
            </p:grpSpPr>
            <p:sp>
              <p:nvSpPr>
                <p:cNvPr id="160" name="Google Shape;327;p13"/>
                <p:cNvSpPr/>
                <p:nvPr/>
              </p:nvSpPr>
              <p:spPr>
                <a:xfrm>
                  <a:off x="206280" y="302436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1" name="Google Shape;328;p13"/>
                <p:cNvSpPr/>
                <p:nvPr/>
              </p:nvSpPr>
              <p:spPr>
                <a:xfrm>
                  <a:off x="206280" y="307188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2" name="Google Shape;329;p13"/>
                <p:cNvSpPr/>
                <p:nvPr/>
              </p:nvSpPr>
              <p:spPr>
                <a:xfrm>
                  <a:off x="206280" y="311940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 name="Google Shape;330;p13"/>
                <p:cNvSpPr/>
                <p:nvPr/>
              </p:nvSpPr>
              <p:spPr>
                <a:xfrm>
                  <a:off x="206280" y="316692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 name="Google Shape;331;p13"/>
                <p:cNvSpPr/>
                <p:nvPr/>
              </p:nvSpPr>
              <p:spPr>
                <a:xfrm>
                  <a:off x="206280" y="321444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5" name="Google Shape;332;p13"/>
                <p:cNvSpPr/>
                <p:nvPr/>
              </p:nvSpPr>
              <p:spPr>
                <a:xfrm>
                  <a:off x="206280" y="3261960"/>
                  <a:ext cx="163800" cy="18720"/>
                </a:xfrm>
                <a:custGeom>
                  <a:avLst/>
                  <a:gdLst>
                    <a:gd name="textAreaLeft" fmla="*/ 0 w 163800"/>
                    <a:gd name="textAreaRight" fmla="*/ 164160 w 163800"/>
                    <a:gd name="textAreaTop" fmla="*/ 0 h 18720"/>
                    <a:gd name="textAreaBottom" fmla="*/ 19080 h 18720"/>
                  </a:gdLst>
                  <a:ahLst/>
                  <a:cxnLst/>
                  <a:rect l="textAreaLeft" t="textAreaTop" r="textAreaRight" b="textAreaBottom"/>
                  <a:pathLst>
                    <a:path w="184689" h="21431">
                      <a:moveTo>
                        <a:pt x="0" y="0"/>
                      </a:moveTo>
                      <a:lnTo>
                        <a:pt x="184689" y="0"/>
                      </a:lnTo>
                      <a:lnTo>
                        <a:pt x="184689" y="21431"/>
                      </a:lnTo>
                      <a:lnTo>
                        <a:pt x="-1"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66" name="Google Shape;333;p13"/>
              <p:cNvGrpSpPr/>
              <p:nvPr/>
            </p:nvGrpSpPr>
            <p:grpSpPr>
              <a:xfrm>
                <a:off x="206280" y="3357720"/>
                <a:ext cx="279000" cy="160920"/>
                <a:chOff x="206280" y="3357720"/>
                <a:chExt cx="279000" cy="160920"/>
              </a:xfrm>
            </p:grpSpPr>
            <p:sp>
              <p:nvSpPr>
                <p:cNvPr id="167" name="Google Shape;334;p13"/>
                <p:cNvSpPr/>
                <p:nvPr/>
              </p:nvSpPr>
              <p:spPr>
                <a:xfrm>
                  <a:off x="206280" y="335772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 name="Google Shape;335;p13"/>
                <p:cNvSpPr/>
                <p:nvPr/>
              </p:nvSpPr>
              <p:spPr>
                <a:xfrm>
                  <a:off x="206280" y="340488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 name="Google Shape;336;p13"/>
                <p:cNvSpPr/>
                <p:nvPr/>
              </p:nvSpPr>
              <p:spPr>
                <a:xfrm>
                  <a:off x="206280" y="345240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 name="Google Shape;337;p13"/>
                <p:cNvSpPr/>
                <p:nvPr/>
              </p:nvSpPr>
              <p:spPr>
                <a:xfrm>
                  <a:off x="206280" y="3499920"/>
                  <a:ext cx="163800" cy="18720"/>
                </a:xfrm>
                <a:custGeom>
                  <a:avLst/>
                  <a:gdLst>
                    <a:gd name="textAreaLeft" fmla="*/ 0 w 163800"/>
                    <a:gd name="textAreaRight" fmla="*/ 164160 w 163800"/>
                    <a:gd name="textAreaTop" fmla="*/ 0 h 18720"/>
                    <a:gd name="textAreaBottom" fmla="*/ 19080 h 18720"/>
                  </a:gdLst>
                  <a:ahLst/>
                  <a:cxnLst/>
                  <a:rect l="textAreaLeft" t="textAreaTop" r="textAreaRight" b="textAreaBottom"/>
                  <a:pathLst>
                    <a:path w="184689" h="21431">
                      <a:moveTo>
                        <a:pt x="0" y="0"/>
                      </a:moveTo>
                      <a:lnTo>
                        <a:pt x="184689" y="0"/>
                      </a:lnTo>
                      <a:lnTo>
                        <a:pt x="184689" y="21431"/>
                      </a:lnTo>
                      <a:lnTo>
                        <a:pt x="-1"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71" name="Google Shape;338;p13"/>
              <p:cNvSpPr/>
              <p:nvPr/>
            </p:nvSpPr>
            <p:spPr>
              <a:xfrm>
                <a:off x="440640" y="2938320"/>
                <a:ext cx="99720" cy="99720"/>
              </a:xfrm>
              <a:custGeom>
                <a:avLst/>
                <a:gdLst>
                  <a:gd name="textAreaLeft" fmla="*/ 0 w 99720"/>
                  <a:gd name="textAreaRight" fmla="*/ 100080 w 99720"/>
                  <a:gd name="textAreaTop" fmla="*/ 0 h 99720"/>
                  <a:gd name="textAreaBottom" fmla="*/ 100080 h 99720"/>
                </a:gdLst>
                <a:ahLst/>
                <a:cxnLst/>
                <a:rect l="textAreaLeft" t="textAreaTop" r="textAreaRight" b="textAreaBottom"/>
                <a:pathLst>
                  <a:path w="112586" h="112585">
                    <a:moveTo>
                      <a:pt x="112586" y="112586"/>
                    </a:moveTo>
                    <a:lnTo>
                      <a:pt x="0" y="112586"/>
                    </a:lnTo>
                    <a:lnTo>
                      <a:pt x="0" y="0"/>
                    </a:lnTo>
                    <a:lnTo>
                      <a:pt x="0" y="0"/>
                    </a:lnTo>
                    <a:cubicBezTo>
                      <a:pt x="43910" y="43910"/>
                      <a:pt x="68581" y="68580"/>
                      <a:pt x="112586" y="112586"/>
                    </a:cubicBezTo>
                    <a:lnTo>
                      <a:pt x="112586" y="112586"/>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72" name="Google Shape;339;p13"/>
          <p:cNvGrpSpPr/>
          <p:nvPr/>
        </p:nvGrpSpPr>
        <p:grpSpPr>
          <a:xfrm>
            <a:off x="361800" y="3601080"/>
            <a:ext cx="21600" cy="294120"/>
            <a:chOff x="361800" y="3601080"/>
            <a:chExt cx="21600" cy="294120"/>
          </a:xfrm>
        </p:grpSpPr>
        <p:sp>
          <p:nvSpPr>
            <p:cNvPr id="173" name="Google Shape;340;p13"/>
            <p:cNvSpPr/>
            <p:nvPr/>
          </p:nvSpPr>
          <p:spPr>
            <a:xfrm>
              <a:off x="372960" y="3611520"/>
              <a:ext cx="8280" cy="273240"/>
            </a:xfrm>
            <a:custGeom>
              <a:avLst/>
              <a:gdLst>
                <a:gd name="textAreaLeft" fmla="*/ 0 w 8280"/>
                <a:gd name="textAreaRight" fmla="*/ 8640 w 8280"/>
                <a:gd name="textAreaTop" fmla="*/ 0 h 273240"/>
                <a:gd name="textAreaBottom" fmla="*/ 273600 h 273240"/>
              </a:gdLst>
              <a:ahLst/>
              <a:cxnLst/>
              <a:rect l="textAreaLeft" t="textAreaTop" r="textAreaRight" b="textAreaBottom"/>
              <a:pathLst>
                <a:path w="9525" h="307467">
                  <a:moveTo>
                    <a:pt x="-1" y="307467"/>
                  </a:moveTo>
                  <a:lnTo>
                    <a:pt x="-1" y="0"/>
                  </a:lnTo>
                </a:path>
              </a:pathLst>
            </a:custGeom>
            <a:solidFill>
              <a:schemeClr val="accent4"/>
            </a:solidFill>
            <a:ln w="10950">
              <a:solidFill>
                <a:srgbClr val="6F7082"/>
              </a:solidFill>
              <a:prstDash val="dashDot"/>
              <a:miter/>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4" name="Google Shape;341;p13"/>
            <p:cNvSpPr/>
            <p:nvPr/>
          </p:nvSpPr>
          <p:spPr>
            <a:xfrm>
              <a:off x="361800" y="3873600"/>
              <a:ext cx="21600" cy="21600"/>
            </a:xfrm>
            <a:custGeom>
              <a:avLst/>
              <a:gdLst>
                <a:gd name="textAreaLeft" fmla="*/ 0 w 21600"/>
                <a:gd name="textAreaRight" fmla="*/ 21960 w 21600"/>
                <a:gd name="textAreaTop" fmla="*/ 0 h 21600"/>
                <a:gd name="textAreaBottom" fmla="*/ 21960 h 21600"/>
              </a:gdLst>
              <a:ahLst/>
              <a:cxnLst/>
              <a:rect l="textAreaLeft" t="textAreaTop" r="textAreaRight" b="textAreaBottom"/>
              <a:pathLst>
                <a:path w="24764" h="24765">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a:solidFill>
                <a:srgbClr val="6F7082"/>
              </a:solidFill>
              <a:round/>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5" name="Google Shape;342;p13"/>
            <p:cNvSpPr/>
            <p:nvPr/>
          </p:nvSpPr>
          <p:spPr>
            <a:xfrm>
              <a:off x="361800" y="3601080"/>
              <a:ext cx="21600" cy="21600"/>
            </a:xfrm>
            <a:custGeom>
              <a:avLst/>
              <a:gdLst>
                <a:gd name="textAreaLeft" fmla="*/ 0 w 21600"/>
                <a:gd name="textAreaRight" fmla="*/ 21960 w 21600"/>
                <a:gd name="textAreaTop" fmla="*/ 0 h 21600"/>
                <a:gd name="textAreaBottom" fmla="*/ 21960 h 21600"/>
              </a:gdLst>
              <a:ahLst/>
              <a:cxnLst/>
              <a:rect l="textAreaLeft" t="textAreaTop" r="textAreaRight" b="textAreaBottom"/>
              <a:pathLst>
                <a:path w="24764" h="24764">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a:solidFill>
                <a:srgbClr val="6F7082"/>
              </a:solidFill>
              <a:round/>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sp>
        <p:nvSpPr>
          <p:cNvPr id="176" name="PlaceHolder 1"/>
          <p:cNvSpPr>
            <a:spLocks noGrp="1"/>
          </p:cNvSpPr>
          <p:nvPr>
            <p:ph type="title"/>
          </p:nvPr>
        </p:nvSpPr>
        <p:spPr>
          <a:xfrm>
            <a:off x="811800" y="1032840"/>
            <a:ext cx="2804040" cy="1006560"/>
          </a:xfrm>
          <a:prstGeom prst="rect">
            <a:avLst/>
          </a:prstGeom>
          <a:noFill/>
          <a:ln w="0">
            <a:noFill/>
          </a:ln>
        </p:spPr>
        <p:txBody>
          <a:bodyPr lIns="91440" tIns="91440" rIns="91440" bIns="91440" anchor="b">
            <a:noAutofit/>
          </a:bodyPr>
          <a:lstStyle/>
          <a:p>
            <a:pPr indent="0">
              <a:buNone/>
            </a:pPr>
            <a:r>
              <a:rPr lang="fr-FR" sz="3000" b="0" u="none" strike="noStrike">
                <a:solidFill>
                  <a:schemeClr val="dk1"/>
                </a:solidFill>
                <a:effectLst/>
                <a:uFillTx/>
                <a:latin typeface="Arial"/>
              </a:rPr>
              <a:t>Click to edit the title text format</a:t>
            </a:r>
          </a:p>
        </p:txBody>
      </p:sp>
      <p:sp>
        <p:nvSpPr>
          <p:cNvPr id="177" name="PlaceHolder 2"/>
          <p:cNvSpPr>
            <a:spLocks noGrp="1"/>
          </p:cNvSpPr>
          <p:nvPr>
            <p:ph type="body"/>
          </p:nvPr>
        </p:nvSpPr>
        <p:spPr>
          <a:xfrm>
            <a:off x="5668920" y="1076400"/>
            <a:ext cx="2990160" cy="2990160"/>
          </a:xfrm>
          <a:prstGeom prst="rect">
            <a:avLst/>
          </a:prstGeom>
          <a:noFill/>
          <a:ln w="0">
            <a:noFill/>
          </a:ln>
        </p:spPr>
        <p:txBody>
          <a:bodyPr lIns="90000" tIns="45000" rIns="90000" bIns="45000" anchor="t">
            <a:normAutofit fontScale="40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178" name="Google Shape;347;p14"/>
          <p:cNvSpPr/>
          <p:nvPr/>
        </p:nvSpPr>
        <p:spPr>
          <a:xfrm rot="19218600">
            <a:off x="-1265040" y="-661320"/>
            <a:ext cx="3096000" cy="2008800"/>
          </a:xfrm>
          <a:custGeom>
            <a:avLst/>
            <a:gdLst>
              <a:gd name="textAreaLeft" fmla="*/ 0 w 3096000"/>
              <a:gd name="textAreaRight" fmla="*/ 3096360 w 3096000"/>
              <a:gd name="textAreaTop" fmla="*/ 0 h 2008800"/>
              <a:gd name="textAreaBottom" fmla="*/ 2009160 h 200880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 name="Google Shape;348;p14"/>
          <p:cNvSpPr/>
          <p:nvPr/>
        </p:nvSpPr>
        <p:spPr>
          <a:xfrm rot="14303400">
            <a:off x="-734760" y="4231800"/>
            <a:ext cx="2035800" cy="1508400"/>
          </a:xfrm>
          <a:custGeom>
            <a:avLst/>
            <a:gdLst>
              <a:gd name="textAreaLeft" fmla="*/ 0 w 2035800"/>
              <a:gd name="textAreaRight" fmla="*/ 2036160 w 2035800"/>
              <a:gd name="textAreaTop" fmla="*/ 0 h 1508400"/>
              <a:gd name="textAreaBottom" fmla="*/ 1508760 h 150840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80" name="Google Shape;349;p14"/>
          <p:cNvGrpSpPr/>
          <p:nvPr/>
        </p:nvGrpSpPr>
        <p:grpSpPr>
          <a:xfrm>
            <a:off x="65160" y="4372920"/>
            <a:ext cx="877680" cy="654480"/>
            <a:chOff x="65160" y="4372920"/>
            <a:chExt cx="877680" cy="654480"/>
          </a:xfrm>
        </p:grpSpPr>
        <p:grpSp>
          <p:nvGrpSpPr>
            <p:cNvPr id="181" name="Google Shape;350;p14"/>
            <p:cNvGrpSpPr/>
            <p:nvPr/>
          </p:nvGrpSpPr>
          <p:grpSpPr>
            <a:xfrm>
              <a:off x="65160" y="4372920"/>
              <a:ext cx="877680" cy="654480"/>
              <a:chOff x="65160" y="4372920"/>
              <a:chExt cx="877680" cy="654480"/>
            </a:xfrm>
          </p:grpSpPr>
          <p:sp>
            <p:nvSpPr>
              <p:cNvPr id="182" name="Google Shape;351;p14"/>
              <p:cNvSpPr/>
              <p:nvPr/>
            </p:nvSpPr>
            <p:spPr>
              <a:xfrm>
                <a:off x="260640" y="437292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715"/>
                    </a:moveTo>
                    <a:lnTo>
                      <a:pt x="173450" y="42005"/>
                    </a:lnTo>
                    <a:cubicBezTo>
                      <a:pt x="178403" y="46958"/>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35363B"/>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3" name="Google Shape;352;p14"/>
              <p:cNvSpPr/>
              <p:nvPr/>
            </p:nvSpPr>
            <p:spPr>
              <a:xfrm>
                <a:off x="162720" y="447084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42444F"/>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4" name="Google Shape;353;p14"/>
              <p:cNvSpPr/>
              <p:nvPr/>
            </p:nvSpPr>
            <p:spPr>
              <a:xfrm>
                <a:off x="65160" y="456876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80" y="299466"/>
                    </a:lnTo>
                    <a:cubicBezTo>
                      <a:pt x="11811" y="299466"/>
                      <a:pt x="0" y="287560"/>
                      <a:pt x="0" y="272987"/>
                    </a:cubicBezTo>
                    <a:lnTo>
                      <a:pt x="0" y="26479"/>
                    </a:lnTo>
                    <a:cubicBezTo>
                      <a:pt x="0" y="11811"/>
                      <a:pt x="11906" y="0"/>
                      <a:pt x="26480" y="0"/>
                    </a:cubicBezTo>
                    <a:lnTo>
                      <a:pt x="120396" y="0"/>
                    </a:lnTo>
                    <a:cubicBezTo>
                      <a:pt x="127445" y="0"/>
                      <a:pt x="134207" y="2762"/>
                      <a:pt x="139160" y="7811"/>
                    </a:cubicBezTo>
                    <a:close/>
                  </a:path>
                </a:pathLst>
              </a:custGeom>
              <a:solidFill>
                <a:srgbClr val="6F708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85" name="Google Shape;354;p14"/>
            <p:cNvSpPr/>
            <p:nvPr/>
          </p:nvSpPr>
          <p:spPr>
            <a:xfrm>
              <a:off x="354240" y="4783320"/>
              <a:ext cx="105120" cy="125280"/>
            </a:xfrm>
            <a:custGeom>
              <a:avLst/>
              <a:gdLst>
                <a:gd name="textAreaLeft" fmla="*/ 0 w 105120"/>
                <a:gd name="textAreaRight" fmla="*/ 105480 w 105120"/>
                <a:gd name="textAreaTop" fmla="*/ 0 h 125280"/>
                <a:gd name="textAreaBottom" fmla="*/ 125640 h 125280"/>
              </a:gdLst>
              <a:ahLst/>
              <a:cxnLst/>
              <a:rect l="textAreaLeft" t="textAreaTop" r="textAreaRight" b="textAreaBottom"/>
              <a:pathLst>
                <a:path w="68735" h="82063">
                  <a:moveTo>
                    <a:pt x="0" y="6471"/>
                  </a:moveTo>
                  <a:lnTo>
                    <a:pt x="0" y="75527"/>
                  </a:lnTo>
                  <a:cubicBezTo>
                    <a:pt x="0" y="80575"/>
                    <a:pt x="5524" y="83719"/>
                    <a:pt x="9811" y="81147"/>
                  </a:cubicBezTo>
                  <a:lnTo>
                    <a:pt x="65532" y="48095"/>
                  </a:lnTo>
                  <a:cubicBezTo>
                    <a:pt x="69723" y="45619"/>
                    <a:pt x="69818" y="39618"/>
                    <a:pt x="65723" y="37046"/>
                  </a:cubicBezTo>
                  <a:lnTo>
                    <a:pt x="10001" y="1042"/>
                  </a:lnTo>
                  <a:cubicBezTo>
                    <a:pt x="5715" y="-1721"/>
                    <a:pt x="0" y="1327"/>
                    <a:pt x="0" y="647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ONE_COLUMN_TEXT_1_1">
    <p:bg>
      <p:bgPr>
        <a:solidFill>
          <a:schemeClr val="lt1"/>
        </a:solidFill>
        <a:effectLst/>
      </p:bgPr>
    </p:bg>
    <p:spTree>
      <p:nvGrpSpPr>
        <p:cNvPr id="1" name=""/>
        <p:cNvGrpSpPr/>
        <p:nvPr/>
      </p:nvGrpSpPr>
      <p:grpSpPr>
        <a:xfrm>
          <a:off x="0" y="0"/>
          <a:ext cx="0" cy="0"/>
          <a:chOff x="0" y="0"/>
          <a:chExt cx="0" cy="0"/>
        </a:xfrm>
      </p:grpSpPr>
      <p:sp>
        <p:nvSpPr>
          <p:cNvPr id="186" name="PlaceHolder 1"/>
          <p:cNvSpPr>
            <a:spLocks noGrp="1"/>
          </p:cNvSpPr>
          <p:nvPr>
            <p:ph type="title"/>
          </p:nvPr>
        </p:nvSpPr>
        <p:spPr>
          <a:xfrm>
            <a:off x="2013840" y="840960"/>
            <a:ext cx="5115960" cy="1390320"/>
          </a:xfrm>
          <a:prstGeom prst="rect">
            <a:avLst/>
          </a:prstGeom>
          <a:noFill/>
          <a:ln w="0">
            <a:noFill/>
          </a:ln>
        </p:spPr>
        <p:txBody>
          <a:bodyPr lIns="91440" tIns="91440" rIns="91440" bIns="91440" anchor="b">
            <a:noAutofit/>
          </a:bodyPr>
          <a:lstStyle/>
          <a:p>
            <a:pPr indent="0">
              <a:buNone/>
            </a:pPr>
            <a:r>
              <a:rPr lang="fr-FR" sz="4000" b="0" u="none" strike="noStrike">
                <a:solidFill>
                  <a:schemeClr val="dk1"/>
                </a:solidFill>
                <a:effectLst/>
                <a:uFillTx/>
                <a:latin typeface="Arial"/>
              </a:rPr>
              <a:t>Click to edit the title text format</a:t>
            </a:r>
          </a:p>
        </p:txBody>
      </p:sp>
      <p:sp>
        <p:nvSpPr>
          <p:cNvPr id="187" name="Google Shape;358;p15"/>
          <p:cNvSpPr/>
          <p:nvPr/>
        </p:nvSpPr>
        <p:spPr>
          <a:xfrm rot="9076800" flipH="1">
            <a:off x="7972920" y="-586080"/>
            <a:ext cx="1683360" cy="1672560"/>
          </a:xfrm>
          <a:custGeom>
            <a:avLst/>
            <a:gdLst>
              <a:gd name="textAreaLeft" fmla="*/ 360 w 1683360"/>
              <a:gd name="textAreaRight" fmla="*/ 1684080 w 1683360"/>
              <a:gd name="textAreaTop" fmla="*/ 0 h 1672560"/>
              <a:gd name="textAreaBottom" fmla="*/ 1672920 h 167256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88" name="Google Shape;359;p15"/>
          <p:cNvGrpSpPr/>
          <p:nvPr/>
        </p:nvGrpSpPr>
        <p:grpSpPr>
          <a:xfrm>
            <a:off x="682920" y="4696560"/>
            <a:ext cx="325440" cy="404280"/>
            <a:chOff x="682920" y="4696560"/>
            <a:chExt cx="325440" cy="404280"/>
          </a:xfrm>
        </p:grpSpPr>
        <p:sp>
          <p:nvSpPr>
            <p:cNvPr id="189" name="Google Shape;360;p15"/>
            <p:cNvSpPr/>
            <p:nvPr/>
          </p:nvSpPr>
          <p:spPr>
            <a:xfrm flipH="1">
              <a:off x="682920" y="4696560"/>
              <a:ext cx="325440" cy="404280"/>
            </a:xfrm>
            <a:custGeom>
              <a:avLst/>
              <a:gdLst>
                <a:gd name="textAreaLeft" fmla="*/ 360 w 325440"/>
                <a:gd name="textAreaRight" fmla="*/ 326160 w 325440"/>
                <a:gd name="textAreaTop" fmla="*/ 0 h 404280"/>
                <a:gd name="textAreaBottom" fmla="*/ 404640 h 404280"/>
              </a:gdLst>
              <a:ahLst/>
              <a:cxnLst/>
              <a:rect l="textAreaLeft" t="textAreaTop" r="textAreaRight" b="textAreaBottom"/>
              <a:pathLst>
                <a:path w="435673" h="541115">
                  <a:moveTo>
                    <a:pt x="394621" y="0"/>
                  </a:moveTo>
                  <a:cubicBezTo>
                    <a:pt x="417294" y="0"/>
                    <a:pt x="435674" y="18380"/>
                    <a:pt x="435674" y="41053"/>
                  </a:cubicBezTo>
                  <a:lnTo>
                    <a:pt x="435674" y="500062"/>
                  </a:lnTo>
                  <a:cubicBezTo>
                    <a:pt x="435674" y="522735"/>
                    <a:pt x="417294" y="541115"/>
                    <a:pt x="394621" y="541115"/>
                  </a:cubicBezTo>
                  <a:lnTo>
                    <a:pt x="41053" y="541115"/>
                  </a:lnTo>
                  <a:cubicBezTo>
                    <a:pt x="18380" y="541115"/>
                    <a:pt x="0" y="522735"/>
                    <a:pt x="0" y="500062"/>
                  </a:cubicBezTo>
                  <a:lnTo>
                    <a:pt x="0" y="41053"/>
                  </a:lnTo>
                  <a:cubicBezTo>
                    <a:pt x="0" y="18380"/>
                    <a:pt x="18380" y="0"/>
                    <a:pt x="41053"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90" name="Google Shape;361;p15"/>
            <p:cNvGrpSpPr/>
            <p:nvPr/>
          </p:nvGrpSpPr>
          <p:grpSpPr>
            <a:xfrm>
              <a:off x="715680" y="4719960"/>
              <a:ext cx="122760" cy="30600"/>
              <a:chOff x="715680" y="4719960"/>
              <a:chExt cx="122760" cy="30600"/>
            </a:xfrm>
          </p:grpSpPr>
          <p:sp>
            <p:nvSpPr>
              <p:cNvPr id="191" name="Google Shape;362;p15"/>
              <p:cNvSpPr/>
              <p:nvPr/>
            </p:nvSpPr>
            <p:spPr>
              <a:xfrm flipH="1">
                <a:off x="715320" y="4719960"/>
                <a:ext cx="30600" cy="30600"/>
              </a:xfrm>
              <a:custGeom>
                <a:avLst/>
                <a:gdLst>
                  <a:gd name="textAreaLeft" fmla="*/ -360 w 30600"/>
                  <a:gd name="textAreaRight" fmla="*/ 30600 w 30600"/>
                  <a:gd name="textAreaTop" fmla="*/ 0 h 30600"/>
                  <a:gd name="textAreaBottom" fmla="*/ 30960 h 30600"/>
                </a:gdLst>
                <a:ahLst/>
                <a:cxnLst/>
                <a:rect l="textAreaLeft" t="textAreaTop" r="textAreaRight" b="textAreaBottom"/>
                <a:pathLst>
                  <a:path w="41528" h="41529">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2" name="Google Shape;363;p15"/>
              <p:cNvSpPr/>
              <p:nvPr/>
            </p:nvSpPr>
            <p:spPr>
              <a:xfrm flipH="1">
                <a:off x="761400" y="4719960"/>
                <a:ext cx="30600" cy="30600"/>
              </a:xfrm>
              <a:custGeom>
                <a:avLst/>
                <a:gdLst>
                  <a:gd name="textAreaLeft" fmla="*/ -360 w 30600"/>
                  <a:gd name="textAreaRight" fmla="*/ 30600 w 30600"/>
                  <a:gd name="textAreaTop" fmla="*/ 0 h 30600"/>
                  <a:gd name="textAreaBottom" fmla="*/ 30960 h 30600"/>
                </a:gdLst>
                <a:ahLst/>
                <a:cxnLst/>
                <a:rect l="textAreaLeft" t="textAreaTop" r="textAreaRight" b="textAreaBottom"/>
                <a:pathLst>
                  <a:path w="41528" h="41529">
                    <a:moveTo>
                      <a:pt x="41529" y="20765"/>
                    </a:moveTo>
                    <a:cubicBezTo>
                      <a:pt x="41529" y="32290"/>
                      <a:pt x="32195" y="41529"/>
                      <a:pt x="20764" y="41529"/>
                    </a:cubicBezTo>
                    <a:cubicBezTo>
                      <a:pt x="9334" y="41529"/>
                      <a:pt x="0" y="32194"/>
                      <a:pt x="0" y="20765"/>
                    </a:cubicBezTo>
                    <a:cubicBezTo>
                      <a:pt x="0" y="9334"/>
                      <a:pt x="9334" y="0"/>
                      <a:pt x="20764" y="0"/>
                    </a:cubicBezTo>
                    <a:cubicBezTo>
                      <a:pt x="32195" y="0"/>
                      <a:pt x="41529" y="9334"/>
                      <a:pt x="41529" y="20765"/>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3" name="Google Shape;364;p15"/>
              <p:cNvSpPr/>
              <p:nvPr/>
            </p:nvSpPr>
            <p:spPr>
              <a:xfrm flipH="1">
                <a:off x="807480" y="4719960"/>
                <a:ext cx="30600" cy="30600"/>
              </a:xfrm>
              <a:custGeom>
                <a:avLst/>
                <a:gdLst>
                  <a:gd name="textAreaLeft" fmla="*/ -360 w 30600"/>
                  <a:gd name="textAreaRight" fmla="*/ 30600 w 30600"/>
                  <a:gd name="textAreaTop" fmla="*/ 0 h 30600"/>
                  <a:gd name="textAreaBottom" fmla="*/ 30960 h 30600"/>
                </a:gdLst>
                <a:ahLst/>
                <a:cxnLst/>
                <a:rect l="textAreaLeft" t="textAreaTop" r="textAreaRight" b="textAreaBottom"/>
                <a:pathLst>
                  <a:path w="41529" h="41529">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194" name="Google Shape;365;p15"/>
          <p:cNvGrpSpPr/>
          <p:nvPr/>
        </p:nvGrpSpPr>
        <p:grpSpPr>
          <a:xfrm>
            <a:off x="713520" y="4774680"/>
            <a:ext cx="268560" cy="280440"/>
            <a:chOff x="713520" y="4774680"/>
            <a:chExt cx="268560" cy="280440"/>
          </a:xfrm>
        </p:grpSpPr>
        <p:sp>
          <p:nvSpPr>
            <p:cNvPr id="195" name="Google Shape;366;p15"/>
            <p:cNvSpPr/>
            <p:nvPr/>
          </p:nvSpPr>
          <p:spPr>
            <a:xfrm flipH="1">
              <a:off x="714960" y="4933440"/>
              <a:ext cx="267120" cy="121680"/>
            </a:xfrm>
            <a:custGeom>
              <a:avLst/>
              <a:gdLst>
                <a:gd name="textAreaLeft" fmla="*/ 360 w 267120"/>
                <a:gd name="textAreaRight" fmla="*/ 267840 w 267120"/>
                <a:gd name="textAreaTop" fmla="*/ 0 h 121680"/>
                <a:gd name="textAreaBottom" fmla="*/ 122040 h 121680"/>
              </a:gdLst>
              <a:ahLst/>
              <a:cxnLst/>
              <a:rect l="textAreaLeft" t="textAreaTop" r="textAreaRight" b="textAreaBottom"/>
              <a:pathLst>
                <a:path w="357473" h="163258">
                  <a:moveTo>
                    <a:pt x="40196" y="72962"/>
                  </a:moveTo>
                  <a:lnTo>
                    <a:pt x="0" y="72962"/>
                  </a:lnTo>
                  <a:lnTo>
                    <a:pt x="0" y="90297"/>
                  </a:lnTo>
                  <a:lnTo>
                    <a:pt x="40196" y="90297"/>
                  </a:lnTo>
                  <a:lnTo>
                    <a:pt x="40196" y="72962"/>
                  </a:lnTo>
                  <a:close/>
                  <a:moveTo>
                    <a:pt x="185166" y="126778"/>
                  </a:moveTo>
                  <a:lnTo>
                    <a:pt x="294894" y="126778"/>
                  </a:lnTo>
                  <a:lnTo>
                    <a:pt x="294894" y="109347"/>
                  </a:lnTo>
                  <a:lnTo>
                    <a:pt x="185166" y="109347"/>
                  </a:lnTo>
                  <a:lnTo>
                    <a:pt x="185166" y="126778"/>
                  </a:lnTo>
                  <a:close/>
                  <a:moveTo>
                    <a:pt x="294894" y="0"/>
                  </a:moveTo>
                  <a:lnTo>
                    <a:pt x="38291" y="0"/>
                  </a:lnTo>
                  <a:lnTo>
                    <a:pt x="38291" y="17335"/>
                  </a:lnTo>
                  <a:lnTo>
                    <a:pt x="294894" y="17335"/>
                  </a:lnTo>
                  <a:lnTo>
                    <a:pt x="294894" y="0"/>
                  </a:lnTo>
                  <a:close/>
                  <a:moveTo>
                    <a:pt x="0" y="163259"/>
                  </a:moveTo>
                  <a:lnTo>
                    <a:pt x="99632" y="163259"/>
                  </a:lnTo>
                  <a:lnTo>
                    <a:pt x="99632" y="145828"/>
                  </a:lnTo>
                  <a:lnTo>
                    <a:pt x="0" y="145828"/>
                  </a:lnTo>
                  <a:lnTo>
                    <a:pt x="0" y="163259"/>
                  </a:lnTo>
                  <a:close/>
                  <a:moveTo>
                    <a:pt x="76581" y="36481"/>
                  </a:moveTo>
                  <a:lnTo>
                    <a:pt x="0" y="36481"/>
                  </a:lnTo>
                  <a:lnTo>
                    <a:pt x="0" y="53816"/>
                  </a:lnTo>
                  <a:lnTo>
                    <a:pt x="76581" y="53816"/>
                  </a:lnTo>
                  <a:lnTo>
                    <a:pt x="76581" y="36481"/>
                  </a:lnTo>
                  <a:close/>
                  <a:moveTo>
                    <a:pt x="52483" y="90297"/>
                  </a:moveTo>
                  <a:lnTo>
                    <a:pt x="207836" y="90297"/>
                  </a:lnTo>
                  <a:lnTo>
                    <a:pt x="207836" y="72962"/>
                  </a:lnTo>
                  <a:lnTo>
                    <a:pt x="52483" y="72962"/>
                  </a:lnTo>
                  <a:lnTo>
                    <a:pt x="52483" y="90297"/>
                  </a:lnTo>
                  <a:close/>
                  <a:moveTo>
                    <a:pt x="164402" y="109347"/>
                  </a:moveTo>
                  <a:lnTo>
                    <a:pt x="0" y="109347"/>
                  </a:lnTo>
                  <a:lnTo>
                    <a:pt x="0" y="126778"/>
                  </a:lnTo>
                  <a:lnTo>
                    <a:pt x="164402" y="126778"/>
                  </a:lnTo>
                  <a:lnTo>
                    <a:pt x="164402" y="109347"/>
                  </a:lnTo>
                  <a:close/>
                  <a:moveTo>
                    <a:pt x="220218" y="90297"/>
                  </a:moveTo>
                  <a:lnTo>
                    <a:pt x="357378" y="90297"/>
                  </a:lnTo>
                  <a:lnTo>
                    <a:pt x="357378" y="72962"/>
                  </a:lnTo>
                  <a:lnTo>
                    <a:pt x="220218" y="72962"/>
                  </a:lnTo>
                  <a:lnTo>
                    <a:pt x="220218" y="90297"/>
                  </a:lnTo>
                  <a:close/>
                  <a:moveTo>
                    <a:pt x="97441" y="53816"/>
                  </a:moveTo>
                  <a:lnTo>
                    <a:pt x="357474" y="53816"/>
                  </a:lnTo>
                  <a:lnTo>
                    <a:pt x="357474" y="36481"/>
                  </a:lnTo>
                  <a:lnTo>
                    <a:pt x="97441" y="36481"/>
                  </a:lnTo>
                  <a:lnTo>
                    <a:pt x="97441" y="53816"/>
                  </a:lnTo>
                  <a:close/>
                  <a:moveTo>
                    <a:pt x="305371" y="0"/>
                  </a:moveTo>
                  <a:lnTo>
                    <a:pt x="305371" y="17335"/>
                  </a:lnTo>
                  <a:lnTo>
                    <a:pt x="357378" y="17335"/>
                  </a:lnTo>
                  <a:lnTo>
                    <a:pt x="357378" y="0"/>
                  </a:lnTo>
                  <a:lnTo>
                    <a:pt x="305371" y="0"/>
                  </a:lnTo>
                  <a:close/>
                  <a:moveTo>
                    <a:pt x="315659" y="126778"/>
                  </a:moveTo>
                  <a:lnTo>
                    <a:pt x="357378" y="126778"/>
                  </a:lnTo>
                  <a:lnTo>
                    <a:pt x="357378" y="109347"/>
                  </a:lnTo>
                  <a:lnTo>
                    <a:pt x="315659" y="109347"/>
                  </a:lnTo>
                  <a:lnTo>
                    <a:pt x="315659" y="126778"/>
                  </a:lnTo>
                  <a:close/>
                  <a:moveTo>
                    <a:pt x="120396" y="163259"/>
                  </a:moveTo>
                  <a:lnTo>
                    <a:pt x="222981" y="163259"/>
                  </a:lnTo>
                  <a:lnTo>
                    <a:pt x="222981" y="145828"/>
                  </a:lnTo>
                  <a:lnTo>
                    <a:pt x="120396" y="145828"/>
                  </a:lnTo>
                  <a:lnTo>
                    <a:pt x="120396" y="163259"/>
                  </a:lnTo>
                  <a:close/>
                  <a:moveTo>
                    <a:pt x="235363" y="163259"/>
                  </a:moveTo>
                  <a:lnTo>
                    <a:pt x="313563" y="163259"/>
                  </a:lnTo>
                  <a:lnTo>
                    <a:pt x="313563" y="145828"/>
                  </a:lnTo>
                  <a:lnTo>
                    <a:pt x="235363" y="145828"/>
                  </a:lnTo>
                  <a:lnTo>
                    <a:pt x="235363" y="163259"/>
                  </a:ln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6" name="Google Shape;367;p15"/>
            <p:cNvSpPr/>
            <p:nvPr/>
          </p:nvSpPr>
          <p:spPr>
            <a:xfrm flipH="1">
              <a:off x="713160" y="4774680"/>
              <a:ext cx="264600" cy="134280"/>
            </a:xfrm>
            <a:custGeom>
              <a:avLst/>
              <a:gdLst>
                <a:gd name="textAreaLeft" fmla="*/ -360 w 264600"/>
                <a:gd name="textAreaRight" fmla="*/ 264600 w 264600"/>
                <a:gd name="textAreaTop" fmla="*/ 0 h 134280"/>
                <a:gd name="textAreaBottom" fmla="*/ 134640 h 134280"/>
              </a:gdLst>
              <a:ahLst/>
              <a:cxnLst/>
              <a:rect l="textAreaLeft" t="textAreaTop" r="textAreaRight" b="textAreaBottom"/>
              <a:pathLst>
                <a:path w="353948" h="180117">
                  <a:moveTo>
                    <a:pt x="0" y="0"/>
                  </a:moveTo>
                  <a:lnTo>
                    <a:pt x="353949" y="0"/>
                  </a:lnTo>
                  <a:lnTo>
                    <a:pt x="353949" y="180118"/>
                  </a:lnTo>
                  <a:lnTo>
                    <a:pt x="0" y="180118"/>
                  </a:ln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97" name="Google Shape;368;p15"/>
          <p:cNvGrpSpPr/>
          <p:nvPr/>
        </p:nvGrpSpPr>
        <p:grpSpPr>
          <a:xfrm>
            <a:off x="96120" y="4469400"/>
            <a:ext cx="354960" cy="643680"/>
            <a:chOff x="96120" y="4469400"/>
            <a:chExt cx="354960" cy="643680"/>
          </a:xfrm>
        </p:grpSpPr>
        <p:grpSp>
          <p:nvGrpSpPr>
            <p:cNvPr id="198" name="Google Shape;369;p15"/>
            <p:cNvGrpSpPr/>
            <p:nvPr/>
          </p:nvGrpSpPr>
          <p:grpSpPr>
            <a:xfrm>
              <a:off x="96120" y="4469400"/>
              <a:ext cx="354960" cy="643680"/>
              <a:chOff x="96120" y="4469400"/>
              <a:chExt cx="354960" cy="643680"/>
            </a:xfrm>
          </p:grpSpPr>
          <p:sp>
            <p:nvSpPr>
              <p:cNvPr id="199" name="Google Shape;370;p15"/>
              <p:cNvSpPr/>
              <p:nvPr/>
            </p:nvSpPr>
            <p:spPr>
              <a:xfrm flipH="1">
                <a:off x="96120" y="4469400"/>
                <a:ext cx="354960" cy="643680"/>
              </a:xfrm>
              <a:custGeom>
                <a:avLst/>
                <a:gdLst>
                  <a:gd name="textAreaLeft" fmla="*/ 360 w 354960"/>
                  <a:gd name="textAreaRight" fmla="*/ 355680 w 354960"/>
                  <a:gd name="textAreaTop" fmla="*/ 0 h 643680"/>
                  <a:gd name="textAreaBottom" fmla="*/ 644040 h 643680"/>
                </a:gdLst>
                <a:ahLst/>
                <a:cxnLst/>
                <a:rect l="textAreaLeft" t="textAreaTop" r="textAreaRight" b="textAreaBottom"/>
                <a:pathLst>
                  <a:path w="470725" h="852963">
                    <a:moveTo>
                      <a:pt x="435388" y="0"/>
                    </a:moveTo>
                    <a:cubicBezTo>
                      <a:pt x="454904" y="0"/>
                      <a:pt x="470726" y="15821"/>
                      <a:pt x="470726" y="35338"/>
                    </a:cubicBezTo>
                    <a:lnTo>
                      <a:pt x="470726" y="817626"/>
                    </a:lnTo>
                    <a:cubicBezTo>
                      <a:pt x="470726" y="837143"/>
                      <a:pt x="454904" y="852964"/>
                      <a:pt x="435388" y="852964"/>
                    </a:cubicBezTo>
                    <a:lnTo>
                      <a:pt x="35338" y="852964"/>
                    </a:lnTo>
                    <a:cubicBezTo>
                      <a:pt x="15821" y="852964"/>
                      <a:pt x="0" y="837143"/>
                      <a:pt x="0" y="817626"/>
                    </a:cubicBezTo>
                    <a:lnTo>
                      <a:pt x="0" y="35338"/>
                    </a:lnTo>
                    <a:cubicBezTo>
                      <a:pt x="0" y="15822"/>
                      <a:pt x="15821" y="0"/>
                      <a:pt x="35338"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0" name="Google Shape;371;p15"/>
              <p:cNvSpPr/>
              <p:nvPr/>
            </p:nvSpPr>
            <p:spPr>
              <a:xfrm flipH="1">
                <a:off x="111960" y="4502160"/>
                <a:ext cx="324000" cy="527760"/>
              </a:xfrm>
              <a:custGeom>
                <a:avLst/>
                <a:gdLst>
                  <a:gd name="textAreaLeft" fmla="*/ 360 w 324000"/>
                  <a:gd name="textAreaRight" fmla="*/ 324720 w 324000"/>
                  <a:gd name="textAreaTop" fmla="*/ 0 h 527760"/>
                  <a:gd name="textAreaBottom" fmla="*/ 528120 h 527760"/>
                </a:gdLst>
                <a:ahLst/>
                <a:cxnLst/>
                <a:rect l="textAreaLeft" t="textAreaTop" r="textAreaRight" b="textAreaBottom"/>
                <a:pathLst>
                  <a:path w="429577" h="699420">
                    <a:moveTo>
                      <a:pt x="0" y="0"/>
                    </a:moveTo>
                    <a:lnTo>
                      <a:pt x="429578" y="0"/>
                    </a:lnTo>
                    <a:lnTo>
                      <a:pt x="429578" y="699421"/>
                    </a:lnTo>
                    <a:lnTo>
                      <a:pt x="0" y="69942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01" name="Google Shape;372;p15"/>
            <p:cNvSpPr/>
            <p:nvPr/>
          </p:nvSpPr>
          <p:spPr>
            <a:xfrm flipH="1">
              <a:off x="127440" y="5065200"/>
              <a:ext cx="293040" cy="24120"/>
            </a:xfrm>
            <a:custGeom>
              <a:avLst/>
              <a:gdLst>
                <a:gd name="textAreaLeft" fmla="*/ 360 w 293040"/>
                <a:gd name="textAreaRight" fmla="*/ 293760 w 293040"/>
                <a:gd name="textAreaTop" fmla="*/ 0 h 24120"/>
                <a:gd name="textAreaBottom" fmla="*/ 24480 h 24120"/>
              </a:gdLst>
              <a:ahLst/>
              <a:cxnLst/>
              <a:rect l="textAreaLeft" t="textAreaTop" r="textAreaRight" b="textAreaBottom"/>
              <a:pathLst>
                <a:path w="388334" h="32194">
                  <a:moveTo>
                    <a:pt x="88011" y="0"/>
                  </a:moveTo>
                  <a:lnTo>
                    <a:pt x="16097" y="0"/>
                  </a:lnTo>
                  <a:cubicBezTo>
                    <a:pt x="7239" y="0"/>
                    <a:pt x="0" y="7239"/>
                    <a:pt x="0" y="16097"/>
                  </a:cubicBezTo>
                  <a:cubicBezTo>
                    <a:pt x="0" y="24955"/>
                    <a:pt x="7239" y="32195"/>
                    <a:pt x="16097" y="32195"/>
                  </a:cubicBezTo>
                  <a:lnTo>
                    <a:pt x="88011" y="32195"/>
                  </a:lnTo>
                  <a:cubicBezTo>
                    <a:pt x="96869" y="32195"/>
                    <a:pt x="104108" y="24955"/>
                    <a:pt x="104108" y="16097"/>
                  </a:cubicBezTo>
                  <a:cubicBezTo>
                    <a:pt x="104108" y="7239"/>
                    <a:pt x="96869" y="0"/>
                    <a:pt x="88011" y="0"/>
                  </a:cubicBezTo>
                  <a:close/>
                  <a:moveTo>
                    <a:pt x="230124" y="0"/>
                  </a:moveTo>
                  <a:lnTo>
                    <a:pt x="158210" y="0"/>
                  </a:lnTo>
                  <a:cubicBezTo>
                    <a:pt x="149352" y="0"/>
                    <a:pt x="142113" y="7239"/>
                    <a:pt x="142113" y="16097"/>
                  </a:cubicBezTo>
                  <a:cubicBezTo>
                    <a:pt x="142113" y="24955"/>
                    <a:pt x="149352" y="32195"/>
                    <a:pt x="158210" y="32195"/>
                  </a:cubicBezTo>
                  <a:lnTo>
                    <a:pt x="230124" y="32195"/>
                  </a:lnTo>
                  <a:cubicBezTo>
                    <a:pt x="238982" y="32195"/>
                    <a:pt x="246221" y="24955"/>
                    <a:pt x="246221" y="16097"/>
                  </a:cubicBezTo>
                  <a:cubicBezTo>
                    <a:pt x="246221" y="7239"/>
                    <a:pt x="238982" y="0"/>
                    <a:pt x="230124" y="0"/>
                  </a:cubicBezTo>
                  <a:close/>
                  <a:moveTo>
                    <a:pt x="372237" y="0"/>
                  </a:moveTo>
                  <a:lnTo>
                    <a:pt x="300323" y="0"/>
                  </a:lnTo>
                  <a:cubicBezTo>
                    <a:pt x="291465" y="0"/>
                    <a:pt x="284226" y="7239"/>
                    <a:pt x="284226" y="16097"/>
                  </a:cubicBezTo>
                  <a:cubicBezTo>
                    <a:pt x="284226" y="24955"/>
                    <a:pt x="291465" y="32195"/>
                    <a:pt x="300323" y="32195"/>
                  </a:cubicBezTo>
                  <a:lnTo>
                    <a:pt x="372237" y="32195"/>
                  </a:lnTo>
                  <a:cubicBezTo>
                    <a:pt x="381095" y="32195"/>
                    <a:pt x="388334" y="24955"/>
                    <a:pt x="388334" y="16097"/>
                  </a:cubicBezTo>
                  <a:cubicBezTo>
                    <a:pt x="388334" y="7239"/>
                    <a:pt x="381095" y="0"/>
                    <a:pt x="37223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2240" bIns="12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02" name="Google Shape;373;p15"/>
          <p:cNvGrpSpPr/>
          <p:nvPr/>
        </p:nvGrpSpPr>
        <p:grpSpPr>
          <a:xfrm>
            <a:off x="7976160" y="116280"/>
            <a:ext cx="1061640" cy="558720"/>
            <a:chOff x="7976160" y="116280"/>
            <a:chExt cx="1061640" cy="558720"/>
          </a:xfrm>
        </p:grpSpPr>
        <p:sp>
          <p:nvSpPr>
            <p:cNvPr id="203" name="Google Shape;374;p15"/>
            <p:cNvSpPr/>
            <p:nvPr/>
          </p:nvSpPr>
          <p:spPr>
            <a:xfrm>
              <a:off x="7976160" y="116280"/>
              <a:ext cx="1061640" cy="558720"/>
            </a:xfrm>
            <a:custGeom>
              <a:avLst/>
              <a:gdLst>
                <a:gd name="textAreaLeft" fmla="*/ 0 w 1061640"/>
                <a:gd name="textAreaRight" fmla="*/ 1062000 w 1061640"/>
                <a:gd name="textAreaTop" fmla="*/ 0 h 558720"/>
                <a:gd name="textAreaBottom" fmla="*/ 559080 h 558720"/>
              </a:gdLst>
              <a:ahLst/>
              <a:cxnLst/>
              <a:rect l="textAreaLeft" t="textAreaTop" r="textAreaRight" b="textAreaBottom"/>
              <a:pathLst>
                <a:path w="1262157" h="664368">
                  <a:moveTo>
                    <a:pt x="1102233" y="344424"/>
                  </a:moveTo>
                  <a:cubicBezTo>
                    <a:pt x="1090231" y="344424"/>
                    <a:pt x="1078611" y="345757"/>
                    <a:pt x="1067372" y="348234"/>
                  </a:cubicBezTo>
                  <a:cubicBezTo>
                    <a:pt x="1048131" y="223838"/>
                    <a:pt x="945166" y="127159"/>
                    <a:pt x="817816" y="117348"/>
                  </a:cubicBezTo>
                  <a:cubicBezTo>
                    <a:pt x="756856" y="45625"/>
                    <a:pt x="666083" y="0"/>
                    <a:pt x="564547" y="0"/>
                  </a:cubicBezTo>
                  <a:cubicBezTo>
                    <a:pt x="398526" y="0"/>
                    <a:pt x="260890" y="121825"/>
                    <a:pt x="236220" y="280988"/>
                  </a:cubicBezTo>
                  <a:cubicBezTo>
                    <a:pt x="222599" y="277939"/>
                    <a:pt x="208502" y="276320"/>
                    <a:pt x="194024" y="276320"/>
                  </a:cubicBezTo>
                  <a:cubicBezTo>
                    <a:pt x="86868" y="276320"/>
                    <a:pt x="0" y="363188"/>
                    <a:pt x="0" y="470345"/>
                  </a:cubicBezTo>
                  <a:cubicBezTo>
                    <a:pt x="0" y="577501"/>
                    <a:pt x="86868" y="664369"/>
                    <a:pt x="194024" y="664369"/>
                  </a:cubicBezTo>
                  <a:lnTo>
                    <a:pt x="1102138" y="664369"/>
                  </a:lnTo>
                  <a:cubicBezTo>
                    <a:pt x="1190530" y="664369"/>
                    <a:pt x="1262158" y="592741"/>
                    <a:pt x="1262158" y="504349"/>
                  </a:cubicBezTo>
                  <a:cubicBezTo>
                    <a:pt x="1262158" y="415957"/>
                    <a:pt x="1190530" y="344329"/>
                    <a:pt x="1102138" y="344329"/>
                  </a:cubicBezTo>
                  <a:close/>
                </a:path>
              </a:pathLst>
            </a:custGeom>
            <a:solidFill>
              <a:srgbClr val="42444F"/>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204" name="Google Shape;375;p15"/>
            <p:cNvGrpSpPr/>
            <p:nvPr/>
          </p:nvGrpSpPr>
          <p:grpSpPr>
            <a:xfrm>
              <a:off x="8325720" y="282960"/>
              <a:ext cx="281160" cy="319320"/>
              <a:chOff x="8325720" y="282960"/>
              <a:chExt cx="281160" cy="319320"/>
            </a:xfrm>
          </p:grpSpPr>
          <p:grpSp>
            <p:nvGrpSpPr>
              <p:cNvPr id="205" name="Google Shape;376;p15"/>
              <p:cNvGrpSpPr/>
              <p:nvPr/>
            </p:nvGrpSpPr>
            <p:grpSpPr>
              <a:xfrm>
                <a:off x="8325720" y="282960"/>
                <a:ext cx="281160" cy="319320"/>
                <a:chOff x="8325720" y="282960"/>
                <a:chExt cx="281160" cy="319320"/>
              </a:xfrm>
            </p:grpSpPr>
            <p:grpSp>
              <p:nvGrpSpPr>
                <p:cNvPr id="206" name="Google Shape;377;p15"/>
                <p:cNvGrpSpPr/>
                <p:nvPr/>
              </p:nvGrpSpPr>
              <p:grpSpPr>
                <a:xfrm>
                  <a:off x="8325720" y="481320"/>
                  <a:ext cx="281160" cy="120960"/>
                  <a:chOff x="8325720" y="481320"/>
                  <a:chExt cx="281160" cy="120960"/>
                </a:xfrm>
              </p:grpSpPr>
              <p:sp>
                <p:nvSpPr>
                  <p:cNvPr id="207" name="Google Shape;378;p15"/>
                  <p:cNvSpPr/>
                  <p:nvPr/>
                </p:nvSpPr>
                <p:spPr>
                  <a:xfrm>
                    <a:off x="8325720" y="506880"/>
                    <a:ext cx="281160" cy="95400"/>
                  </a:xfrm>
                  <a:custGeom>
                    <a:avLst/>
                    <a:gdLst>
                      <a:gd name="textAreaLeft" fmla="*/ 0 w 281160"/>
                      <a:gd name="textAreaRight" fmla="*/ 281520 w 281160"/>
                      <a:gd name="textAreaTop" fmla="*/ 0 h 95400"/>
                      <a:gd name="textAreaBottom" fmla="*/ 95760 h 95400"/>
                    </a:gdLst>
                    <a:ahLst/>
                    <a:cxnLst/>
                    <a:rect l="textAreaLeft" t="textAreaTop" r="textAreaRight" b="textAreaBottom"/>
                    <a:pathLst>
                      <a:path w="334422" h="113918">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8" name="Google Shape;379;p15"/>
                  <p:cNvSpPr/>
                  <p:nvPr/>
                </p:nvSpPr>
                <p:spPr>
                  <a:xfrm>
                    <a:off x="8326080" y="481320"/>
                    <a:ext cx="280800" cy="50760"/>
                  </a:xfrm>
                  <a:custGeom>
                    <a:avLst/>
                    <a:gdLst>
                      <a:gd name="textAreaLeft" fmla="*/ 0 w 280800"/>
                      <a:gd name="textAreaRight" fmla="*/ 281160 w 280800"/>
                      <a:gd name="textAreaTop" fmla="*/ 0 h 50760"/>
                      <a:gd name="textAreaBottom" fmla="*/ 51120 h 50760"/>
                    </a:gdLst>
                    <a:ahLst/>
                    <a:cxnLst/>
                    <a:rect l="textAreaLeft" t="textAreaTop" r="textAreaRight" b="textAreaBottom"/>
                    <a:pathLst>
                      <a:path w="334327" h="60769">
                        <a:moveTo>
                          <a:pt x="334328" y="30385"/>
                        </a:moveTo>
                        <a:cubicBezTo>
                          <a:pt x="334328" y="47166"/>
                          <a:pt x="259486" y="60770"/>
                          <a:pt x="167164" y="60770"/>
                        </a:cubicBezTo>
                        <a:cubicBezTo>
                          <a:pt x="74842" y="60770"/>
                          <a:pt x="0" y="47166"/>
                          <a:pt x="0" y="30385"/>
                        </a:cubicBezTo>
                        <a:cubicBezTo>
                          <a:pt x="0" y="13604"/>
                          <a:pt x="74842" y="0"/>
                          <a:pt x="167164" y="0"/>
                        </a:cubicBezTo>
                        <a:cubicBezTo>
                          <a:pt x="259486" y="0"/>
                          <a:pt x="334328" y="13604"/>
                          <a:pt x="334328" y="30385"/>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09" name="Google Shape;380;p15"/>
                <p:cNvGrpSpPr/>
                <p:nvPr/>
              </p:nvGrpSpPr>
              <p:grpSpPr>
                <a:xfrm>
                  <a:off x="8325720" y="381960"/>
                  <a:ext cx="281160" cy="120960"/>
                  <a:chOff x="8325720" y="381960"/>
                  <a:chExt cx="281160" cy="120960"/>
                </a:xfrm>
              </p:grpSpPr>
              <p:sp>
                <p:nvSpPr>
                  <p:cNvPr id="210" name="Google Shape;381;p15"/>
                  <p:cNvSpPr/>
                  <p:nvPr/>
                </p:nvSpPr>
                <p:spPr>
                  <a:xfrm>
                    <a:off x="8325720" y="407520"/>
                    <a:ext cx="281160" cy="95400"/>
                  </a:xfrm>
                  <a:custGeom>
                    <a:avLst/>
                    <a:gdLst>
                      <a:gd name="textAreaLeft" fmla="*/ 0 w 281160"/>
                      <a:gd name="textAreaRight" fmla="*/ 281520 w 281160"/>
                      <a:gd name="textAreaTop" fmla="*/ 0 h 95400"/>
                      <a:gd name="textAreaBottom" fmla="*/ 95760 h 95400"/>
                    </a:gdLst>
                    <a:ahLst/>
                    <a:cxnLst/>
                    <a:rect l="textAreaLeft" t="textAreaTop" r="textAreaRight" b="textAreaBottom"/>
                    <a:pathLst>
                      <a:path w="334422" h="113918">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1" name="Google Shape;382;p15"/>
                  <p:cNvSpPr/>
                  <p:nvPr/>
                </p:nvSpPr>
                <p:spPr>
                  <a:xfrm>
                    <a:off x="8326080" y="381960"/>
                    <a:ext cx="280800" cy="50760"/>
                  </a:xfrm>
                  <a:custGeom>
                    <a:avLst/>
                    <a:gdLst>
                      <a:gd name="textAreaLeft" fmla="*/ 0 w 280800"/>
                      <a:gd name="textAreaRight" fmla="*/ 281160 w 280800"/>
                      <a:gd name="textAreaTop" fmla="*/ 0 h 50760"/>
                      <a:gd name="textAreaBottom" fmla="*/ 51120 h 50760"/>
                    </a:gdLst>
                    <a:ahLst/>
                    <a:cxnLst/>
                    <a:rect l="textAreaLeft" t="textAreaTop" r="textAreaRight" b="textAreaBottom"/>
                    <a:pathLst>
                      <a:path w="334327" h="60769">
                        <a:moveTo>
                          <a:pt x="334328" y="30385"/>
                        </a:moveTo>
                        <a:cubicBezTo>
                          <a:pt x="334328" y="47166"/>
                          <a:pt x="259486" y="60769"/>
                          <a:pt x="167164" y="60769"/>
                        </a:cubicBezTo>
                        <a:cubicBezTo>
                          <a:pt x="74842" y="60769"/>
                          <a:pt x="0" y="47166"/>
                          <a:pt x="0" y="30385"/>
                        </a:cubicBezTo>
                        <a:cubicBezTo>
                          <a:pt x="0" y="13604"/>
                          <a:pt x="74842" y="0"/>
                          <a:pt x="167164" y="0"/>
                        </a:cubicBezTo>
                        <a:cubicBezTo>
                          <a:pt x="259486" y="0"/>
                          <a:pt x="334328" y="13604"/>
                          <a:pt x="334328" y="30385"/>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12" name="Google Shape;383;p15"/>
                <p:cNvGrpSpPr/>
                <p:nvPr/>
              </p:nvGrpSpPr>
              <p:grpSpPr>
                <a:xfrm>
                  <a:off x="8325720" y="282960"/>
                  <a:ext cx="281160" cy="120960"/>
                  <a:chOff x="8325720" y="282960"/>
                  <a:chExt cx="281160" cy="120960"/>
                </a:xfrm>
              </p:grpSpPr>
              <p:sp>
                <p:nvSpPr>
                  <p:cNvPr id="213" name="Google Shape;384;p15"/>
                  <p:cNvSpPr/>
                  <p:nvPr/>
                </p:nvSpPr>
                <p:spPr>
                  <a:xfrm>
                    <a:off x="8325720" y="308520"/>
                    <a:ext cx="281160" cy="95400"/>
                  </a:xfrm>
                  <a:custGeom>
                    <a:avLst/>
                    <a:gdLst>
                      <a:gd name="textAreaLeft" fmla="*/ 0 w 281160"/>
                      <a:gd name="textAreaRight" fmla="*/ 281520 w 281160"/>
                      <a:gd name="textAreaTop" fmla="*/ 0 h 95400"/>
                      <a:gd name="textAreaBottom" fmla="*/ 95760 h 95400"/>
                    </a:gdLst>
                    <a:ahLst/>
                    <a:cxnLst/>
                    <a:rect l="textAreaLeft" t="textAreaTop" r="textAreaRight" b="textAreaBottom"/>
                    <a:pathLst>
                      <a:path w="334422" h="113918">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4" name="Google Shape;385;p15"/>
                  <p:cNvSpPr/>
                  <p:nvPr/>
                </p:nvSpPr>
                <p:spPr>
                  <a:xfrm>
                    <a:off x="8326080" y="282960"/>
                    <a:ext cx="280800" cy="50760"/>
                  </a:xfrm>
                  <a:custGeom>
                    <a:avLst/>
                    <a:gdLst>
                      <a:gd name="textAreaLeft" fmla="*/ 0 w 280800"/>
                      <a:gd name="textAreaRight" fmla="*/ 281160 w 280800"/>
                      <a:gd name="textAreaTop" fmla="*/ 0 h 50760"/>
                      <a:gd name="textAreaBottom" fmla="*/ 51120 h 50760"/>
                    </a:gdLst>
                    <a:ahLst/>
                    <a:cxnLst/>
                    <a:rect l="textAreaLeft" t="textAreaTop" r="textAreaRight" b="textAreaBottom"/>
                    <a:pathLst>
                      <a:path w="334327" h="60769">
                        <a:moveTo>
                          <a:pt x="334328" y="30385"/>
                        </a:moveTo>
                        <a:cubicBezTo>
                          <a:pt x="334328" y="47149"/>
                          <a:pt x="259461" y="60770"/>
                          <a:pt x="167164" y="60770"/>
                        </a:cubicBezTo>
                        <a:cubicBezTo>
                          <a:pt x="74866" y="60770"/>
                          <a:pt x="0" y="47149"/>
                          <a:pt x="0" y="30385"/>
                        </a:cubicBezTo>
                        <a:cubicBezTo>
                          <a:pt x="0" y="13621"/>
                          <a:pt x="74866" y="0"/>
                          <a:pt x="167164" y="0"/>
                        </a:cubicBezTo>
                        <a:cubicBezTo>
                          <a:pt x="259461" y="0"/>
                          <a:pt x="334328" y="13621"/>
                          <a:pt x="334328" y="30385"/>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215" name="Google Shape;386;p15"/>
              <p:cNvSpPr/>
              <p:nvPr/>
            </p:nvSpPr>
            <p:spPr>
              <a:xfrm>
                <a:off x="8539920" y="345960"/>
                <a:ext cx="31680" cy="31680"/>
              </a:xfrm>
              <a:custGeom>
                <a:avLst/>
                <a:gdLst>
                  <a:gd name="textAreaLeft" fmla="*/ 0 w 31680"/>
                  <a:gd name="textAreaRight" fmla="*/ 32040 w 31680"/>
                  <a:gd name="textAreaTop" fmla="*/ 0 h 31680"/>
                  <a:gd name="textAreaBottom" fmla="*/ 32040 h 31680"/>
                </a:gdLst>
                <a:ahLst/>
                <a:cxnLst/>
                <a:rect l="textAreaLeft" t="textAreaTop" r="textAreaRight" b="textAreaBottom"/>
                <a:pathLst>
                  <a:path w="38100" h="38100">
                    <a:moveTo>
                      <a:pt x="38100" y="19050"/>
                    </a:moveTo>
                    <a:cubicBezTo>
                      <a:pt x="38100" y="29623"/>
                      <a:pt x="29528" y="38100"/>
                      <a:pt x="19050" y="38100"/>
                    </a:cubicBezTo>
                    <a:cubicBezTo>
                      <a:pt x="8572" y="38100"/>
                      <a:pt x="0" y="29528"/>
                      <a:pt x="0" y="19050"/>
                    </a:cubicBezTo>
                    <a:cubicBezTo>
                      <a:pt x="0" y="8572"/>
                      <a:pt x="8572" y="0"/>
                      <a:pt x="19050" y="0"/>
                    </a:cubicBezTo>
                    <a:cubicBezTo>
                      <a:pt x="29528" y="0"/>
                      <a:pt x="38100" y="8572"/>
                      <a:pt x="38100" y="19050"/>
                    </a:cubicBezTo>
                    <a:close/>
                  </a:path>
                </a:pathLst>
              </a:custGeom>
              <a:solidFill>
                <a:srgbClr val="55C0ED"/>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6" name="Google Shape;387;p15"/>
              <p:cNvSpPr/>
              <p:nvPr/>
            </p:nvSpPr>
            <p:spPr>
              <a:xfrm>
                <a:off x="8539920" y="443520"/>
                <a:ext cx="31680" cy="31680"/>
              </a:xfrm>
              <a:custGeom>
                <a:avLst/>
                <a:gdLst>
                  <a:gd name="textAreaLeft" fmla="*/ 0 w 31680"/>
                  <a:gd name="textAreaRight" fmla="*/ 32040 w 31680"/>
                  <a:gd name="textAreaTop" fmla="*/ 0 h 31680"/>
                  <a:gd name="textAreaBottom" fmla="*/ 32040 h 31680"/>
                </a:gdLst>
                <a:ahLst/>
                <a:cxnLst/>
                <a:rect l="textAreaLeft" t="textAreaTop" r="textAreaRight" b="textAreaBottom"/>
                <a:pathLst>
                  <a:path w="38100" h="3810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7" name="Google Shape;388;p15"/>
              <p:cNvSpPr/>
              <p:nvPr/>
            </p:nvSpPr>
            <p:spPr>
              <a:xfrm>
                <a:off x="8539920" y="545040"/>
                <a:ext cx="31680" cy="31680"/>
              </a:xfrm>
              <a:custGeom>
                <a:avLst/>
                <a:gdLst>
                  <a:gd name="textAreaLeft" fmla="*/ 0 w 31680"/>
                  <a:gd name="textAreaRight" fmla="*/ 32040 w 31680"/>
                  <a:gd name="textAreaTop" fmla="*/ 0 h 31680"/>
                  <a:gd name="textAreaBottom" fmla="*/ 32040 h 31680"/>
                </a:gdLst>
                <a:ahLst/>
                <a:cxnLst/>
                <a:rect l="textAreaLeft" t="textAreaTop" r="textAreaRight" b="textAreaBottom"/>
                <a:pathLst>
                  <a:path w="38100" h="3810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218" name="Google Shape;389;p15"/>
          <p:cNvGrpSpPr/>
          <p:nvPr/>
        </p:nvGrpSpPr>
        <p:grpSpPr>
          <a:xfrm>
            <a:off x="457560" y="4797720"/>
            <a:ext cx="217800" cy="15840"/>
            <a:chOff x="457560" y="4797720"/>
            <a:chExt cx="217800" cy="15840"/>
          </a:xfrm>
        </p:grpSpPr>
        <p:sp>
          <p:nvSpPr>
            <p:cNvPr id="219" name="Google Shape;390;p15"/>
            <p:cNvSpPr/>
            <p:nvPr/>
          </p:nvSpPr>
          <p:spPr>
            <a:xfrm rot="16200000" flipV="1">
              <a:off x="563400" y="4701240"/>
              <a:ext cx="5760" cy="202320"/>
            </a:xfrm>
            <a:custGeom>
              <a:avLst/>
              <a:gdLst>
                <a:gd name="textAreaLeft" fmla="*/ 0 w 5760"/>
                <a:gd name="textAreaRight" fmla="*/ 6120 w 5760"/>
                <a:gd name="textAreaTop" fmla="*/ 360 h 202320"/>
                <a:gd name="textAreaBottom" fmla="*/ 203040 h 202320"/>
              </a:gdLst>
              <a:ahLst/>
              <a:cxnLst/>
              <a:rect l="textAreaLeft" t="textAreaTop" r="textAreaRight" b="textAreaBottom"/>
              <a:pathLst>
                <a:path w="9525" h="307467">
                  <a:moveTo>
                    <a:pt x="-1" y="307467"/>
                  </a:moveTo>
                  <a:lnTo>
                    <a:pt x="-1" y="0"/>
                  </a:lnTo>
                </a:path>
              </a:pathLst>
            </a:custGeom>
            <a:solidFill>
              <a:schemeClr val="accent4"/>
            </a:solidFill>
            <a:ln w="10950">
              <a:solidFill>
                <a:srgbClr val="6F7082"/>
              </a:solidFill>
              <a:prstDash val="dashDot"/>
              <a:miter/>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0" name="Google Shape;391;p15"/>
            <p:cNvSpPr/>
            <p:nvPr/>
          </p:nvSpPr>
          <p:spPr>
            <a:xfrm rot="16200000" flipV="1">
              <a:off x="457560" y="4797720"/>
              <a:ext cx="15840" cy="15840"/>
            </a:xfrm>
            <a:custGeom>
              <a:avLst/>
              <a:gdLst>
                <a:gd name="textAreaLeft" fmla="*/ 0 w 15840"/>
                <a:gd name="textAreaRight" fmla="*/ 16200 w 15840"/>
                <a:gd name="textAreaTop" fmla="*/ 360 h 15840"/>
                <a:gd name="textAreaBottom" fmla="*/ 16560 h 15840"/>
              </a:gdLst>
              <a:ahLst/>
              <a:cxnLst/>
              <a:rect l="textAreaLeft" t="textAreaTop" r="textAreaRight" b="textAreaBottom"/>
              <a:pathLst>
                <a:path w="24764" h="24765">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a:solidFill>
                <a:srgbClr val="6F7082"/>
              </a:solidFill>
              <a:round/>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1" name="Google Shape;392;p15"/>
            <p:cNvSpPr/>
            <p:nvPr/>
          </p:nvSpPr>
          <p:spPr>
            <a:xfrm rot="16200000" flipV="1">
              <a:off x="659520" y="4797720"/>
              <a:ext cx="15840" cy="15840"/>
            </a:xfrm>
            <a:custGeom>
              <a:avLst/>
              <a:gdLst>
                <a:gd name="textAreaLeft" fmla="*/ 0 w 15840"/>
                <a:gd name="textAreaRight" fmla="*/ 16200 w 15840"/>
                <a:gd name="textAreaTop" fmla="*/ 360 h 15840"/>
                <a:gd name="textAreaBottom" fmla="*/ 16560 h 15840"/>
              </a:gdLst>
              <a:ahLst/>
              <a:cxnLst/>
              <a:rect l="textAreaLeft" t="textAreaTop" r="textAreaRight" b="textAreaBottom"/>
              <a:pathLst>
                <a:path w="24764" h="24764">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a:solidFill>
                <a:srgbClr val="6F7082"/>
              </a:solidFill>
              <a:round/>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22" name="Google Shape;393;p15"/>
          <p:cNvSpPr/>
          <p:nvPr/>
        </p:nvSpPr>
        <p:spPr>
          <a:xfrm rot="21067200">
            <a:off x="7984080" y="4422600"/>
            <a:ext cx="1660680" cy="1342800"/>
          </a:xfrm>
          <a:custGeom>
            <a:avLst/>
            <a:gdLst>
              <a:gd name="textAreaLeft" fmla="*/ 0 w 1660680"/>
              <a:gd name="textAreaRight" fmla="*/ 1661040 w 1660680"/>
              <a:gd name="textAreaTop" fmla="*/ 0 h 1342800"/>
              <a:gd name="textAreaBottom" fmla="*/ 1343160 h 134280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3" name="Google Shape;394;p15"/>
          <p:cNvSpPr/>
          <p:nvPr/>
        </p:nvSpPr>
        <p:spPr>
          <a:xfrm rot="16454400" flipH="1">
            <a:off x="-1234800" y="72000"/>
            <a:ext cx="2404080" cy="1318320"/>
          </a:xfrm>
          <a:custGeom>
            <a:avLst/>
            <a:gdLst>
              <a:gd name="textAreaLeft" fmla="*/ -360 w 2404080"/>
              <a:gd name="textAreaRight" fmla="*/ 2404080 w 2404080"/>
              <a:gd name="textAreaTop" fmla="*/ 0 h 1318320"/>
              <a:gd name="textAreaBottom" fmla="*/ 1318680 h 13183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4"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USTOM_6">
    <p:bg>
      <p:bgPr>
        <a:solidFill>
          <a:schemeClr val="lt1"/>
        </a:solidFill>
        <a:effectLst/>
      </p:bgPr>
    </p:bg>
    <p:spTree>
      <p:nvGrpSpPr>
        <p:cNvPr id="1" name=""/>
        <p:cNvGrpSpPr/>
        <p:nvPr/>
      </p:nvGrpSpPr>
      <p:grpSpPr>
        <a:xfrm>
          <a:off x="0" y="0"/>
          <a:ext cx="0" cy="0"/>
          <a:chOff x="0" y="0"/>
          <a:chExt cx="0" cy="0"/>
        </a:xfrm>
      </p:grpSpPr>
      <p:sp>
        <p:nvSpPr>
          <p:cNvPr id="225"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226" name="Google Shape;403;p16"/>
          <p:cNvSpPr/>
          <p:nvPr/>
        </p:nvSpPr>
        <p:spPr>
          <a:xfrm rot="8800800" flipH="1">
            <a:off x="7902360" y="4181760"/>
            <a:ext cx="1679760" cy="1358280"/>
          </a:xfrm>
          <a:custGeom>
            <a:avLst/>
            <a:gdLst>
              <a:gd name="textAreaLeft" fmla="*/ 360 w 1679760"/>
              <a:gd name="textAreaRight" fmla="*/ 1680480 w 1679760"/>
              <a:gd name="textAreaTop" fmla="*/ 0 h 1358280"/>
              <a:gd name="textAreaBottom" fmla="*/ 1358640 h 135828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7" name="Google Shape;404;p16"/>
          <p:cNvSpPr/>
          <p:nvPr/>
        </p:nvSpPr>
        <p:spPr>
          <a:xfrm rot="12657600" flipH="1">
            <a:off x="-983160" y="4040280"/>
            <a:ext cx="2473920" cy="2000160"/>
          </a:xfrm>
          <a:custGeom>
            <a:avLst/>
            <a:gdLst>
              <a:gd name="textAreaLeft" fmla="*/ 360 w 2473920"/>
              <a:gd name="textAreaRight" fmla="*/ 2474640 w 2473920"/>
              <a:gd name="textAreaTop" fmla="*/ 0 h 2000160"/>
              <a:gd name="textAreaBottom" fmla="*/ 2000520 h 200016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8" name="Google Shape;405;p16"/>
          <p:cNvSpPr/>
          <p:nvPr/>
        </p:nvSpPr>
        <p:spPr>
          <a:xfrm rot="1554000" flipH="1">
            <a:off x="7562520" y="-663480"/>
            <a:ext cx="2112120" cy="2002320"/>
          </a:xfrm>
          <a:custGeom>
            <a:avLst/>
            <a:gdLst>
              <a:gd name="textAreaLeft" fmla="*/ -360 w 2112120"/>
              <a:gd name="textAreaRight" fmla="*/ 2112120 w 2112120"/>
              <a:gd name="textAreaTop" fmla="*/ 0 h 2002320"/>
              <a:gd name="textAreaBottom" fmla="*/ 2002680 h 20023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9" name="Google Shape;406;p16"/>
          <p:cNvSpPr/>
          <p:nvPr/>
        </p:nvSpPr>
        <p:spPr>
          <a:xfrm>
            <a:off x="63000" y="1725480"/>
            <a:ext cx="605880" cy="37080"/>
          </a:xfrm>
          <a:custGeom>
            <a:avLst/>
            <a:gdLst>
              <a:gd name="textAreaLeft" fmla="*/ 0 w 605880"/>
              <a:gd name="textAreaRight" fmla="*/ 606240 w 605880"/>
              <a:gd name="textAreaTop" fmla="*/ 0 h 37080"/>
              <a:gd name="textAreaBottom" fmla="*/ 37440 h 37080"/>
            </a:gdLst>
            <a:ahLst/>
            <a:cxnLst/>
            <a:rect l="textAreaLeft" t="textAreaTop" r="textAreaRight" b="textAreaBottom"/>
            <a:pathLst>
              <a:path w="824770" h="50863">
                <a:moveTo>
                  <a:pt x="799338" y="50863"/>
                </a:moveTo>
                <a:lnTo>
                  <a:pt x="25432" y="50863"/>
                </a:lnTo>
                <a:cubicBezTo>
                  <a:pt x="11430" y="50863"/>
                  <a:pt x="0" y="39433"/>
                  <a:pt x="0" y="25432"/>
                </a:cubicBezTo>
                <a:lnTo>
                  <a:pt x="0" y="25432"/>
                </a:lnTo>
                <a:cubicBezTo>
                  <a:pt x="0" y="11430"/>
                  <a:pt x="11430" y="0"/>
                  <a:pt x="25432" y="0"/>
                </a:cubicBezTo>
                <a:lnTo>
                  <a:pt x="799338" y="0"/>
                </a:lnTo>
                <a:cubicBezTo>
                  <a:pt x="813339" y="0"/>
                  <a:pt x="824770" y="11430"/>
                  <a:pt x="824770" y="25432"/>
                </a:cubicBezTo>
                <a:lnTo>
                  <a:pt x="824770" y="25432"/>
                </a:lnTo>
                <a:cubicBezTo>
                  <a:pt x="824770" y="39433"/>
                  <a:pt x="813339" y="50863"/>
                  <a:pt x="799338" y="50863"/>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18720" bIns="18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30" name="Google Shape;407;p16"/>
          <p:cNvGrpSpPr/>
          <p:nvPr/>
        </p:nvGrpSpPr>
        <p:grpSpPr>
          <a:xfrm>
            <a:off x="96480" y="951120"/>
            <a:ext cx="551520" cy="792720"/>
            <a:chOff x="96480" y="951120"/>
            <a:chExt cx="551520" cy="792720"/>
          </a:xfrm>
        </p:grpSpPr>
        <p:grpSp>
          <p:nvGrpSpPr>
            <p:cNvPr id="231" name="Google Shape;408;p16"/>
            <p:cNvGrpSpPr/>
            <p:nvPr/>
          </p:nvGrpSpPr>
          <p:grpSpPr>
            <a:xfrm>
              <a:off x="96480" y="951120"/>
              <a:ext cx="459720" cy="792720"/>
              <a:chOff x="96480" y="951120"/>
              <a:chExt cx="459720" cy="792720"/>
            </a:xfrm>
          </p:grpSpPr>
          <p:grpSp>
            <p:nvGrpSpPr>
              <p:cNvPr id="232" name="Google Shape;409;p16"/>
              <p:cNvGrpSpPr/>
              <p:nvPr/>
            </p:nvGrpSpPr>
            <p:grpSpPr>
              <a:xfrm>
                <a:off x="378360" y="1068840"/>
                <a:ext cx="177840" cy="675000"/>
                <a:chOff x="378360" y="1068840"/>
                <a:chExt cx="177840" cy="675000"/>
              </a:xfrm>
            </p:grpSpPr>
            <p:sp>
              <p:nvSpPr>
                <p:cNvPr id="233" name="Google Shape;410;p16"/>
                <p:cNvSpPr/>
                <p:nvPr/>
              </p:nvSpPr>
              <p:spPr>
                <a:xfrm rot="21152400">
                  <a:off x="421200" y="1071720"/>
                  <a:ext cx="91800" cy="668880"/>
                </a:xfrm>
                <a:custGeom>
                  <a:avLst/>
                  <a:gdLst>
                    <a:gd name="textAreaLeft" fmla="*/ 0 w 91800"/>
                    <a:gd name="textAreaRight" fmla="*/ 92160 w 91800"/>
                    <a:gd name="textAreaTop" fmla="*/ 0 h 668880"/>
                    <a:gd name="textAreaBottom" fmla="*/ 669240 h 668880"/>
                  </a:gdLst>
                  <a:ahLst/>
                  <a:cxnLst/>
                  <a:rect l="textAreaLeft" t="textAreaTop" r="textAreaRight" b="textAreaBottom"/>
                  <a:pathLst>
                    <a:path w="125444" h="909637">
                      <a:moveTo>
                        <a:pt x="0" y="0"/>
                      </a:moveTo>
                      <a:lnTo>
                        <a:pt x="125445" y="0"/>
                      </a:lnTo>
                      <a:lnTo>
                        <a:pt x="125445" y="909637"/>
                      </a:lnTo>
                      <a:lnTo>
                        <a:pt x="0" y="909637"/>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4" name="Google Shape;411;p16"/>
                <p:cNvSpPr/>
                <p:nvPr/>
              </p:nvSpPr>
              <p:spPr>
                <a:xfrm>
                  <a:off x="414720" y="1101600"/>
                  <a:ext cx="30600" cy="30600"/>
                </a:xfrm>
                <a:custGeom>
                  <a:avLst/>
                  <a:gdLst>
                    <a:gd name="textAreaLeft" fmla="*/ 0 w 30600"/>
                    <a:gd name="textAreaRight" fmla="*/ 30960 w 30600"/>
                    <a:gd name="textAreaTop" fmla="*/ 0 h 30600"/>
                    <a:gd name="textAreaBottom" fmla="*/ 30960 h 30600"/>
                  </a:gdLst>
                  <a:ahLst/>
                  <a:cxnLst/>
                  <a:rect l="textAreaLeft" t="textAreaTop" r="textAreaRight" b="textAreaBottom"/>
                  <a:pathLst>
                    <a:path w="42088" h="42088">
                      <a:moveTo>
                        <a:pt x="41904" y="18282"/>
                      </a:moveTo>
                      <a:cubicBezTo>
                        <a:pt x="43428" y="29807"/>
                        <a:pt x="35331" y="40380"/>
                        <a:pt x="23806" y="41904"/>
                      </a:cubicBezTo>
                      <a:cubicBezTo>
                        <a:pt x="12281" y="43428"/>
                        <a:pt x="1709" y="35332"/>
                        <a:pt x="184" y="23806"/>
                      </a:cubicBezTo>
                      <a:cubicBezTo>
                        <a:pt x="-1340" y="12281"/>
                        <a:pt x="6756" y="1708"/>
                        <a:pt x="18282" y="184"/>
                      </a:cubicBezTo>
                      <a:cubicBezTo>
                        <a:pt x="29807" y="-1340"/>
                        <a:pt x="40380" y="6757"/>
                        <a:pt x="41904" y="18282"/>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5" name="Google Shape;412;p16"/>
                <p:cNvSpPr/>
                <p:nvPr/>
              </p:nvSpPr>
              <p:spPr>
                <a:xfrm>
                  <a:off x="421200" y="1150920"/>
                  <a:ext cx="30600" cy="30600"/>
                </a:xfrm>
                <a:custGeom>
                  <a:avLst/>
                  <a:gdLst>
                    <a:gd name="textAreaLeft" fmla="*/ 0 w 30600"/>
                    <a:gd name="textAreaRight" fmla="*/ 30960 w 30600"/>
                    <a:gd name="textAreaTop" fmla="*/ 0 h 30600"/>
                    <a:gd name="textAreaBottom" fmla="*/ 30960 h 30600"/>
                  </a:gdLst>
                  <a:ahLst/>
                  <a:cxnLst/>
                  <a:rect l="textAreaLeft" t="textAreaTop" r="textAreaRight" b="textAreaBottom"/>
                  <a:pathLst>
                    <a:path w="42087" h="42087">
                      <a:moveTo>
                        <a:pt x="41904" y="18282"/>
                      </a:moveTo>
                      <a:cubicBezTo>
                        <a:pt x="43427" y="29807"/>
                        <a:pt x="35331" y="40380"/>
                        <a:pt x="23806" y="41904"/>
                      </a:cubicBezTo>
                      <a:cubicBezTo>
                        <a:pt x="12280" y="43428"/>
                        <a:pt x="1708" y="35332"/>
                        <a:pt x="184" y="23806"/>
                      </a:cubicBezTo>
                      <a:cubicBezTo>
                        <a:pt x="-1340" y="12281"/>
                        <a:pt x="6756" y="1708"/>
                        <a:pt x="18281" y="184"/>
                      </a:cubicBezTo>
                      <a:cubicBezTo>
                        <a:pt x="29807" y="-1340"/>
                        <a:pt x="40380" y="6757"/>
                        <a:pt x="41904" y="18282"/>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36" name="Google Shape;413;p16"/>
                <p:cNvGrpSpPr/>
                <p:nvPr/>
              </p:nvGrpSpPr>
              <p:grpSpPr>
                <a:xfrm>
                  <a:off x="460080" y="1583280"/>
                  <a:ext cx="73080" cy="84240"/>
                  <a:chOff x="460080" y="1583280"/>
                  <a:chExt cx="73080" cy="84240"/>
                </a:xfrm>
              </p:grpSpPr>
              <p:sp>
                <p:nvSpPr>
                  <p:cNvPr id="237" name="Google Shape;414;p16"/>
                  <p:cNvSpPr/>
                  <p:nvPr/>
                </p:nvSpPr>
                <p:spPr>
                  <a:xfrm rot="21152400">
                    <a:off x="460440" y="1587240"/>
                    <a:ext cx="64440" cy="10800"/>
                  </a:xfrm>
                  <a:custGeom>
                    <a:avLst/>
                    <a:gdLst>
                      <a:gd name="textAreaLeft" fmla="*/ 0 w 64440"/>
                      <a:gd name="textAreaRight" fmla="*/ 64800 w 64440"/>
                      <a:gd name="textAreaTop" fmla="*/ 0 h 10800"/>
                      <a:gd name="textAreaBottom" fmla="*/ 11160 h 10800"/>
                    </a:gdLst>
                    <a:ahLst/>
                    <a:cxnLst/>
                    <a:rect l="textAreaLeft" t="textAreaTop" r="textAreaRight" b="textAreaBottom"/>
                    <a:pathLst>
                      <a:path w="87915" h="15049">
                        <a:moveTo>
                          <a:pt x="0" y="0"/>
                        </a:moveTo>
                        <a:lnTo>
                          <a:pt x="87916" y="0"/>
                        </a:lnTo>
                        <a:lnTo>
                          <a:pt x="87916" y="15049"/>
                        </a:lnTo>
                        <a:lnTo>
                          <a:pt x="0" y="15049"/>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8" name="Google Shape;415;p16"/>
                  <p:cNvSpPr/>
                  <p:nvPr/>
                </p:nvSpPr>
                <p:spPr>
                  <a:xfrm rot="21152400">
                    <a:off x="463320" y="1608480"/>
                    <a:ext cx="64440" cy="10800"/>
                  </a:xfrm>
                  <a:custGeom>
                    <a:avLst/>
                    <a:gdLst>
                      <a:gd name="textAreaLeft" fmla="*/ 0 w 64440"/>
                      <a:gd name="textAreaRight" fmla="*/ 64800 w 64440"/>
                      <a:gd name="textAreaTop" fmla="*/ 0 h 10800"/>
                      <a:gd name="textAreaBottom" fmla="*/ 11160 h 10800"/>
                    </a:gdLst>
                    <a:ahLst/>
                    <a:cxnLst/>
                    <a:rect l="textAreaLeft" t="textAreaTop" r="textAreaRight" b="textAreaBottom"/>
                    <a:pathLst>
                      <a:path w="87915" h="15049">
                        <a:moveTo>
                          <a:pt x="0" y="0"/>
                        </a:moveTo>
                        <a:lnTo>
                          <a:pt x="87916" y="0"/>
                        </a:lnTo>
                        <a:lnTo>
                          <a:pt x="87916" y="15050"/>
                        </a:lnTo>
                        <a:lnTo>
                          <a:pt x="0" y="1505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9" name="Google Shape;416;p16"/>
                  <p:cNvSpPr/>
                  <p:nvPr/>
                </p:nvSpPr>
                <p:spPr>
                  <a:xfrm rot="21152400">
                    <a:off x="465480" y="1631160"/>
                    <a:ext cx="64440" cy="10800"/>
                  </a:xfrm>
                  <a:custGeom>
                    <a:avLst/>
                    <a:gdLst>
                      <a:gd name="textAreaLeft" fmla="*/ 0 w 64440"/>
                      <a:gd name="textAreaRight" fmla="*/ 64800 w 64440"/>
                      <a:gd name="textAreaTop" fmla="*/ 0 h 10800"/>
                      <a:gd name="textAreaBottom" fmla="*/ 11160 h 10800"/>
                    </a:gdLst>
                    <a:ahLst/>
                    <a:cxnLst/>
                    <a:rect l="textAreaLeft" t="textAreaTop" r="textAreaRight" b="textAreaBottom"/>
                    <a:pathLst>
                      <a:path w="87915" h="15049">
                        <a:moveTo>
                          <a:pt x="0" y="0"/>
                        </a:moveTo>
                        <a:lnTo>
                          <a:pt x="87916" y="0"/>
                        </a:lnTo>
                        <a:lnTo>
                          <a:pt x="87916" y="15050"/>
                        </a:lnTo>
                        <a:lnTo>
                          <a:pt x="0" y="1505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0" name="Google Shape;417;p16"/>
                  <p:cNvSpPr/>
                  <p:nvPr/>
                </p:nvSpPr>
                <p:spPr>
                  <a:xfrm rot="21152400">
                    <a:off x="468360" y="1652400"/>
                    <a:ext cx="64440" cy="10800"/>
                  </a:xfrm>
                  <a:custGeom>
                    <a:avLst/>
                    <a:gdLst>
                      <a:gd name="textAreaLeft" fmla="*/ 0 w 64440"/>
                      <a:gd name="textAreaRight" fmla="*/ 64800 w 64440"/>
                      <a:gd name="textAreaTop" fmla="*/ 0 h 10800"/>
                      <a:gd name="textAreaBottom" fmla="*/ 11160 h 10800"/>
                    </a:gdLst>
                    <a:ahLst/>
                    <a:cxnLst/>
                    <a:rect l="textAreaLeft" t="textAreaTop" r="textAreaRight" b="textAreaBottom"/>
                    <a:pathLst>
                      <a:path w="87915" h="15049">
                        <a:moveTo>
                          <a:pt x="0" y="0"/>
                        </a:moveTo>
                        <a:lnTo>
                          <a:pt x="87915" y="0"/>
                        </a:lnTo>
                        <a:lnTo>
                          <a:pt x="87915" y="15050"/>
                        </a:lnTo>
                        <a:lnTo>
                          <a:pt x="0" y="1505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241" name="Google Shape;418;p16"/>
              <p:cNvGrpSpPr/>
              <p:nvPr/>
            </p:nvGrpSpPr>
            <p:grpSpPr>
              <a:xfrm>
                <a:off x="243000" y="951120"/>
                <a:ext cx="168120" cy="790200"/>
                <a:chOff x="243000" y="951120"/>
                <a:chExt cx="168120" cy="790200"/>
              </a:xfrm>
            </p:grpSpPr>
            <p:sp>
              <p:nvSpPr>
                <p:cNvPr id="242" name="Google Shape;419;p16"/>
                <p:cNvSpPr/>
                <p:nvPr/>
              </p:nvSpPr>
              <p:spPr>
                <a:xfrm rot="21427800">
                  <a:off x="262440" y="953640"/>
                  <a:ext cx="128880" cy="784800"/>
                </a:xfrm>
                <a:custGeom>
                  <a:avLst/>
                  <a:gdLst>
                    <a:gd name="textAreaLeft" fmla="*/ 0 w 128880"/>
                    <a:gd name="textAreaRight" fmla="*/ 129240 w 128880"/>
                    <a:gd name="textAreaTop" fmla="*/ 0 h 784800"/>
                    <a:gd name="textAreaBottom" fmla="*/ 785160 h 784800"/>
                  </a:gdLst>
                  <a:ahLst/>
                  <a:cxnLst/>
                  <a:rect l="textAreaLeft" t="textAreaTop" r="textAreaRight" b="textAreaBottom"/>
                  <a:pathLst>
                    <a:path w="176117" h="1069848">
                      <a:moveTo>
                        <a:pt x="0" y="0"/>
                      </a:moveTo>
                      <a:lnTo>
                        <a:pt x="176117" y="0"/>
                      </a:lnTo>
                      <a:lnTo>
                        <a:pt x="176117" y="1069848"/>
                      </a:lnTo>
                      <a:lnTo>
                        <a:pt x="0" y="1069848"/>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3" name="Google Shape;420;p16"/>
                <p:cNvSpPr/>
                <p:nvPr/>
              </p:nvSpPr>
              <p:spPr>
                <a:xfrm>
                  <a:off x="293400" y="1285200"/>
                  <a:ext cx="64080" cy="64080"/>
                </a:xfrm>
                <a:custGeom>
                  <a:avLst/>
                  <a:gdLst>
                    <a:gd name="textAreaLeft" fmla="*/ 0 w 64080"/>
                    <a:gd name="textAreaRight" fmla="*/ 64440 w 64080"/>
                    <a:gd name="textAreaTop" fmla="*/ 0 h 64080"/>
                    <a:gd name="textAreaBottom" fmla="*/ 64440 h 64080"/>
                  </a:gdLst>
                  <a:ahLst/>
                  <a:cxnLst/>
                  <a:rect l="textAreaLeft" t="textAreaTop" r="textAreaRight" b="textAreaBottom"/>
                  <a:pathLst>
                    <a:path w="87629" h="87630">
                      <a:moveTo>
                        <a:pt x="87630" y="43815"/>
                      </a:moveTo>
                      <a:cubicBezTo>
                        <a:pt x="87630" y="68013"/>
                        <a:pt x="68014" y="87630"/>
                        <a:pt x="43815" y="87630"/>
                      </a:cubicBezTo>
                      <a:cubicBezTo>
                        <a:pt x="19617" y="87630"/>
                        <a:pt x="1" y="68014"/>
                        <a:pt x="1" y="43815"/>
                      </a:cubicBezTo>
                      <a:cubicBezTo>
                        <a:pt x="1" y="19617"/>
                        <a:pt x="19617" y="0"/>
                        <a:pt x="43815" y="0"/>
                      </a:cubicBezTo>
                      <a:cubicBezTo>
                        <a:pt x="68014" y="0"/>
                        <a:pt x="87630" y="19616"/>
                        <a:pt x="87630" y="43815"/>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32040" bIns="32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44" name="Google Shape;421;p16"/>
                <p:cNvGrpSpPr/>
                <p:nvPr/>
              </p:nvGrpSpPr>
              <p:grpSpPr>
                <a:xfrm>
                  <a:off x="276840" y="1180080"/>
                  <a:ext cx="84960" cy="36360"/>
                  <a:chOff x="276840" y="1180080"/>
                  <a:chExt cx="84960" cy="36360"/>
                </a:xfrm>
              </p:grpSpPr>
              <p:sp>
                <p:nvSpPr>
                  <p:cNvPr id="245" name="Google Shape;422;p16"/>
                  <p:cNvSpPr/>
                  <p:nvPr/>
                </p:nvSpPr>
                <p:spPr>
                  <a:xfrm rot="21427800">
                    <a:off x="276840" y="1182240"/>
                    <a:ext cx="83520" cy="10440"/>
                  </a:xfrm>
                  <a:custGeom>
                    <a:avLst/>
                    <a:gdLst>
                      <a:gd name="textAreaLeft" fmla="*/ 0 w 83520"/>
                      <a:gd name="textAreaRight" fmla="*/ 83880 w 83520"/>
                      <a:gd name="textAreaTop" fmla="*/ 0 h 10440"/>
                      <a:gd name="textAreaBottom" fmla="*/ 10800 h 10440"/>
                    </a:gdLst>
                    <a:ahLst/>
                    <a:cxnLst/>
                    <a:rect l="textAreaLeft" t="textAreaTop" r="textAreaRight" b="textAreaBottom"/>
                    <a:pathLst>
                      <a:path w="114490" h="14954">
                        <a:moveTo>
                          <a:pt x="0" y="0"/>
                        </a:moveTo>
                        <a:lnTo>
                          <a:pt x="114490" y="0"/>
                        </a:lnTo>
                        <a:lnTo>
                          <a:pt x="114490" y="14954"/>
                        </a:lnTo>
                        <a:lnTo>
                          <a:pt x="0" y="1495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6" name="Google Shape;423;p16"/>
                  <p:cNvSpPr/>
                  <p:nvPr/>
                </p:nvSpPr>
                <p:spPr>
                  <a:xfrm rot="21427800">
                    <a:off x="277920" y="1203840"/>
                    <a:ext cx="83520" cy="10440"/>
                  </a:xfrm>
                  <a:custGeom>
                    <a:avLst/>
                    <a:gdLst>
                      <a:gd name="textAreaLeft" fmla="*/ 0 w 83520"/>
                      <a:gd name="textAreaRight" fmla="*/ 83880 w 83520"/>
                      <a:gd name="textAreaTop" fmla="*/ 0 h 10440"/>
                      <a:gd name="textAreaBottom" fmla="*/ 10800 h 10440"/>
                    </a:gdLst>
                    <a:ahLst/>
                    <a:cxnLst/>
                    <a:rect l="textAreaLeft" t="textAreaTop" r="textAreaRight" b="textAreaBottom"/>
                    <a:pathLst>
                      <a:path w="114490" h="14954">
                        <a:moveTo>
                          <a:pt x="0" y="0"/>
                        </a:moveTo>
                        <a:lnTo>
                          <a:pt x="114491" y="0"/>
                        </a:lnTo>
                        <a:lnTo>
                          <a:pt x="114491" y="14954"/>
                        </a:lnTo>
                        <a:lnTo>
                          <a:pt x="0" y="1495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47" name="Google Shape;424;p16"/>
                <p:cNvGrpSpPr/>
                <p:nvPr/>
              </p:nvGrpSpPr>
              <p:grpSpPr>
                <a:xfrm>
                  <a:off x="291600" y="1471320"/>
                  <a:ext cx="84960" cy="36360"/>
                  <a:chOff x="291600" y="1471320"/>
                  <a:chExt cx="84960" cy="36360"/>
                </a:xfrm>
              </p:grpSpPr>
              <p:sp>
                <p:nvSpPr>
                  <p:cNvPr id="248" name="Google Shape;425;p16"/>
                  <p:cNvSpPr/>
                  <p:nvPr/>
                </p:nvSpPr>
                <p:spPr>
                  <a:xfrm rot="21427800">
                    <a:off x="291600" y="1473480"/>
                    <a:ext cx="83520" cy="10440"/>
                  </a:xfrm>
                  <a:custGeom>
                    <a:avLst/>
                    <a:gdLst>
                      <a:gd name="textAreaLeft" fmla="*/ 0 w 83520"/>
                      <a:gd name="textAreaRight" fmla="*/ 83880 w 83520"/>
                      <a:gd name="textAreaTop" fmla="*/ 0 h 10440"/>
                      <a:gd name="textAreaBottom" fmla="*/ 10800 h 10440"/>
                    </a:gdLst>
                    <a:ahLst/>
                    <a:cxnLst/>
                    <a:rect l="textAreaLeft" t="textAreaTop" r="textAreaRight" b="textAreaBottom"/>
                    <a:pathLst>
                      <a:path w="114490" h="14954">
                        <a:moveTo>
                          <a:pt x="0" y="0"/>
                        </a:moveTo>
                        <a:lnTo>
                          <a:pt x="114491" y="0"/>
                        </a:lnTo>
                        <a:lnTo>
                          <a:pt x="114491" y="14955"/>
                        </a:lnTo>
                        <a:lnTo>
                          <a:pt x="0" y="149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9" name="Google Shape;426;p16"/>
                  <p:cNvSpPr/>
                  <p:nvPr/>
                </p:nvSpPr>
                <p:spPr>
                  <a:xfrm rot="21427800">
                    <a:off x="292680" y="1495080"/>
                    <a:ext cx="83520" cy="10440"/>
                  </a:xfrm>
                  <a:custGeom>
                    <a:avLst/>
                    <a:gdLst>
                      <a:gd name="textAreaLeft" fmla="*/ 0 w 83520"/>
                      <a:gd name="textAreaRight" fmla="*/ 83880 w 83520"/>
                      <a:gd name="textAreaTop" fmla="*/ 0 h 10440"/>
                      <a:gd name="textAreaBottom" fmla="*/ 10800 h 10440"/>
                    </a:gdLst>
                    <a:ahLst/>
                    <a:cxnLst/>
                    <a:rect l="textAreaLeft" t="textAreaTop" r="textAreaRight" b="textAreaBottom"/>
                    <a:pathLst>
                      <a:path w="114490" h="14954">
                        <a:moveTo>
                          <a:pt x="0" y="0"/>
                        </a:moveTo>
                        <a:lnTo>
                          <a:pt x="114490" y="0"/>
                        </a:lnTo>
                        <a:lnTo>
                          <a:pt x="114490" y="14955"/>
                        </a:lnTo>
                        <a:lnTo>
                          <a:pt x="0" y="149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250" name="Google Shape;427;p16"/>
              <p:cNvGrpSpPr/>
              <p:nvPr/>
            </p:nvGrpSpPr>
            <p:grpSpPr>
              <a:xfrm>
                <a:off x="96480" y="1013760"/>
                <a:ext cx="148320" cy="728640"/>
                <a:chOff x="96480" y="1013760"/>
                <a:chExt cx="148320" cy="728640"/>
              </a:xfrm>
            </p:grpSpPr>
            <p:sp>
              <p:nvSpPr>
                <p:cNvPr id="251" name="Google Shape;428;p16"/>
                <p:cNvSpPr/>
                <p:nvPr/>
              </p:nvSpPr>
              <p:spPr>
                <a:xfrm>
                  <a:off x="96480" y="1013760"/>
                  <a:ext cx="148320" cy="728640"/>
                </a:xfrm>
                <a:custGeom>
                  <a:avLst/>
                  <a:gdLst>
                    <a:gd name="textAreaLeft" fmla="*/ 0 w 148320"/>
                    <a:gd name="textAreaRight" fmla="*/ 148680 w 148320"/>
                    <a:gd name="textAreaTop" fmla="*/ 0 h 728640"/>
                    <a:gd name="textAreaBottom" fmla="*/ 729000 h 728640"/>
                  </a:gdLst>
                  <a:ahLst/>
                  <a:cxnLst/>
                  <a:rect l="textAreaLeft" t="textAreaTop" r="textAreaRight" b="textAreaBottom"/>
                  <a:pathLst>
                    <a:path w="202120" h="992123">
                      <a:moveTo>
                        <a:pt x="0" y="0"/>
                      </a:moveTo>
                      <a:lnTo>
                        <a:pt x="202120" y="0"/>
                      </a:lnTo>
                      <a:lnTo>
                        <a:pt x="202120" y="992124"/>
                      </a:lnTo>
                      <a:lnTo>
                        <a:pt x="0" y="992124"/>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2" name="Google Shape;429;p16"/>
                <p:cNvSpPr/>
                <p:nvPr/>
              </p:nvSpPr>
              <p:spPr>
                <a:xfrm>
                  <a:off x="125280" y="1071000"/>
                  <a:ext cx="90000" cy="90000"/>
                </a:xfrm>
                <a:custGeom>
                  <a:avLst/>
                  <a:gdLst>
                    <a:gd name="textAreaLeft" fmla="*/ 0 w 90000"/>
                    <a:gd name="textAreaRight" fmla="*/ 90360 w 90000"/>
                    <a:gd name="textAreaTop" fmla="*/ 0 h 90000"/>
                    <a:gd name="textAreaBottom" fmla="*/ 90360 h 90000"/>
                  </a:gdLst>
                  <a:ahLst/>
                  <a:cxnLst/>
                  <a:rect l="textAreaLeft" t="textAreaTop" r="textAreaRight" b="textAreaBottom"/>
                  <a:pathLst>
                    <a:path w="123063" h="123062">
                      <a:moveTo>
                        <a:pt x="123063" y="61532"/>
                      </a:moveTo>
                      <a:cubicBezTo>
                        <a:pt x="123063" y="95514"/>
                        <a:pt x="95514" y="123063"/>
                        <a:pt x="61531" y="123063"/>
                      </a:cubicBezTo>
                      <a:cubicBezTo>
                        <a:pt x="27548" y="123063"/>
                        <a:pt x="-1" y="95514"/>
                        <a:pt x="-1" y="61532"/>
                      </a:cubicBezTo>
                      <a:cubicBezTo>
                        <a:pt x="-1" y="27549"/>
                        <a:pt x="27548" y="0"/>
                        <a:pt x="61531" y="0"/>
                      </a:cubicBezTo>
                      <a:cubicBezTo>
                        <a:pt x="95514" y="0"/>
                        <a:pt x="123063" y="27549"/>
                        <a:pt x="123063" y="61532"/>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53" name="Google Shape;430;p16"/>
                <p:cNvGrpSpPr/>
                <p:nvPr/>
              </p:nvGrpSpPr>
              <p:grpSpPr>
                <a:xfrm>
                  <a:off x="123480" y="1492920"/>
                  <a:ext cx="93960" cy="32400"/>
                  <a:chOff x="123480" y="1492920"/>
                  <a:chExt cx="93960" cy="32400"/>
                </a:xfrm>
              </p:grpSpPr>
              <p:sp>
                <p:nvSpPr>
                  <p:cNvPr id="254" name="Google Shape;431;p16"/>
                  <p:cNvSpPr/>
                  <p:nvPr/>
                </p:nvSpPr>
                <p:spPr>
                  <a:xfrm>
                    <a:off x="123480" y="1492920"/>
                    <a:ext cx="93960" cy="10800"/>
                  </a:xfrm>
                  <a:custGeom>
                    <a:avLst/>
                    <a:gdLst>
                      <a:gd name="textAreaLeft" fmla="*/ 0 w 93960"/>
                      <a:gd name="textAreaRight" fmla="*/ 94320 w 93960"/>
                      <a:gd name="textAreaTop" fmla="*/ 0 h 10800"/>
                      <a:gd name="textAreaBottom" fmla="*/ 11160 h 10800"/>
                    </a:gdLst>
                    <a:ahLst/>
                    <a:cxnLst/>
                    <a:rect l="textAreaLeft" t="textAreaTop" r="textAreaRight" b="textAreaBottom"/>
                    <a:pathLst>
                      <a:path w="128397" h="14954">
                        <a:moveTo>
                          <a:pt x="0" y="0"/>
                        </a:moveTo>
                        <a:lnTo>
                          <a:pt x="128397" y="0"/>
                        </a:lnTo>
                        <a:lnTo>
                          <a:pt x="128397" y="14954"/>
                        </a:lnTo>
                        <a:lnTo>
                          <a:pt x="0" y="1495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5" name="Google Shape;432;p16"/>
                  <p:cNvSpPr/>
                  <p:nvPr/>
                </p:nvSpPr>
                <p:spPr>
                  <a:xfrm>
                    <a:off x="123480" y="1514520"/>
                    <a:ext cx="93960" cy="10800"/>
                  </a:xfrm>
                  <a:custGeom>
                    <a:avLst/>
                    <a:gdLst>
                      <a:gd name="textAreaLeft" fmla="*/ 0 w 93960"/>
                      <a:gd name="textAreaRight" fmla="*/ 94320 w 93960"/>
                      <a:gd name="textAreaTop" fmla="*/ 0 h 10800"/>
                      <a:gd name="textAreaBottom" fmla="*/ 11160 h 10800"/>
                    </a:gdLst>
                    <a:ahLst/>
                    <a:cxnLst/>
                    <a:rect l="textAreaLeft" t="textAreaTop" r="textAreaRight" b="textAreaBottom"/>
                    <a:pathLst>
                      <a:path w="128397" h="14954">
                        <a:moveTo>
                          <a:pt x="0" y="0"/>
                        </a:moveTo>
                        <a:lnTo>
                          <a:pt x="128397" y="0"/>
                        </a:lnTo>
                        <a:lnTo>
                          <a:pt x="128397" y="14955"/>
                        </a:lnTo>
                        <a:lnTo>
                          <a:pt x="0" y="149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56" name="Google Shape;433;p16"/>
                <p:cNvGrpSpPr/>
                <p:nvPr/>
              </p:nvGrpSpPr>
              <p:grpSpPr>
                <a:xfrm>
                  <a:off x="123480" y="1657080"/>
                  <a:ext cx="93960" cy="32400"/>
                  <a:chOff x="123480" y="1657080"/>
                  <a:chExt cx="93960" cy="32400"/>
                </a:xfrm>
              </p:grpSpPr>
              <p:sp>
                <p:nvSpPr>
                  <p:cNvPr id="257" name="Google Shape;434;p16"/>
                  <p:cNvSpPr/>
                  <p:nvPr/>
                </p:nvSpPr>
                <p:spPr>
                  <a:xfrm>
                    <a:off x="123480" y="1657080"/>
                    <a:ext cx="93960" cy="10800"/>
                  </a:xfrm>
                  <a:custGeom>
                    <a:avLst/>
                    <a:gdLst>
                      <a:gd name="textAreaLeft" fmla="*/ 0 w 93960"/>
                      <a:gd name="textAreaRight" fmla="*/ 94320 w 93960"/>
                      <a:gd name="textAreaTop" fmla="*/ 0 h 10800"/>
                      <a:gd name="textAreaBottom" fmla="*/ 11160 h 10800"/>
                    </a:gdLst>
                    <a:ahLst/>
                    <a:cxnLst/>
                    <a:rect l="textAreaLeft" t="textAreaTop" r="textAreaRight" b="textAreaBottom"/>
                    <a:pathLst>
                      <a:path w="128397" h="14954">
                        <a:moveTo>
                          <a:pt x="0" y="0"/>
                        </a:moveTo>
                        <a:lnTo>
                          <a:pt x="128397" y="0"/>
                        </a:lnTo>
                        <a:lnTo>
                          <a:pt x="128397" y="14954"/>
                        </a:lnTo>
                        <a:lnTo>
                          <a:pt x="0" y="1495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8" name="Google Shape;435;p16"/>
                  <p:cNvSpPr/>
                  <p:nvPr/>
                </p:nvSpPr>
                <p:spPr>
                  <a:xfrm>
                    <a:off x="123480" y="1678680"/>
                    <a:ext cx="93960" cy="10800"/>
                  </a:xfrm>
                  <a:custGeom>
                    <a:avLst/>
                    <a:gdLst>
                      <a:gd name="textAreaLeft" fmla="*/ 0 w 93960"/>
                      <a:gd name="textAreaRight" fmla="*/ 94320 w 93960"/>
                      <a:gd name="textAreaTop" fmla="*/ 0 h 10800"/>
                      <a:gd name="textAreaBottom" fmla="*/ 11160 h 10800"/>
                    </a:gdLst>
                    <a:ahLst/>
                    <a:cxnLst/>
                    <a:rect l="textAreaLeft" t="textAreaTop" r="textAreaRight" b="textAreaBottom"/>
                    <a:pathLst>
                      <a:path w="128397" h="14954">
                        <a:moveTo>
                          <a:pt x="0" y="0"/>
                        </a:moveTo>
                        <a:lnTo>
                          <a:pt x="128397" y="0"/>
                        </a:lnTo>
                        <a:lnTo>
                          <a:pt x="128397" y="14954"/>
                        </a:lnTo>
                        <a:lnTo>
                          <a:pt x="0" y="1495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5400" bIns="5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grpSp>
          <p:nvGrpSpPr>
            <p:cNvPr id="259" name="Google Shape;436;p16"/>
            <p:cNvGrpSpPr/>
            <p:nvPr/>
          </p:nvGrpSpPr>
          <p:grpSpPr>
            <a:xfrm>
              <a:off x="492120" y="1215720"/>
              <a:ext cx="155880" cy="527040"/>
              <a:chOff x="492120" y="1215720"/>
              <a:chExt cx="155880" cy="527040"/>
            </a:xfrm>
          </p:grpSpPr>
          <p:sp>
            <p:nvSpPr>
              <p:cNvPr id="260" name="Google Shape;437;p16"/>
              <p:cNvSpPr/>
              <p:nvPr/>
            </p:nvSpPr>
            <p:spPr>
              <a:xfrm rot="20968800">
                <a:off x="539280" y="1216800"/>
                <a:ext cx="61200" cy="524880"/>
              </a:xfrm>
              <a:custGeom>
                <a:avLst/>
                <a:gdLst>
                  <a:gd name="textAreaLeft" fmla="*/ 0 w 61200"/>
                  <a:gd name="textAreaRight" fmla="*/ 61560 w 61200"/>
                  <a:gd name="textAreaTop" fmla="*/ 0 h 524880"/>
                  <a:gd name="textAreaBottom" fmla="*/ 525240 h 524880"/>
                </a:gdLst>
                <a:ahLst/>
                <a:cxnLst/>
                <a:rect l="textAreaLeft" t="textAreaTop" r="textAreaRight" b="textAreaBottom"/>
                <a:pathLst>
                  <a:path w="84010" h="715136">
                    <a:moveTo>
                      <a:pt x="0" y="0"/>
                    </a:moveTo>
                    <a:lnTo>
                      <a:pt x="84010" y="0"/>
                    </a:lnTo>
                    <a:lnTo>
                      <a:pt x="84010" y="715137"/>
                    </a:lnTo>
                    <a:lnTo>
                      <a:pt x="0" y="715137"/>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1" name="Google Shape;438;p16"/>
              <p:cNvSpPr/>
              <p:nvPr/>
            </p:nvSpPr>
            <p:spPr>
              <a:xfrm rot="20968800">
                <a:off x="563040" y="1350360"/>
                <a:ext cx="18720" cy="301680"/>
              </a:xfrm>
              <a:custGeom>
                <a:avLst/>
                <a:gdLst>
                  <a:gd name="textAreaLeft" fmla="*/ 0 w 18720"/>
                  <a:gd name="textAreaRight" fmla="*/ 19080 w 18720"/>
                  <a:gd name="textAreaTop" fmla="*/ 0 h 301680"/>
                  <a:gd name="textAreaBottom" fmla="*/ 302040 h 301680"/>
                </a:gdLst>
                <a:ahLst/>
                <a:cxnLst/>
                <a:rect l="textAreaLeft" t="textAreaTop" r="textAreaRight" b="textAreaBottom"/>
                <a:pathLst>
                  <a:path w="26003" h="411289">
                    <a:moveTo>
                      <a:pt x="0" y="0"/>
                    </a:moveTo>
                    <a:lnTo>
                      <a:pt x="26003" y="0"/>
                    </a:lnTo>
                    <a:lnTo>
                      <a:pt x="26003" y="411289"/>
                    </a:lnTo>
                    <a:lnTo>
                      <a:pt x="0" y="411289"/>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262" name="Google Shape;439;p16"/>
          <p:cNvGrpSpPr/>
          <p:nvPr/>
        </p:nvGrpSpPr>
        <p:grpSpPr>
          <a:xfrm>
            <a:off x="135360" y="69480"/>
            <a:ext cx="426240" cy="643320"/>
            <a:chOff x="135360" y="69480"/>
            <a:chExt cx="426240" cy="643320"/>
          </a:xfrm>
        </p:grpSpPr>
        <p:grpSp>
          <p:nvGrpSpPr>
            <p:cNvPr id="263" name="Google Shape;440;p16"/>
            <p:cNvGrpSpPr/>
            <p:nvPr/>
          </p:nvGrpSpPr>
          <p:grpSpPr>
            <a:xfrm>
              <a:off x="239400" y="69480"/>
              <a:ext cx="322200" cy="548280"/>
              <a:chOff x="239400" y="69480"/>
              <a:chExt cx="322200" cy="548280"/>
            </a:xfrm>
          </p:grpSpPr>
          <p:sp>
            <p:nvSpPr>
              <p:cNvPr id="264" name="Google Shape;441;p16"/>
              <p:cNvSpPr/>
              <p:nvPr/>
            </p:nvSpPr>
            <p:spPr>
              <a:xfrm>
                <a:off x="239400" y="69480"/>
                <a:ext cx="322200" cy="548280"/>
              </a:xfrm>
              <a:custGeom>
                <a:avLst/>
                <a:gdLst>
                  <a:gd name="textAreaLeft" fmla="*/ 0 w 322200"/>
                  <a:gd name="textAreaRight" fmla="*/ 322560 w 322200"/>
                  <a:gd name="textAreaTop" fmla="*/ 0 h 548280"/>
                  <a:gd name="textAreaBottom" fmla="*/ 548640 h 548280"/>
                </a:gdLst>
                <a:ahLst/>
                <a:cxnLst/>
                <a:rect l="textAreaLeft" t="textAreaTop" r="textAreaRight" b="textAreaBottom"/>
                <a:pathLst>
                  <a:path w="438816" h="746664">
                    <a:moveTo>
                      <a:pt x="438721" y="746569"/>
                    </a:moveTo>
                    <a:lnTo>
                      <a:pt x="0" y="746569"/>
                    </a:lnTo>
                    <a:lnTo>
                      <a:pt x="0" y="0"/>
                    </a:lnTo>
                    <a:lnTo>
                      <a:pt x="326231" y="0"/>
                    </a:lnTo>
                    <a:cubicBezTo>
                      <a:pt x="370141" y="43910"/>
                      <a:pt x="394811" y="68580"/>
                      <a:pt x="438816" y="112585"/>
                    </a:cubicBezTo>
                    <a:lnTo>
                      <a:pt x="438816" y="746665"/>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265" name="Google Shape;442;p16"/>
              <p:cNvGrpSpPr/>
              <p:nvPr/>
            </p:nvGrpSpPr>
            <p:grpSpPr>
              <a:xfrm>
                <a:off x="285480" y="140400"/>
                <a:ext cx="230400" cy="211680"/>
                <a:chOff x="285480" y="140400"/>
                <a:chExt cx="230400" cy="211680"/>
              </a:xfrm>
            </p:grpSpPr>
            <p:sp>
              <p:nvSpPr>
                <p:cNvPr id="266" name="Google Shape;443;p16"/>
                <p:cNvSpPr/>
                <p:nvPr/>
              </p:nvSpPr>
              <p:spPr>
                <a:xfrm>
                  <a:off x="285480" y="14040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7" name="Google Shape;444;p16"/>
                <p:cNvSpPr/>
                <p:nvPr/>
              </p:nvSpPr>
              <p:spPr>
                <a:xfrm>
                  <a:off x="285480" y="17964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8" name="Google Shape;445;p16"/>
                <p:cNvSpPr/>
                <p:nvPr/>
              </p:nvSpPr>
              <p:spPr>
                <a:xfrm>
                  <a:off x="285480" y="21888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9" name="Google Shape;446;p16"/>
                <p:cNvSpPr/>
                <p:nvPr/>
              </p:nvSpPr>
              <p:spPr>
                <a:xfrm>
                  <a:off x="285480" y="25812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0" name="Google Shape;447;p16"/>
                <p:cNvSpPr/>
                <p:nvPr/>
              </p:nvSpPr>
              <p:spPr>
                <a:xfrm>
                  <a:off x="285480" y="29736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1" name="Google Shape;448;p16"/>
                <p:cNvSpPr/>
                <p:nvPr/>
              </p:nvSpPr>
              <p:spPr>
                <a:xfrm>
                  <a:off x="285480" y="336600"/>
                  <a:ext cx="135360" cy="15480"/>
                </a:xfrm>
                <a:custGeom>
                  <a:avLst/>
                  <a:gdLst>
                    <a:gd name="textAreaLeft" fmla="*/ 0 w 135360"/>
                    <a:gd name="textAreaRight" fmla="*/ 135720 w 135360"/>
                    <a:gd name="textAreaTop" fmla="*/ 0 h 15480"/>
                    <a:gd name="textAreaBottom" fmla="*/ 15840 h 15480"/>
                  </a:gdLst>
                  <a:ahLst/>
                  <a:cxnLst/>
                  <a:rect l="textAreaLeft" t="textAreaTop" r="textAreaRight" b="textAreaBottom"/>
                  <a:pathLst>
                    <a:path w="184689" h="21431">
                      <a:moveTo>
                        <a:pt x="0" y="0"/>
                      </a:moveTo>
                      <a:lnTo>
                        <a:pt x="184690" y="0"/>
                      </a:lnTo>
                      <a:lnTo>
                        <a:pt x="184690" y="21431"/>
                      </a:lnTo>
                      <a:lnTo>
                        <a:pt x="0" y="21431"/>
                      </a:lnTo>
                      <a:close/>
                    </a:path>
                  </a:pathLst>
                </a:custGeom>
                <a:solidFill>
                  <a:srgbClr val="42444F"/>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72" name="Google Shape;449;p16"/>
              <p:cNvGrpSpPr/>
              <p:nvPr/>
            </p:nvGrpSpPr>
            <p:grpSpPr>
              <a:xfrm>
                <a:off x="285480" y="415440"/>
                <a:ext cx="230400" cy="133200"/>
                <a:chOff x="285480" y="415440"/>
                <a:chExt cx="230400" cy="133200"/>
              </a:xfrm>
            </p:grpSpPr>
            <p:sp>
              <p:nvSpPr>
                <p:cNvPr id="273" name="Google Shape;450;p16"/>
                <p:cNvSpPr/>
                <p:nvPr/>
              </p:nvSpPr>
              <p:spPr>
                <a:xfrm>
                  <a:off x="285480" y="41544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4" name="Google Shape;451;p16"/>
                <p:cNvSpPr/>
                <p:nvPr/>
              </p:nvSpPr>
              <p:spPr>
                <a:xfrm>
                  <a:off x="285480" y="45468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5" name="Google Shape;452;p16"/>
                <p:cNvSpPr/>
                <p:nvPr/>
              </p:nvSpPr>
              <p:spPr>
                <a:xfrm>
                  <a:off x="285480" y="49392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6" name="Google Shape;453;p16"/>
                <p:cNvSpPr/>
                <p:nvPr/>
              </p:nvSpPr>
              <p:spPr>
                <a:xfrm>
                  <a:off x="285480" y="533160"/>
                  <a:ext cx="135360" cy="15480"/>
                </a:xfrm>
                <a:custGeom>
                  <a:avLst/>
                  <a:gdLst>
                    <a:gd name="textAreaLeft" fmla="*/ 0 w 135360"/>
                    <a:gd name="textAreaRight" fmla="*/ 135720 w 135360"/>
                    <a:gd name="textAreaTop" fmla="*/ 0 h 15480"/>
                    <a:gd name="textAreaBottom" fmla="*/ 15840 h 15480"/>
                  </a:gdLst>
                  <a:ahLst/>
                  <a:cxnLst/>
                  <a:rect l="textAreaLeft" t="textAreaTop" r="textAreaRight" b="textAreaBottom"/>
                  <a:pathLst>
                    <a:path w="184689" h="21431">
                      <a:moveTo>
                        <a:pt x="0" y="0"/>
                      </a:moveTo>
                      <a:lnTo>
                        <a:pt x="184690" y="0"/>
                      </a:lnTo>
                      <a:lnTo>
                        <a:pt x="184690" y="21431"/>
                      </a:lnTo>
                      <a:lnTo>
                        <a:pt x="0" y="21431"/>
                      </a:lnTo>
                      <a:close/>
                    </a:path>
                  </a:pathLst>
                </a:custGeom>
                <a:solidFill>
                  <a:srgbClr val="42444F"/>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77" name="Google Shape;454;p16"/>
              <p:cNvSpPr/>
              <p:nvPr/>
            </p:nvSpPr>
            <p:spPr>
              <a:xfrm>
                <a:off x="478800" y="69480"/>
                <a:ext cx="82440" cy="82440"/>
              </a:xfrm>
              <a:custGeom>
                <a:avLst/>
                <a:gdLst>
                  <a:gd name="textAreaLeft" fmla="*/ 0 w 82440"/>
                  <a:gd name="textAreaRight" fmla="*/ 82800 w 82440"/>
                  <a:gd name="textAreaTop" fmla="*/ 0 h 82440"/>
                  <a:gd name="textAreaBottom" fmla="*/ 82800 h 82440"/>
                </a:gdLst>
                <a:ahLst/>
                <a:cxnLst/>
                <a:rect l="textAreaLeft" t="textAreaTop" r="textAreaRight" b="textAreaBottom"/>
                <a:pathLst>
                  <a:path w="112584" h="112585">
                    <a:moveTo>
                      <a:pt x="112585" y="112585"/>
                    </a:moveTo>
                    <a:lnTo>
                      <a:pt x="0" y="112585"/>
                    </a:lnTo>
                    <a:lnTo>
                      <a:pt x="0" y="0"/>
                    </a:lnTo>
                    <a:lnTo>
                      <a:pt x="0" y="0"/>
                    </a:lnTo>
                    <a:cubicBezTo>
                      <a:pt x="43910" y="43910"/>
                      <a:pt x="68580" y="68580"/>
                      <a:pt x="112585" y="112585"/>
                    </a:cubicBezTo>
                    <a:lnTo>
                      <a:pt x="112585" y="112585"/>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41400" bIns="41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78" name="Google Shape;455;p16"/>
            <p:cNvGrpSpPr/>
            <p:nvPr/>
          </p:nvGrpSpPr>
          <p:grpSpPr>
            <a:xfrm>
              <a:off x="135360" y="164520"/>
              <a:ext cx="322200" cy="548280"/>
              <a:chOff x="135360" y="164520"/>
              <a:chExt cx="322200" cy="548280"/>
            </a:xfrm>
          </p:grpSpPr>
          <p:sp>
            <p:nvSpPr>
              <p:cNvPr id="279" name="Google Shape;456;p16"/>
              <p:cNvSpPr/>
              <p:nvPr/>
            </p:nvSpPr>
            <p:spPr>
              <a:xfrm>
                <a:off x="135360" y="164520"/>
                <a:ext cx="322200" cy="548280"/>
              </a:xfrm>
              <a:custGeom>
                <a:avLst/>
                <a:gdLst>
                  <a:gd name="textAreaLeft" fmla="*/ 0 w 322200"/>
                  <a:gd name="textAreaRight" fmla="*/ 322560 w 322200"/>
                  <a:gd name="textAreaTop" fmla="*/ 0 h 548280"/>
                  <a:gd name="textAreaBottom" fmla="*/ 548640 h 548280"/>
                </a:gdLst>
                <a:ahLst/>
                <a:cxnLst/>
                <a:rect l="textAreaLeft" t="textAreaTop" r="textAreaRight" b="textAreaBottom"/>
                <a:pathLst>
                  <a:path w="438817" h="746569">
                    <a:moveTo>
                      <a:pt x="438722" y="746570"/>
                    </a:moveTo>
                    <a:lnTo>
                      <a:pt x="0" y="746570"/>
                    </a:lnTo>
                    <a:lnTo>
                      <a:pt x="0" y="0"/>
                    </a:lnTo>
                    <a:lnTo>
                      <a:pt x="326231" y="0"/>
                    </a:lnTo>
                    <a:cubicBezTo>
                      <a:pt x="370141" y="43910"/>
                      <a:pt x="394812" y="68580"/>
                      <a:pt x="438817" y="112586"/>
                    </a:cubicBezTo>
                    <a:lnTo>
                      <a:pt x="438817" y="746570"/>
                    </a:ln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80" name="Google Shape;457;p16"/>
              <p:cNvGrpSpPr/>
              <p:nvPr/>
            </p:nvGrpSpPr>
            <p:grpSpPr>
              <a:xfrm>
                <a:off x="181440" y="235440"/>
                <a:ext cx="230400" cy="211680"/>
                <a:chOff x="181440" y="235440"/>
                <a:chExt cx="230400" cy="211680"/>
              </a:xfrm>
            </p:grpSpPr>
            <p:sp>
              <p:nvSpPr>
                <p:cNvPr id="281" name="Google Shape;458;p16"/>
                <p:cNvSpPr/>
                <p:nvPr/>
              </p:nvSpPr>
              <p:spPr>
                <a:xfrm>
                  <a:off x="181440" y="23544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2" name="Google Shape;459;p16"/>
                <p:cNvSpPr/>
                <p:nvPr/>
              </p:nvSpPr>
              <p:spPr>
                <a:xfrm>
                  <a:off x="181440" y="27468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3" name="Google Shape;460;p16"/>
                <p:cNvSpPr/>
                <p:nvPr/>
              </p:nvSpPr>
              <p:spPr>
                <a:xfrm>
                  <a:off x="181440" y="31392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4" name="Google Shape;461;p16"/>
                <p:cNvSpPr/>
                <p:nvPr/>
              </p:nvSpPr>
              <p:spPr>
                <a:xfrm>
                  <a:off x="181440" y="35316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5" name="Google Shape;462;p16"/>
                <p:cNvSpPr/>
                <p:nvPr/>
              </p:nvSpPr>
              <p:spPr>
                <a:xfrm>
                  <a:off x="181440" y="39240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6" name="Google Shape;463;p16"/>
                <p:cNvSpPr/>
                <p:nvPr/>
              </p:nvSpPr>
              <p:spPr>
                <a:xfrm>
                  <a:off x="181440" y="431640"/>
                  <a:ext cx="135360" cy="15480"/>
                </a:xfrm>
                <a:custGeom>
                  <a:avLst/>
                  <a:gdLst>
                    <a:gd name="textAreaLeft" fmla="*/ 0 w 135360"/>
                    <a:gd name="textAreaRight" fmla="*/ 135720 w 135360"/>
                    <a:gd name="textAreaTop" fmla="*/ 0 h 15480"/>
                    <a:gd name="textAreaBottom" fmla="*/ 15840 h 15480"/>
                  </a:gdLst>
                  <a:ahLst/>
                  <a:cxnLst/>
                  <a:rect l="textAreaLeft" t="textAreaTop" r="textAreaRight" b="textAreaBottom"/>
                  <a:pathLst>
                    <a:path w="184689" h="21431">
                      <a:moveTo>
                        <a:pt x="0" y="0"/>
                      </a:moveTo>
                      <a:lnTo>
                        <a:pt x="184689" y="0"/>
                      </a:lnTo>
                      <a:lnTo>
                        <a:pt x="184689" y="21431"/>
                      </a:lnTo>
                      <a:lnTo>
                        <a:pt x="-1"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87" name="Google Shape;464;p16"/>
              <p:cNvGrpSpPr/>
              <p:nvPr/>
            </p:nvGrpSpPr>
            <p:grpSpPr>
              <a:xfrm>
                <a:off x="181440" y="510480"/>
                <a:ext cx="230400" cy="133200"/>
                <a:chOff x="181440" y="510480"/>
                <a:chExt cx="230400" cy="133200"/>
              </a:xfrm>
            </p:grpSpPr>
            <p:sp>
              <p:nvSpPr>
                <p:cNvPr id="288" name="Google Shape;465;p16"/>
                <p:cNvSpPr/>
                <p:nvPr/>
              </p:nvSpPr>
              <p:spPr>
                <a:xfrm>
                  <a:off x="181440" y="51048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9" name="Google Shape;466;p16"/>
                <p:cNvSpPr/>
                <p:nvPr/>
              </p:nvSpPr>
              <p:spPr>
                <a:xfrm>
                  <a:off x="181440" y="54972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0" name="Google Shape;467;p16"/>
                <p:cNvSpPr/>
                <p:nvPr/>
              </p:nvSpPr>
              <p:spPr>
                <a:xfrm>
                  <a:off x="181440" y="58896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1" name="Google Shape;468;p16"/>
                <p:cNvSpPr/>
                <p:nvPr/>
              </p:nvSpPr>
              <p:spPr>
                <a:xfrm>
                  <a:off x="181440" y="628200"/>
                  <a:ext cx="135360" cy="15480"/>
                </a:xfrm>
                <a:custGeom>
                  <a:avLst/>
                  <a:gdLst>
                    <a:gd name="textAreaLeft" fmla="*/ 0 w 135360"/>
                    <a:gd name="textAreaRight" fmla="*/ 135720 w 135360"/>
                    <a:gd name="textAreaTop" fmla="*/ 0 h 15480"/>
                    <a:gd name="textAreaBottom" fmla="*/ 15840 h 15480"/>
                  </a:gdLst>
                  <a:ahLst/>
                  <a:cxnLst/>
                  <a:rect l="textAreaLeft" t="textAreaTop" r="textAreaRight" b="textAreaBottom"/>
                  <a:pathLst>
                    <a:path w="184689" h="21431">
                      <a:moveTo>
                        <a:pt x="0" y="0"/>
                      </a:moveTo>
                      <a:lnTo>
                        <a:pt x="184689" y="0"/>
                      </a:lnTo>
                      <a:lnTo>
                        <a:pt x="184689" y="21431"/>
                      </a:lnTo>
                      <a:lnTo>
                        <a:pt x="-1"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92" name="Google Shape;469;p16"/>
              <p:cNvSpPr/>
              <p:nvPr/>
            </p:nvSpPr>
            <p:spPr>
              <a:xfrm>
                <a:off x="375120" y="164520"/>
                <a:ext cx="82440" cy="82440"/>
              </a:xfrm>
              <a:custGeom>
                <a:avLst/>
                <a:gdLst>
                  <a:gd name="textAreaLeft" fmla="*/ 0 w 82440"/>
                  <a:gd name="textAreaRight" fmla="*/ 82800 w 82440"/>
                  <a:gd name="textAreaTop" fmla="*/ 0 h 82440"/>
                  <a:gd name="textAreaBottom" fmla="*/ 82800 h 82440"/>
                </a:gdLst>
                <a:ahLst/>
                <a:cxnLst/>
                <a:rect l="textAreaLeft" t="textAreaTop" r="textAreaRight" b="textAreaBottom"/>
                <a:pathLst>
                  <a:path w="112586" h="112585">
                    <a:moveTo>
                      <a:pt x="112586" y="112586"/>
                    </a:moveTo>
                    <a:lnTo>
                      <a:pt x="0" y="112586"/>
                    </a:lnTo>
                    <a:lnTo>
                      <a:pt x="0" y="0"/>
                    </a:lnTo>
                    <a:lnTo>
                      <a:pt x="0" y="0"/>
                    </a:lnTo>
                    <a:cubicBezTo>
                      <a:pt x="43910" y="43910"/>
                      <a:pt x="68581" y="68580"/>
                      <a:pt x="112586" y="112586"/>
                    </a:cubicBezTo>
                    <a:lnTo>
                      <a:pt x="112586" y="112586"/>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41400" bIns="41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293" name="Google Shape;470;p16"/>
          <p:cNvGrpSpPr/>
          <p:nvPr/>
        </p:nvGrpSpPr>
        <p:grpSpPr>
          <a:xfrm>
            <a:off x="309960" y="711720"/>
            <a:ext cx="18000" cy="243000"/>
            <a:chOff x="309960" y="711720"/>
            <a:chExt cx="18000" cy="243000"/>
          </a:xfrm>
        </p:grpSpPr>
        <p:sp>
          <p:nvSpPr>
            <p:cNvPr id="294" name="Google Shape;471;p16"/>
            <p:cNvSpPr/>
            <p:nvPr/>
          </p:nvSpPr>
          <p:spPr>
            <a:xfrm>
              <a:off x="318960" y="720360"/>
              <a:ext cx="6480" cy="225720"/>
            </a:xfrm>
            <a:custGeom>
              <a:avLst/>
              <a:gdLst>
                <a:gd name="textAreaLeft" fmla="*/ 0 w 6480"/>
                <a:gd name="textAreaRight" fmla="*/ 6840 w 6480"/>
                <a:gd name="textAreaTop" fmla="*/ 0 h 225720"/>
                <a:gd name="textAreaBottom" fmla="*/ 226080 h 225720"/>
              </a:gdLst>
              <a:ahLst/>
              <a:cxnLst/>
              <a:rect l="textAreaLeft" t="textAreaTop" r="textAreaRight" b="textAreaBottom"/>
              <a:pathLst>
                <a:path w="9525" h="307467">
                  <a:moveTo>
                    <a:pt x="-1" y="307467"/>
                  </a:moveTo>
                  <a:lnTo>
                    <a:pt x="-1" y="0"/>
                  </a:lnTo>
                </a:path>
              </a:pathLst>
            </a:custGeom>
            <a:solidFill>
              <a:schemeClr val="accent4"/>
            </a:solidFill>
            <a:ln w="10950">
              <a:solidFill>
                <a:srgbClr val="6F7082"/>
              </a:solidFill>
              <a:prstDash val="dashDot"/>
              <a:miter/>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5" name="Google Shape;472;p16"/>
            <p:cNvSpPr/>
            <p:nvPr/>
          </p:nvSpPr>
          <p:spPr>
            <a:xfrm>
              <a:off x="309960" y="936720"/>
              <a:ext cx="18000" cy="18000"/>
            </a:xfrm>
            <a:custGeom>
              <a:avLst/>
              <a:gdLst>
                <a:gd name="textAreaLeft" fmla="*/ 0 w 18000"/>
                <a:gd name="textAreaRight" fmla="*/ 18360 w 18000"/>
                <a:gd name="textAreaTop" fmla="*/ 0 h 18000"/>
                <a:gd name="textAreaBottom" fmla="*/ 18360 h 18000"/>
              </a:gdLst>
              <a:ahLst/>
              <a:cxnLst/>
              <a:rect l="textAreaLeft" t="textAreaTop" r="textAreaRight" b="textAreaBottom"/>
              <a:pathLst>
                <a:path w="24764" h="24765">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a:solidFill>
                <a:srgbClr val="6F7082"/>
              </a:solidFill>
              <a:round/>
            </a:ln>
          </p:spPr>
          <p:style>
            <a:lnRef idx="0">
              <a:scrgbClr r="0" g="0" b="0"/>
            </a:lnRef>
            <a:fillRef idx="0">
              <a:scrgbClr r="0" g="0" b="0"/>
            </a:fillRef>
            <a:effectRef idx="0">
              <a:scrgbClr r="0" g="0" b="0"/>
            </a:effectRef>
            <a:fontRef idx="minor"/>
          </p:style>
          <p:txBody>
            <a:bodyPr tIns="9000" bIns="9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6" name="Google Shape;473;p16"/>
            <p:cNvSpPr/>
            <p:nvPr/>
          </p:nvSpPr>
          <p:spPr>
            <a:xfrm>
              <a:off x="309960" y="711720"/>
              <a:ext cx="18000" cy="18000"/>
            </a:xfrm>
            <a:custGeom>
              <a:avLst/>
              <a:gdLst>
                <a:gd name="textAreaLeft" fmla="*/ 0 w 18000"/>
                <a:gd name="textAreaRight" fmla="*/ 18360 w 18000"/>
                <a:gd name="textAreaTop" fmla="*/ 0 h 18000"/>
                <a:gd name="textAreaBottom" fmla="*/ 18360 h 18000"/>
              </a:gdLst>
              <a:ahLst/>
              <a:cxnLst/>
              <a:rect l="textAreaLeft" t="textAreaTop" r="textAreaRight" b="textAreaBottom"/>
              <a:pathLst>
                <a:path w="24764" h="24764">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a:solidFill>
                <a:srgbClr val="6F7082"/>
              </a:solidFill>
              <a:round/>
            </a:ln>
          </p:spPr>
          <p:style>
            <a:lnRef idx="0">
              <a:scrgbClr r="0" g="0" b="0"/>
            </a:lnRef>
            <a:fillRef idx="0">
              <a:scrgbClr r="0" g="0" b="0"/>
            </a:fillRef>
            <a:effectRef idx="0">
              <a:scrgbClr r="0" g="0" b="0"/>
            </a:effectRef>
            <a:fontRef idx="minor"/>
          </p:style>
          <p:txBody>
            <a:bodyPr tIns="9000" bIns="9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97" name="Google Shape;474;p16"/>
          <p:cNvGrpSpPr/>
          <p:nvPr/>
        </p:nvGrpSpPr>
        <p:grpSpPr>
          <a:xfrm>
            <a:off x="8421480" y="1045080"/>
            <a:ext cx="395640" cy="717480"/>
            <a:chOff x="8421480" y="1045080"/>
            <a:chExt cx="395640" cy="717480"/>
          </a:xfrm>
        </p:grpSpPr>
        <p:grpSp>
          <p:nvGrpSpPr>
            <p:cNvPr id="298" name="Google Shape;475;p16"/>
            <p:cNvGrpSpPr/>
            <p:nvPr/>
          </p:nvGrpSpPr>
          <p:grpSpPr>
            <a:xfrm>
              <a:off x="8421480" y="1045080"/>
              <a:ext cx="395640" cy="717480"/>
              <a:chOff x="8421480" y="1045080"/>
              <a:chExt cx="395640" cy="717480"/>
            </a:xfrm>
          </p:grpSpPr>
          <p:sp>
            <p:nvSpPr>
              <p:cNvPr id="299" name="Google Shape;476;p16"/>
              <p:cNvSpPr/>
              <p:nvPr/>
            </p:nvSpPr>
            <p:spPr>
              <a:xfrm>
                <a:off x="8421480" y="1045080"/>
                <a:ext cx="395640" cy="717480"/>
              </a:xfrm>
              <a:custGeom>
                <a:avLst/>
                <a:gdLst>
                  <a:gd name="textAreaLeft" fmla="*/ 0 w 395640"/>
                  <a:gd name="textAreaRight" fmla="*/ 396000 w 395640"/>
                  <a:gd name="textAreaTop" fmla="*/ 0 h 717480"/>
                  <a:gd name="textAreaBottom" fmla="*/ 717840 h 717480"/>
                </a:gdLst>
                <a:ahLst/>
                <a:cxnLst/>
                <a:rect l="textAreaLeft" t="textAreaTop" r="textAreaRight" b="textAreaBottom"/>
                <a:pathLst>
                  <a:path w="470725" h="852963">
                    <a:moveTo>
                      <a:pt x="435388" y="0"/>
                    </a:moveTo>
                    <a:cubicBezTo>
                      <a:pt x="454904" y="0"/>
                      <a:pt x="470726" y="15821"/>
                      <a:pt x="470726" y="35338"/>
                    </a:cubicBezTo>
                    <a:lnTo>
                      <a:pt x="470726" y="817626"/>
                    </a:lnTo>
                    <a:cubicBezTo>
                      <a:pt x="470726" y="837143"/>
                      <a:pt x="454904" y="852964"/>
                      <a:pt x="435388" y="852964"/>
                    </a:cubicBezTo>
                    <a:lnTo>
                      <a:pt x="35338" y="852964"/>
                    </a:lnTo>
                    <a:cubicBezTo>
                      <a:pt x="15821" y="852964"/>
                      <a:pt x="0" y="837143"/>
                      <a:pt x="0" y="817626"/>
                    </a:cubicBezTo>
                    <a:lnTo>
                      <a:pt x="0" y="35338"/>
                    </a:lnTo>
                    <a:cubicBezTo>
                      <a:pt x="0" y="15822"/>
                      <a:pt x="15821" y="0"/>
                      <a:pt x="35338"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0" name="Google Shape;477;p16"/>
              <p:cNvSpPr/>
              <p:nvPr/>
            </p:nvSpPr>
            <p:spPr>
              <a:xfrm>
                <a:off x="8438760" y="1081800"/>
                <a:ext cx="361080" cy="588240"/>
              </a:xfrm>
              <a:custGeom>
                <a:avLst/>
                <a:gdLst>
                  <a:gd name="textAreaLeft" fmla="*/ 0 w 361080"/>
                  <a:gd name="textAreaRight" fmla="*/ 361440 w 361080"/>
                  <a:gd name="textAreaTop" fmla="*/ 0 h 588240"/>
                  <a:gd name="textAreaBottom" fmla="*/ 588600 h 588240"/>
                </a:gdLst>
                <a:ahLst/>
                <a:cxnLst/>
                <a:rect l="textAreaLeft" t="textAreaTop" r="textAreaRight" b="textAreaBottom"/>
                <a:pathLst>
                  <a:path w="429577" h="699420">
                    <a:moveTo>
                      <a:pt x="0" y="0"/>
                    </a:moveTo>
                    <a:lnTo>
                      <a:pt x="429578" y="0"/>
                    </a:lnTo>
                    <a:lnTo>
                      <a:pt x="429578" y="699421"/>
                    </a:lnTo>
                    <a:lnTo>
                      <a:pt x="0" y="69942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301" name="Google Shape;478;p16"/>
            <p:cNvSpPr/>
            <p:nvPr/>
          </p:nvSpPr>
          <p:spPr>
            <a:xfrm>
              <a:off x="8456040" y="1708920"/>
              <a:ext cx="326520" cy="26640"/>
            </a:xfrm>
            <a:custGeom>
              <a:avLst/>
              <a:gdLst>
                <a:gd name="textAreaLeft" fmla="*/ 0 w 326520"/>
                <a:gd name="textAreaRight" fmla="*/ 326880 w 326520"/>
                <a:gd name="textAreaTop" fmla="*/ 0 h 26640"/>
                <a:gd name="textAreaBottom" fmla="*/ 27000 h 26640"/>
              </a:gdLst>
              <a:ahLst/>
              <a:cxnLst/>
              <a:rect l="textAreaLeft" t="textAreaTop" r="textAreaRight" b="textAreaBottom"/>
              <a:pathLst>
                <a:path w="388334" h="32194">
                  <a:moveTo>
                    <a:pt x="88011" y="0"/>
                  </a:moveTo>
                  <a:lnTo>
                    <a:pt x="16097" y="0"/>
                  </a:lnTo>
                  <a:cubicBezTo>
                    <a:pt x="7239" y="0"/>
                    <a:pt x="0" y="7239"/>
                    <a:pt x="0" y="16097"/>
                  </a:cubicBezTo>
                  <a:cubicBezTo>
                    <a:pt x="0" y="24955"/>
                    <a:pt x="7239" y="32195"/>
                    <a:pt x="16097" y="32195"/>
                  </a:cubicBezTo>
                  <a:lnTo>
                    <a:pt x="88011" y="32195"/>
                  </a:lnTo>
                  <a:cubicBezTo>
                    <a:pt x="96869" y="32195"/>
                    <a:pt x="104108" y="24955"/>
                    <a:pt x="104108" y="16097"/>
                  </a:cubicBezTo>
                  <a:cubicBezTo>
                    <a:pt x="104108" y="7239"/>
                    <a:pt x="96869" y="0"/>
                    <a:pt x="88011" y="0"/>
                  </a:cubicBezTo>
                  <a:close/>
                  <a:moveTo>
                    <a:pt x="230124" y="0"/>
                  </a:moveTo>
                  <a:lnTo>
                    <a:pt x="158210" y="0"/>
                  </a:lnTo>
                  <a:cubicBezTo>
                    <a:pt x="149352" y="0"/>
                    <a:pt x="142113" y="7239"/>
                    <a:pt x="142113" y="16097"/>
                  </a:cubicBezTo>
                  <a:cubicBezTo>
                    <a:pt x="142113" y="24955"/>
                    <a:pt x="149352" y="32195"/>
                    <a:pt x="158210" y="32195"/>
                  </a:cubicBezTo>
                  <a:lnTo>
                    <a:pt x="230124" y="32195"/>
                  </a:lnTo>
                  <a:cubicBezTo>
                    <a:pt x="238982" y="32195"/>
                    <a:pt x="246221" y="24955"/>
                    <a:pt x="246221" y="16097"/>
                  </a:cubicBezTo>
                  <a:cubicBezTo>
                    <a:pt x="246221" y="7239"/>
                    <a:pt x="238982" y="0"/>
                    <a:pt x="230124" y="0"/>
                  </a:cubicBezTo>
                  <a:close/>
                  <a:moveTo>
                    <a:pt x="372237" y="0"/>
                  </a:moveTo>
                  <a:lnTo>
                    <a:pt x="300323" y="0"/>
                  </a:lnTo>
                  <a:cubicBezTo>
                    <a:pt x="291465" y="0"/>
                    <a:pt x="284226" y="7239"/>
                    <a:pt x="284226" y="16097"/>
                  </a:cubicBezTo>
                  <a:cubicBezTo>
                    <a:pt x="284226" y="24955"/>
                    <a:pt x="291465" y="32195"/>
                    <a:pt x="300323" y="32195"/>
                  </a:cubicBezTo>
                  <a:lnTo>
                    <a:pt x="372237" y="32195"/>
                  </a:lnTo>
                  <a:cubicBezTo>
                    <a:pt x="381095" y="32195"/>
                    <a:pt x="388334" y="24955"/>
                    <a:pt x="388334" y="16097"/>
                  </a:cubicBezTo>
                  <a:cubicBezTo>
                    <a:pt x="388334" y="7239"/>
                    <a:pt x="381095" y="0"/>
                    <a:pt x="37223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02" name="Google Shape;479;p16"/>
          <p:cNvGrpSpPr/>
          <p:nvPr/>
        </p:nvGrpSpPr>
        <p:grpSpPr>
          <a:xfrm>
            <a:off x="8088840" y="57600"/>
            <a:ext cx="1061640" cy="558720"/>
            <a:chOff x="8088840" y="57600"/>
            <a:chExt cx="1061640" cy="558720"/>
          </a:xfrm>
        </p:grpSpPr>
        <p:sp>
          <p:nvSpPr>
            <p:cNvPr id="303" name="Google Shape;480;p16"/>
            <p:cNvSpPr/>
            <p:nvPr/>
          </p:nvSpPr>
          <p:spPr>
            <a:xfrm>
              <a:off x="8088840" y="57600"/>
              <a:ext cx="1061640" cy="558720"/>
            </a:xfrm>
            <a:custGeom>
              <a:avLst/>
              <a:gdLst>
                <a:gd name="textAreaLeft" fmla="*/ 0 w 1061640"/>
                <a:gd name="textAreaRight" fmla="*/ 1062000 w 1061640"/>
                <a:gd name="textAreaTop" fmla="*/ 0 h 558720"/>
                <a:gd name="textAreaBottom" fmla="*/ 559080 h 558720"/>
              </a:gdLst>
              <a:ahLst/>
              <a:cxnLst/>
              <a:rect l="textAreaLeft" t="textAreaTop" r="textAreaRight" b="textAreaBottom"/>
              <a:pathLst>
                <a:path w="1262157" h="664368">
                  <a:moveTo>
                    <a:pt x="1102233" y="344424"/>
                  </a:moveTo>
                  <a:cubicBezTo>
                    <a:pt x="1090231" y="344424"/>
                    <a:pt x="1078611" y="345757"/>
                    <a:pt x="1067372" y="348234"/>
                  </a:cubicBezTo>
                  <a:cubicBezTo>
                    <a:pt x="1048131" y="223838"/>
                    <a:pt x="945166" y="127159"/>
                    <a:pt x="817816" y="117348"/>
                  </a:cubicBezTo>
                  <a:cubicBezTo>
                    <a:pt x="756856" y="45625"/>
                    <a:pt x="666083" y="0"/>
                    <a:pt x="564547" y="0"/>
                  </a:cubicBezTo>
                  <a:cubicBezTo>
                    <a:pt x="398526" y="0"/>
                    <a:pt x="260890" y="121825"/>
                    <a:pt x="236220" y="280988"/>
                  </a:cubicBezTo>
                  <a:cubicBezTo>
                    <a:pt x="222599" y="277939"/>
                    <a:pt x="208502" y="276320"/>
                    <a:pt x="194024" y="276320"/>
                  </a:cubicBezTo>
                  <a:cubicBezTo>
                    <a:pt x="86868" y="276320"/>
                    <a:pt x="0" y="363188"/>
                    <a:pt x="0" y="470345"/>
                  </a:cubicBezTo>
                  <a:cubicBezTo>
                    <a:pt x="0" y="577501"/>
                    <a:pt x="86868" y="664369"/>
                    <a:pt x="194024" y="664369"/>
                  </a:cubicBezTo>
                  <a:lnTo>
                    <a:pt x="1102138" y="664369"/>
                  </a:lnTo>
                  <a:cubicBezTo>
                    <a:pt x="1190530" y="664369"/>
                    <a:pt x="1262158" y="592741"/>
                    <a:pt x="1262158" y="504349"/>
                  </a:cubicBezTo>
                  <a:cubicBezTo>
                    <a:pt x="1262158" y="415957"/>
                    <a:pt x="1190530" y="344329"/>
                    <a:pt x="1102138" y="344329"/>
                  </a:cubicBezTo>
                  <a:close/>
                </a:path>
              </a:pathLst>
            </a:custGeom>
            <a:solidFill>
              <a:srgbClr val="42444F"/>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304" name="Google Shape;481;p16"/>
            <p:cNvGrpSpPr/>
            <p:nvPr/>
          </p:nvGrpSpPr>
          <p:grpSpPr>
            <a:xfrm>
              <a:off x="8438760" y="224640"/>
              <a:ext cx="281160" cy="319320"/>
              <a:chOff x="8438760" y="224640"/>
              <a:chExt cx="281160" cy="319320"/>
            </a:xfrm>
          </p:grpSpPr>
          <p:grpSp>
            <p:nvGrpSpPr>
              <p:cNvPr id="305" name="Google Shape;482;p16"/>
              <p:cNvGrpSpPr/>
              <p:nvPr/>
            </p:nvGrpSpPr>
            <p:grpSpPr>
              <a:xfrm>
                <a:off x="8438760" y="224640"/>
                <a:ext cx="281160" cy="319320"/>
                <a:chOff x="8438760" y="224640"/>
                <a:chExt cx="281160" cy="319320"/>
              </a:xfrm>
            </p:grpSpPr>
            <p:grpSp>
              <p:nvGrpSpPr>
                <p:cNvPr id="306" name="Google Shape;483;p16"/>
                <p:cNvGrpSpPr/>
                <p:nvPr/>
              </p:nvGrpSpPr>
              <p:grpSpPr>
                <a:xfrm>
                  <a:off x="8438760" y="423000"/>
                  <a:ext cx="281160" cy="120960"/>
                  <a:chOff x="8438760" y="423000"/>
                  <a:chExt cx="281160" cy="120960"/>
                </a:xfrm>
              </p:grpSpPr>
              <p:sp>
                <p:nvSpPr>
                  <p:cNvPr id="307" name="Google Shape;484;p16"/>
                  <p:cNvSpPr/>
                  <p:nvPr/>
                </p:nvSpPr>
                <p:spPr>
                  <a:xfrm>
                    <a:off x="8438760" y="448560"/>
                    <a:ext cx="281160" cy="95400"/>
                  </a:xfrm>
                  <a:custGeom>
                    <a:avLst/>
                    <a:gdLst>
                      <a:gd name="textAreaLeft" fmla="*/ 0 w 281160"/>
                      <a:gd name="textAreaRight" fmla="*/ 281520 w 281160"/>
                      <a:gd name="textAreaTop" fmla="*/ 0 h 95400"/>
                      <a:gd name="textAreaBottom" fmla="*/ 95760 h 95400"/>
                    </a:gdLst>
                    <a:ahLst/>
                    <a:cxnLst/>
                    <a:rect l="textAreaLeft" t="textAreaTop" r="textAreaRight" b="textAreaBottom"/>
                    <a:pathLst>
                      <a:path w="334422" h="113918">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8" name="Google Shape;485;p16"/>
                  <p:cNvSpPr/>
                  <p:nvPr/>
                </p:nvSpPr>
                <p:spPr>
                  <a:xfrm>
                    <a:off x="8438760" y="423000"/>
                    <a:ext cx="280800" cy="50760"/>
                  </a:xfrm>
                  <a:custGeom>
                    <a:avLst/>
                    <a:gdLst>
                      <a:gd name="textAreaLeft" fmla="*/ 0 w 280800"/>
                      <a:gd name="textAreaRight" fmla="*/ 281160 w 280800"/>
                      <a:gd name="textAreaTop" fmla="*/ 0 h 50760"/>
                      <a:gd name="textAreaBottom" fmla="*/ 51120 h 50760"/>
                    </a:gdLst>
                    <a:ahLst/>
                    <a:cxnLst/>
                    <a:rect l="textAreaLeft" t="textAreaTop" r="textAreaRight" b="textAreaBottom"/>
                    <a:pathLst>
                      <a:path w="334327" h="60769">
                        <a:moveTo>
                          <a:pt x="334328" y="30385"/>
                        </a:moveTo>
                        <a:cubicBezTo>
                          <a:pt x="334328" y="47166"/>
                          <a:pt x="259486" y="60770"/>
                          <a:pt x="167164" y="60770"/>
                        </a:cubicBezTo>
                        <a:cubicBezTo>
                          <a:pt x="74842" y="60770"/>
                          <a:pt x="0" y="47166"/>
                          <a:pt x="0" y="30385"/>
                        </a:cubicBezTo>
                        <a:cubicBezTo>
                          <a:pt x="0" y="13604"/>
                          <a:pt x="74842" y="0"/>
                          <a:pt x="167164" y="0"/>
                        </a:cubicBezTo>
                        <a:cubicBezTo>
                          <a:pt x="259486" y="0"/>
                          <a:pt x="334328" y="13604"/>
                          <a:pt x="334328" y="30385"/>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09" name="Google Shape;486;p16"/>
                <p:cNvGrpSpPr/>
                <p:nvPr/>
              </p:nvGrpSpPr>
              <p:grpSpPr>
                <a:xfrm>
                  <a:off x="8438760" y="323640"/>
                  <a:ext cx="281160" cy="120960"/>
                  <a:chOff x="8438760" y="323640"/>
                  <a:chExt cx="281160" cy="120960"/>
                </a:xfrm>
              </p:grpSpPr>
              <p:sp>
                <p:nvSpPr>
                  <p:cNvPr id="310" name="Google Shape;487;p16"/>
                  <p:cNvSpPr/>
                  <p:nvPr/>
                </p:nvSpPr>
                <p:spPr>
                  <a:xfrm>
                    <a:off x="8438760" y="349200"/>
                    <a:ext cx="281160" cy="95400"/>
                  </a:xfrm>
                  <a:custGeom>
                    <a:avLst/>
                    <a:gdLst>
                      <a:gd name="textAreaLeft" fmla="*/ 0 w 281160"/>
                      <a:gd name="textAreaRight" fmla="*/ 281520 w 281160"/>
                      <a:gd name="textAreaTop" fmla="*/ 0 h 95400"/>
                      <a:gd name="textAreaBottom" fmla="*/ 95760 h 95400"/>
                    </a:gdLst>
                    <a:ahLst/>
                    <a:cxnLst/>
                    <a:rect l="textAreaLeft" t="textAreaTop" r="textAreaRight" b="textAreaBottom"/>
                    <a:pathLst>
                      <a:path w="334422" h="113918">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1" name="Google Shape;488;p16"/>
                  <p:cNvSpPr/>
                  <p:nvPr/>
                </p:nvSpPr>
                <p:spPr>
                  <a:xfrm>
                    <a:off x="8438760" y="323640"/>
                    <a:ext cx="280800" cy="50760"/>
                  </a:xfrm>
                  <a:custGeom>
                    <a:avLst/>
                    <a:gdLst>
                      <a:gd name="textAreaLeft" fmla="*/ 0 w 280800"/>
                      <a:gd name="textAreaRight" fmla="*/ 281160 w 280800"/>
                      <a:gd name="textAreaTop" fmla="*/ 0 h 50760"/>
                      <a:gd name="textAreaBottom" fmla="*/ 51120 h 50760"/>
                    </a:gdLst>
                    <a:ahLst/>
                    <a:cxnLst/>
                    <a:rect l="textAreaLeft" t="textAreaTop" r="textAreaRight" b="textAreaBottom"/>
                    <a:pathLst>
                      <a:path w="334327" h="60769">
                        <a:moveTo>
                          <a:pt x="334328" y="30385"/>
                        </a:moveTo>
                        <a:cubicBezTo>
                          <a:pt x="334328" y="47166"/>
                          <a:pt x="259486" y="60769"/>
                          <a:pt x="167164" y="60769"/>
                        </a:cubicBezTo>
                        <a:cubicBezTo>
                          <a:pt x="74842" y="60769"/>
                          <a:pt x="0" y="47166"/>
                          <a:pt x="0" y="30385"/>
                        </a:cubicBezTo>
                        <a:cubicBezTo>
                          <a:pt x="0" y="13604"/>
                          <a:pt x="74842" y="0"/>
                          <a:pt x="167164" y="0"/>
                        </a:cubicBezTo>
                        <a:cubicBezTo>
                          <a:pt x="259486" y="0"/>
                          <a:pt x="334328" y="13604"/>
                          <a:pt x="334328" y="30385"/>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12" name="Google Shape;489;p16"/>
                <p:cNvGrpSpPr/>
                <p:nvPr/>
              </p:nvGrpSpPr>
              <p:grpSpPr>
                <a:xfrm>
                  <a:off x="8438760" y="224640"/>
                  <a:ext cx="281160" cy="120960"/>
                  <a:chOff x="8438760" y="224640"/>
                  <a:chExt cx="281160" cy="120960"/>
                </a:xfrm>
              </p:grpSpPr>
              <p:sp>
                <p:nvSpPr>
                  <p:cNvPr id="313" name="Google Shape;490;p16"/>
                  <p:cNvSpPr/>
                  <p:nvPr/>
                </p:nvSpPr>
                <p:spPr>
                  <a:xfrm>
                    <a:off x="8438760" y="250200"/>
                    <a:ext cx="281160" cy="95400"/>
                  </a:xfrm>
                  <a:custGeom>
                    <a:avLst/>
                    <a:gdLst>
                      <a:gd name="textAreaLeft" fmla="*/ 0 w 281160"/>
                      <a:gd name="textAreaRight" fmla="*/ 281520 w 281160"/>
                      <a:gd name="textAreaTop" fmla="*/ 0 h 95400"/>
                      <a:gd name="textAreaBottom" fmla="*/ 95760 h 95400"/>
                    </a:gdLst>
                    <a:ahLst/>
                    <a:cxnLst/>
                    <a:rect l="textAreaLeft" t="textAreaTop" r="textAreaRight" b="textAreaBottom"/>
                    <a:pathLst>
                      <a:path w="334422" h="113918">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4" name="Google Shape;491;p16"/>
                  <p:cNvSpPr/>
                  <p:nvPr/>
                </p:nvSpPr>
                <p:spPr>
                  <a:xfrm>
                    <a:off x="8438760" y="224640"/>
                    <a:ext cx="280800" cy="50760"/>
                  </a:xfrm>
                  <a:custGeom>
                    <a:avLst/>
                    <a:gdLst>
                      <a:gd name="textAreaLeft" fmla="*/ 0 w 280800"/>
                      <a:gd name="textAreaRight" fmla="*/ 281160 w 280800"/>
                      <a:gd name="textAreaTop" fmla="*/ 0 h 50760"/>
                      <a:gd name="textAreaBottom" fmla="*/ 51120 h 50760"/>
                    </a:gdLst>
                    <a:ahLst/>
                    <a:cxnLst/>
                    <a:rect l="textAreaLeft" t="textAreaTop" r="textAreaRight" b="textAreaBottom"/>
                    <a:pathLst>
                      <a:path w="334327" h="60769">
                        <a:moveTo>
                          <a:pt x="334328" y="30385"/>
                        </a:moveTo>
                        <a:cubicBezTo>
                          <a:pt x="334328" y="47149"/>
                          <a:pt x="259461" y="60770"/>
                          <a:pt x="167164" y="60770"/>
                        </a:cubicBezTo>
                        <a:cubicBezTo>
                          <a:pt x="74866" y="60770"/>
                          <a:pt x="0" y="47149"/>
                          <a:pt x="0" y="30385"/>
                        </a:cubicBezTo>
                        <a:cubicBezTo>
                          <a:pt x="0" y="13621"/>
                          <a:pt x="74866" y="0"/>
                          <a:pt x="167164" y="0"/>
                        </a:cubicBezTo>
                        <a:cubicBezTo>
                          <a:pt x="259461" y="0"/>
                          <a:pt x="334328" y="13621"/>
                          <a:pt x="334328" y="30385"/>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315" name="Google Shape;492;p16"/>
              <p:cNvSpPr/>
              <p:nvPr/>
            </p:nvSpPr>
            <p:spPr>
              <a:xfrm>
                <a:off x="8652600" y="287640"/>
                <a:ext cx="31680" cy="31680"/>
              </a:xfrm>
              <a:custGeom>
                <a:avLst/>
                <a:gdLst>
                  <a:gd name="textAreaLeft" fmla="*/ 0 w 31680"/>
                  <a:gd name="textAreaRight" fmla="*/ 32040 w 31680"/>
                  <a:gd name="textAreaTop" fmla="*/ 0 h 31680"/>
                  <a:gd name="textAreaBottom" fmla="*/ 32040 h 31680"/>
                </a:gdLst>
                <a:ahLst/>
                <a:cxnLst/>
                <a:rect l="textAreaLeft" t="textAreaTop" r="textAreaRight" b="textAreaBottom"/>
                <a:pathLst>
                  <a:path w="38100" h="38100">
                    <a:moveTo>
                      <a:pt x="38100" y="19050"/>
                    </a:moveTo>
                    <a:cubicBezTo>
                      <a:pt x="38100" y="29623"/>
                      <a:pt x="29528" y="38100"/>
                      <a:pt x="19050" y="38100"/>
                    </a:cubicBezTo>
                    <a:cubicBezTo>
                      <a:pt x="8572" y="38100"/>
                      <a:pt x="0" y="29528"/>
                      <a:pt x="0" y="19050"/>
                    </a:cubicBezTo>
                    <a:cubicBezTo>
                      <a:pt x="0" y="8572"/>
                      <a:pt x="8572" y="0"/>
                      <a:pt x="19050" y="0"/>
                    </a:cubicBezTo>
                    <a:cubicBezTo>
                      <a:pt x="29528" y="0"/>
                      <a:pt x="38100" y="8572"/>
                      <a:pt x="38100" y="19050"/>
                    </a:cubicBezTo>
                    <a:close/>
                  </a:path>
                </a:pathLst>
              </a:custGeom>
              <a:solidFill>
                <a:srgbClr val="55C0ED"/>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6" name="Google Shape;493;p16"/>
              <p:cNvSpPr/>
              <p:nvPr/>
            </p:nvSpPr>
            <p:spPr>
              <a:xfrm>
                <a:off x="8652600" y="384840"/>
                <a:ext cx="31680" cy="31680"/>
              </a:xfrm>
              <a:custGeom>
                <a:avLst/>
                <a:gdLst>
                  <a:gd name="textAreaLeft" fmla="*/ 0 w 31680"/>
                  <a:gd name="textAreaRight" fmla="*/ 32040 w 31680"/>
                  <a:gd name="textAreaTop" fmla="*/ 0 h 31680"/>
                  <a:gd name="textAreaBottom" fmla="*/ 32040 h 31680"/>
                </a:gdLst>
                <a:ahLst/>
                <a:cxnLst/>
                <a:rect l="textAreaLeft" t="textAreaTop" r="textAreaRight" b="textAreaBottom"/>
                <a:pathLst>
                  <a:path w="38100" h="3810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7" name="Google Shape;494;p16"/>
              <p:cNvSpPr/>
              <p:nvPr/>
            </p:nvSpPr>
            <p:spPr>
              <a:xfrm>
                <a:off x="8652600" y="486720"/>
                <a:ext cx="31680" cy="31680"/>
              </a:xfrm>
              <a:custGeom>
                <a:avLst/>
                <a:gdLst>
                  <a:gd name="textAreaLeft" fmla="*/ 0 w 31680"/>
                  <a:gd name="textAreaRight" fmla="*/ 32040 w 31680"/>
                  <a:gd name="textAreaTop" fmla="*/ 0 h 31680"/>
                  <a:gd name="textAreaBottom" fmla="*/ 32040 h 31680"/>
                </a:gdLst>
                <a:ahLst/>
                <a:cxnLst/>
                <a:rect l="textAreaLeft" t="textAreaTop" r="textAreaRight" b="textAreaBottom"/>
                <a:pathLst>
                  <a:path w="38100" h="3810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318" name="Google Shape;495;p16"/>
          <p:cNvGrpSpPr/>
          <p:nvPr/>
        </p:nvGrpSpPr>
        <p:grpSpPr>
          <a:xfrm>
            <a:off x="8582400" y="611640"/>
            <a:ext cx="32760" cy="442440"/>
            <a:chOff x="8582400" y="611640"/>
            <a:chExt cx="32760" cy="442440"/>
          </a:xfrm>
        </p:grpSpPr>
        <p:sp>
          <p:nvSpPr>
            <p:cNvPr id="319" name="Google Shape;496;p16"/>
            <p:cNvSpPr/>
            <p:nvPr/>
          </p:nvSpPr>
          <p:spPr>
            <a:xfrm>
              <a:off x="8598960" y="627480"/>
              <a:ext cx="12240" cy="411120"/>
            </a:xfrm>
            <a:custGeom>
              <a:avLst/>
              <a:gdLst>
                <a:gd name="textAreaLeft" fmla="*/ 0 w 12240"/>
                <a:gd name="textAreaRight" fmla="*/ 12600 w 12240"/>
                <a:gd name="textAreaTop" fmla="*/ 0 h 411120"/>
                <a:gd name="textAreaBottom" fmla="*/ 411480 h 411120"/>
              </a:gdLst>
              <a:ahLst/>
              <a:cxnLst/>
              <a:rect l="textAreaLeft" t="textAreaTop" r="textAreaRight" b="textAreaBottom"/>
              <a:pathLst>
                <a:path w="9525" h="307467">
                  <a:moveTo>
                    <a:pt x="-1" y="307467"/>
                  </a:moveTo>
                  <a:lnTo>
                    <a:pt x="-1" y="0"/>
                  </a:lnTo>
                </a:path>
              </a:pathLst>
            </a:custGeom>
            <a:solidFill>
              <a:schemeClr val="accent4"/>
            </a:solidFill>
            <a:ln w="10950">
              <a:solidFill>
                <a:srgbClr val="6F7082"/>
              </a:solidFill>
              <a:prstDash val="dashDot"/>
              <a:miter/>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0" name="Google Shape;497;p16"/>
            <p:cNvSpPr/>
            <p:nvPr/>
          </p:nvSpPr>
          <p:spPr>
            <a:xfrm>
              <a:off x="8582400" y="1021320"/>
              <a:ext cx="32760" cy="32760"/>
            </a:xfrm>
            <a:custGeom>
              <a:avLst/>
              <a:gdLst>
                <a:gd name="textAreaLeft" fmla="*/ 0 w 32760"/>
                <a:gd name="textAreaRight" fmla="*/ 33120 w 32760"/>
                <a:gd name="textAreaTop" fmla="*/ 0 h 32760"/>
                <a:gd name="textAreaBottom" fmla="*/ 33120 h 32760"/>
              </a:gdLst>
              <a:ahLst/>
              <a:cxnLst/>
              <a:rect l="textAreaLeft" t="textAreaTop" r="textAreaRight" b="textAreaBottom"/>
              <a:pathLst>
                <a:path w="24764" h="24765">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a:solidFill>
                <a:srgbClr val="6F7082"/>
              </a:solidFill>
              <a:round/>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1" name="Google Shape;498;p16"/>
            <p:cNvSpPr/>
            <p:nvPr/>
          </p:nvSpPr>
          <p:spPr>
            <a:xfrm>
              <a:off x="8582400" y="611640"/>
              <a:ext cx="32760" cy="32760"/>
            </a:xfrm>
            <a:custGeom>
              <a:avLst/>
              <a:gdLst>
                <a:gd name="textAreaLeft" fmla="*/ 0 w 32760"/>
                <a:gd name="textAreaRight" fmla="*/ 33120 w 32760"/>
                <a:gd name="textAreaTop" fmla="*/ 0 h 32760"/>
                <a:gd name="textAreaBottom" fmla="*/ 33120 h 32760"/>
              </a:gdLst>
              <a:ahLst/>
              <a:cxnLst/>
              <a:rect l="textAreaLeft" t="textAreaTop" r="textAreaRight" b="textAreaBottom"/>
              <a:pathLst>
                <a:path w="24764" h="24764">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a:solidFill>
                <a:srgbClr val="6F7082"/>
              </a:solidFill>
              <a:round/>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5">
    <p:bg>
      <p:bgPr>
        <a:solidFill>
          <a:schemeClr val="lt1"/>
        </a:solidFill>
        <a:effectLst/>
      </p:bgPr>
    </p:bg>
    <p:spTree>
      <p:nvGrpSpPr>
        <p:cNvPr id="1" name=""/>
        <p:cNvGrpSpPr/>
        <p:nvPr/>
      </p:nvGrpSpPr>
      <p:grpSpPr>
        <a:xfrm>
          <a:off x="0" y="0"/>
          <a:ext cx="0" cy="0"/>
          <a:chOff x="0" y="0"/>
          <a:chExt cx="0" cy="0"/>
        </a:xfrm>
      </p:grpSpPr>
      <p:sp>
        <p:nvSpPr>
          <p:cNvPr id="322"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323" name="Google Shape;509;p17"/>
          <p:cNvSpPr/>
          <p:nvPr/>
        </p:nvSpPr>
        <p:spPr>
          <a:xfrm rot="8820000" flipH="1">
            <a:off x="7035120" y="3934080"/>
            <a:ext cx="3158280" cy="2509200"/>
          </a:xfrm>
          <a:custGeom>
            <a:avLst/>
            <a:gdLst>
              <a:gd name="textAreaLeft" fmla="*/ -360 w 3158280"/>
              <a:gd name="textAreaRight" fmla="*/ 3158280 w 3158280"/>
              <a:gd name="textAreaTop" fmla="*/ 0 h 2509200"/>
              <a:gd name="textAreaBottom" fmla="*/ 2509560 h 250920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4" name="Google Shape;510;p17"/>
          <p:cNvSpPr/>
          <p:nvPr/>
        </p:nvSpPr>
        <p:spPr>
          <a:xfrm rot="17943000" flipH="1">
            <a:off x="-1336680" y="-858960"/>
            <a:ext cx="2745360" cy="1921320"/>
          </a:xfrm>
          <a:custGeom>
            <a:avLst/>
            <a:gdLst>
              <a:gd name="textAreaLeft" fmla="*/ 360 w 2745360"/>
              <a:gd name="textAreaRight" fmla="*/ 2746080 w 2745360"/>
              <a:gd name="textAreaTop" fmla="*/ 0 h 1921320"/>
              <a:gd name="textAreaBottom" fmla="*/ 1921680 h 19213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325" name="Google Shape;511;p17"/>
          <p:cNvGrpSpPr/>
          <p:nvPr/>
        </p:nvGrpSpPr>
        <p:grpSpPr>
          <a:xfrm>
            <a:off x="65160" y="4372920"/>
            <a:ext cx="877680" cy="654480"/>
            <a:chOff x="65160" y="4372920"/>
            <a:chExt cx="877680" cy="654480"/>
          </a:xfrm>
        </p:grpSpPr>
        <p:grpSp>
          <p:nvGrpSpPr>
            <p:cNvPr id="326" name="Google Shape;512;p17"/>
            <p:cNvGrpSpPr/>
            <p:nvPr/>
          </p:nvGrpSpPr>
          <p:grpSpPr>
            <a:xfrm>
              <a:off x="65160" y="4372920"/>
              <a:ext cx="877680" cy="654480"/>
              <a:chOff x="65160" y="4372920"/>
              <a:chExt cx="877680" cy="654480"/>
            </a:xfrm>
          </p:grpSpPr>
          <p:sp>
            <p:nvSpPr>
              <p:cNvPr id="327" name="Google Shape;513;p17"/>
              <p:cNvSpPr/>
              <p:nvPr/>
            </p:nvSpPr>
            <p:spPr>
              <a:xfrm>
                <a:off x="260640" y="437292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715"/>
                    </a:moveTo>
                    <a:lnTo>
                      <a:pt x="173450" y="42005"/>
                    </a:lnTo>
                    <a:cubicBezTo>
                      <a:pt x="178403" y="46958"/>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35363B"/>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8" name="Google Shape;514;p17"/>
              <p:cNvSpPr/>
              <p:nvPr/>
            </p:nvSpPr>
            <p:spPr>
              <a:xfrm>
                <a:off x="162720" y="447084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42444F"/>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9" name="Google Shape;515;p17"/>
              <p:cNvSpPr/>
              <p:nvPr/>
            </p:nvSpPr>
            <p:spPr>
              <a:xfrm>
                <a:off x="65160" y="456876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80" y="299466"/>
                    </a:lnTo>
                    <a:cubicBezTo>
                      <a:pt x="11811" y="299466"/>
                      <a:pt x="0" y="287560"/>
                      <a:pt x="0" y="272987"/>
                    </a:cubicBezTo>
                    <a:lnTo>
                      <a:pt x="0" y="26479"/>
                    </a:lnTo>
                    <a:cubicBezTo>
                      <a:pt x="0" y="11811"/>
                      <a:pt x="11906" y="0"/>
                      <a:pt x="26480" y="0"/>
                    </a:cubicBezTo>
                    <a:lnTo>
                      <a:pt x="120396" y="0"/>
                    </a:lnTo>
                    <a:cubicBezTo>
                      <a:pt x="127445" y="0"/>
                      <a:pt x="134207" y="2762"/>
                      <a:pt x="139160" y="7811"/>
                    </a:cubicBezTo>
                    <a:close/>
                  </a:path>
                </a:pathLst>
              </a:custGeom>
              <a:solidFill>
                <a:srgbClr val="6F708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330" name="Google Shape;516;p17"/>
            <p:cNvSpPr/>
            <p:nvPr/>
          </p:nvSpPr>
          <p:spPr>
            <a:xfrm>
              <a:off x="354240" y="4783320"/>
              <a:ext cx="105120" cy="125280"/>
            </a:xfrm>
            <a:custGeom>
              <a:avLst/>
              <a:gdLst>
                <a:gd name="textAreaLeft" fmla="*/ 0 w 105120"/>
                <a:gd name="textAreaRight" fmla="*/ 105480 w 105120"/>
                <a:gd name="textAreaTop" fmla="*/ 0 h 125280"/>
                <a:gd name="textAreaBottom" fmla="*/ 125640 h 125280"/>
              </a:gdLst>
              <a:ahLst/>
              <a:cxnLst/>
              <a:rect l="textAreaLeft" t="textAreaTop" r="textAreaRight" b="textAreaBottom"/>
              <a:pathLst>
                <a:path w="68735" h="82063">
                  <a:moveTo>
                    <a:pt x="0" y="6471"/>
                  </a:moveTo>
                  <a:lnTo>
                    <a:pt x="0" y="75527"/>
                  </a:lnTo>
                  <a:cubicBezTo>
                    <a:pt x="0" y="80575"/>
                    <a:pt x="5524" y="83719"/>
                    <a:pt x="9811" y="81147"/>
                  </a:cubicBezTo>
                  <a:lnTo>
                    <a:pt x="65532" y="48095"/>
                  </a:lnTo>
                  <a:cubicBezTo>
                    <a:pt x="69723" y="45619"/>
                    <a:pt x="69818" y="39618"/>
                    <a:pt x="65723" y="37046"/>
                  </a:cubicBezTo>
                  <a:lnTo>
                    <a:pt x="10001" y="1042"/>
                  </a:lnTo>
                  <a:cubicBezTo>
                    <a:pt x="5715" y="-1721"/>
                    <a:pt x="0" y="1327"/>
                    <a:pt x="0" y="647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31" name="Google Shape;517;p17"/>
          <p:cNvGrpSpPr/>
          <p:nvPr/>
        </p:nvGrpSpPr>
        <p:grpSpPr>
          <a:xfrm>
            <a:off x="8115120" y="266760"/>
            <a:ext cx="829800" cy="750600"/>
            <a:chOff x="8115120" y="266760"/>
            <a:chExt cx="829800" cy="750600"/>
          </a:xfrm>
        </p:grpSpPr>
        <p:grpSp>
          <p:nvGrpSpPr>
            <p:cNvPr id="332" name="Google Shape;518;p17"/>
            <p:cNvGrpSpPr/>
            <p:nvPr/>
          </p:nvGrpSpPr>
          <p:grpSpPr>
            <a:xfrm>
              <a:off x="8115120" y="266760"/>
              <a:ext cx="829800" cy="750600"/>
              <a:chOff x="8115120" y="266760"/>
              <a:chExt cx="829800" cy="750600"/>
            </a:xfrm>
          </p:grpSpPr>
          <p:sp>
            <p:nvSpPr>
              <p:cNvPr id="333" name="Google Shape;519;p17"/>
              <p:cNvSpPr/>
              <p:nvPr/>
            </p:nvSpPr>
            <p:spPr>
              <a:xfrm>
                <a:off x="8115120" y="266760"/>
                <a:ext cx="829800" cy="750600"/>
              </a:xfrm>
              <a:custGeom>
                <a:avLst/>
                <a:gdLst>
                  <a:gd name="textAreaLeft" fmla="*/ 0 w 829800"/>
                  <a:gd name="textAreaRight" fmla="*/ 830160 w 829800"/>
                  <a:gd name="textAreaTop" fmla="*/ 0 h 750600"/>
                  <a:gd name="textAreaBottom" fmla="*/ 750960 h 750600"/>
                </a:gdLst>
                <a:ahLst/>
                <a:cxnLst/>
                <a:rect l="textAreaLeft" t="textAreaTop" r="textAreaRight" b="textAreaBottom"/>
                <a:pathLst>
                  <a:path w="598074" h="541115">
                    <a:moveTo>
                      <a:pt x="557022" y="0"/>
                    </a:moveTo>
                    <a:cubicBezTo>
                      <a:pt x="579695" y="0"/>
                      <a:pt x="598075" y="18380"/>
                      <a:pt x="598075" y="41053"/>
                    </a:cubicBezTo>
                    <a:lnTo>
                      <a:pt x="598075" y="500063"/>
                    </a:lnTo>
                    <a:cubicBezTo>
                      <a:pt x="598075" y="522735"/>
                      <a:pt x="579695" y="541115"/>
                      <a:pt x="557022" y="541115"/>
                    </a:cubicBezTo>
                    <a:lnTo>
                      <a:pt x="41053" y="541115"/>
                    </a:lnTo>
                    <a:cubicBezTo>
                      <a:pt x="18380" y="541115"/>
                      <a:pt x="0" y="522735"/>
                      <a:pt x="0" y="500063"/>
                    </a:cubicBezTo>
                    <a:lnTo>
                      <a:pt x="0" y="41053"/>
                    </a:lnTo>
                    <a:cubicBezTo>
                      <a:pt x="0" y="18380"/>
                      <a:pt x="18380" y="0"/>
                      <a:pt x="4105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334" name="Google Shape;520;p17"/>
              <p:cNvGrpSpPr/>
              <p:nvPr/>
            </p:nvGrpSpPr>
            <p:grpSpPr>
              <a:xfrm>
                <a:off x="8655480" y="309960"/>
                <a:ext cx="228240" cy="57240"/>
                <a:chOff x="8655480" y="309960"/>
                <a:chExt cx="228240" cy="57240"/>
              </a:xfrm>
            </p:grpSpPr>
            <p:sp>
              <p:nvSpPr>
                <p:cNvPr id="335" name="Google Shape;521;p17"/>
                <p:cNvSpPr/>
                <p:nvPr/>
              </p:nvSpPr>
              <p:spPr>
                <a:xfrm>
                  <a:off x="8826480" y="309960"/>
                  <a:ext cx="57240" cy="57240"/>
                </a:xfrm>
                <a:custGeom>
                  <a:avLst/>
                  <a:gdLst>
                    <a:gd name="textAreaLeft" fmla="*/ 0 w 57240"/>
                    <a:gd name="textAreaRight" fmla="*/ 5760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6" name="Google Shape;522;p17"/>
                <p:cNvSpPr/>
                <p:nvPr/>
              </p:nvSpPr>
              <p:spPr>
                <a:xfrm>
                  <a:off x="8741160" y="309960"/>
                  <a:ext cx="57240" cy="57240"/>
                </a:xfrm>
                <a:custGeom>
                  <a:avLst/>
                  <a:gdLst>
                    <a:gd name="textAreaLeft" fmla="*/ 0 w 57240"/>
                    <a:gd name="textAreaRight" fmla="*/ 5760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7" name="Google Shape;523;p17"/>
                <p:cNvSpPr/>
                <p:nvPr/>
              </p:nvSpPr>
              <p:spPr>
                <a:xfrm>
                  <a:off x="8655480" y="309960"/>
                  <a:ext cx="57240" cy="57240"/>
                </a:xfrm>
                <a:custGeom>
                  <a:avLst/>
                  <a:gdLst>
                    <a:gd name="textAreaLeft" fmla="*/ 0 w 57240"/>
                    <a:gd name="textAreaRight" fmla="*/ 5760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338" name="Google Shape;524;p17"/>
            <p:cNvGrpSpPr/>
            <p:nvPr/>
          </p:nvGrpSpPr>
          <p:grpSpPr>
            <a:xfrm>
              <a:off x="8207280" y="495720"/>
              <a:ext cx="652680" cy="336960"/>
              <a:chOff x="8207280" y="495720"/>
              <a:chExt cx="652680" cy="336960"/>
            </a:xfrm>
          </p:grpSpPr>
          <p:sp>
            <p:nvSpPr>
              <p:cNvPr id="339" name="Google Shape;525;p17"/>
              <p:cNvSpPr/>
              <p:nvPr/>
            </p:nvSpPr>
            <p:spPr>
              <a:xfrm>
                <a:off x="8207280" y="508320"/>
                <a:ext cx="302760" cy="302400"/>
              </a:xfrm>
              <a:custGeom>
                <a:avLst/>
                <a:gdLst>
                  <a:gd name="textAreaLeft" fmla="*/ 0 w 302760"/>
                  <a:gd name="textAreaRight" fmla="*/ 303120 w 302760"/>
                  <a:gd name="textAreaTop" fmla="*/ 0 h 302400"/>
                  <a:gd name="textAreaBottom" fmla="*/ 302760 h 302400"/>
                </a:gdLst>
                <a:ahLst/>
                <a:cxnLst/>
                <a:rect l="textAreaLeft" t="textAreaTop" r="textAreaRight" b="textAreaBottom"/>
                <a:pathLst>
                  <a:path w="218503" h="218217">
                    <a:moveTo>
                      <a:pt x="216598" y="129540"/>
                    </a:moveTo>
                    <a:cubicBezTo>
                      <a:pt x="217837" y="122968"/>
                      <a:pt x="218504" y="116110"/>
                      <a:pt x="218504" y="109156"/>
                    </a:cubicBezTo>
                    <a:cubicBezTo>
                      <a:pt x="218504" y="102203"/>
                      <a:pt x="217837" y="95440"/>
                      <a:pt x="216598" y="88773"/>
                    </a:cubicBezTo>
                    <a:lnTo>
                      <a:pt x="181261" y="88773"/>
                    </a:lnTo>
                    <a:cubicBezTo>
                      <a:pt x="179641" y="83058"/>
                      <a:pt x="177451" y="77724"/>
                      <a:pt x="174593" y="72676"/>
                    </a:cubicBezTo>
                    <a:lnTo>
                      <a:pt x="199549" y="47720"/>
                    </a:lnTo>
                    <a:cubicBezTo>
                      <a:pt x="191834" y="36385"/>
                      <a:pt x="182118" y="26670"/>
                      <a:pt x="170783" y="18955"/>
                    </a:cubicBezTo>
                    <a:lnTo>
                      <a:pt x="145732" y="44005"/>
                    </a:lnTo>
                    <a:cubicBezTo>
                      <a:pt x="140684" y="41148"/>
                      <a:pt x="135255" y="38957"/>
                      <a:pt x="129635" y="37338"/>
                    </a:cubicBezTo>
                    <a:lnTo>
                      <a:pt x="129635" y="1905"/>
                    </a:lnTo>
                    <a:cubicBezTo>
                      <a:pt x="123063" y="667"/>
                      <a:pt x="116205" y="0"/>
                      <a:pt x="109252" y="0"/>
                    </a:cubicBezTo>
                    <a:cubicBezTo>
                      <a:pt x="102298" y="0"/>
                      <a:pt x="95536" y="667"/>
                      <a:pt x="88868" y="1905"/>
                    </a:cubicBezTo>
                    <a:lnTo>
                      <a:pt x="88868" y="37338"/>
                    </a:lnTo>
                    <a:cubicBezTo>
                      <a:pt x="83154" y="38957"/>
                      <a:pt x="77819" y="41148"/>
                      <a:pt x="72771" y="44005"/>
                    </a:cubicBezTo>
                    <a:lnTo>
                      <a:pt x="47720" y="18955"/>
                    </a:lnTo>
                    <a:cubicBezTo>
                      <a:pt x="36386" y="26670"/>
                      <a:pt x="26670" y="36481"/>
                      <a:pt x="18955" y="47720"/>
                    </a:cubicBezTo>
                    <a:lnTo>
                      <a:pt x="43910" y="72676"/>
                    </a:lnTo>
                    <a:cubicBezTo>
                      <a:pt x="41053" y="77724"/>
                      <a:pt x="38862" y="83153"/>
                      <a:pt x="37243" y="88773"/>
                    </a:cubicBezTo>
                    <a:lnTo>
                      <a:pt x="1905" y="88773"/>
                    </a:lnTo>
                    <a:cubicBezTo>
                      <a:pt x="667" y="95345"/>
                      <a:pt x="0" y="102203"/>
                      <a:pt x="0" y="109156"/>
                    </a:cubicBezTo>
                    <a:cubicBezTo>
                      <a:pt x="0" y="116110"/>
                      <a:pt x="667" y="122873"/>
                      <a:pt x="1905" y="129540"/>
                    </a:cubicBezTo>
                    <a:lnTo>
                      <a:pt x="37243" y="129540"/>
                    </a:lnTo>
                    <a:cubicBezTo>
                      <a:pt x="38862" y="135255"/>
                      <a:pt x="41053" y="140589"/>
                      <a:pt x="43910" y="145637"/>
                    </a:cubicBezTo>
                    <a:lnTo>
                      <a:pt x="18955" y="170593"/>
                    </a:lnTo>
                    <a:cubicBezTo>
                      <a:pt x="26670" y="181928"/>
                      <a:pt x="36386" y="191643"/>
                      <a:pt x="47720" y="199358"/>
                    </a:cubicBezTo>
                    <a:lnTo>
                      <a:pt x="72771" y="174308"/>
                    </a:lnTo>
                    <a:cubicBezTo>
                      <a:pt x="77819" y="177165"/>
                      <a:pt x="83248" y="179356"/>
                      <a:pt x="88868" y="180975"/>
                    </a:cubicBezTo>
                    <a:lnTo>
                      <a:pt x="88868" y="216313"/>
                    </a:lnTo>
                    <a:cubicBezTo>
                      <a:pt x="95441" y="217551"/>
                      <a:pt x="102298" y="218218"/>
                      <a:pt x="109252" y="218218"/>
                    </a:cubicBezTo>
                    <a:cubicBezTo>
                      <a:pt x="116205" y="218218"/>
                      <a:pt x="122968" y="217551"/>
                      <a:pt x="129635" y="216313"/>
                    </a:cubicBezTo>
                    <a:lnTo>
                      <a:pt x="129635" y="180975"/>
                    </a:lnTo>
                    <a:cubicBezTo>
                      <a:pt x="135350" y="179356"/>
                      <a:pt x="140684" y="177070"/>
                      <a:pt x="145732" y="174308"/>
                    </a:cubicBezTo>
                    <a:lnTo>
                      <a:pt x="170783" y="199358"/>
                    </a:lnTo>
                    <a:cubicBezTo>
                      <a:pt x="182118" y="191643"/>
                      <a:pt x="191834" y="181928"/>
                      <a:pt x="199549" y="170593"/>
                    </a:cubicBezTo>
                    <a:lnTo>
                      <a:pt x="174593" y="145542"/>
                    </a:lnTo>
                    <a:cubicBezTo>
                      <a:pt x="177451" y="140494"/>
                      <a:pt x="179641" y="135064"/>
                      <a:pt x="181261" y="129445"/>
                    </a:cubicBezTo>
                    <a:lnTo>
                      <a:pt x="216598" y="129445"/>
                    </a:lnTo>
                    <a:close/>
                    <a:moveTo>
                      <a:pt x="109252" y="131255"/>
                    </a:moveTo>
                    <a:cubicBezTo>
                      <a:pt x="97060" y="131255"/>
                      <a:pt x="87249" y="121349"/>
                      <a:pt x="87249" y="109252"/>
                    </a:cubicBezTo>
                    <a:cubicBezTo>
                      <a:pt x="87249" y="97155"/>
                      <a:pt x="97155" y="87249"/>
                      <a:pt x="109252" y="87249"/>
                    </a:cubicBezTo>
                    <a:cubicBezTo>
                      <a:pt x="121348" y="87249"/>
                      <a:pt x="131255" y="97155"/>
                      <a:pt x="131255" y="109252"/>
                    </a:cubicBezTo>
                    <a:cubicBezTo>
                      <a:pt x="131255" y="121349"/>
                      <a:pt x="121348" y="131255"/>
                      <a:pt x="109252" y="13125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340" name="Google Shape;526;p17"/>
              <p:cNvGrpSpPr/>
              <p:nvPr/>
            </p:nvGrpSpPr>
            <p:grpSpPr>
              <a:xfrm>
                <a:off x="8563320" y="495720"/>
                <a:ext cx="296640" cy="336960"/>
                <a:chOff x="8563320" y="495720"/>
                <a:chExt cx="296640" cy="336960"/>
              </a:xfrm>
            </p:grpSpPr>
            <p:grpSp>
              <p:nvGrpSpPr>
                <p:cNvPr id="341" name="Google Shape;527;p17"/>
                <p:cNvGrpSpPr/>
                <p:nvPr/>
              </p:nvGrpSpPr>
              <p:grpSpPr>
                <a:xfrm>
                  <a:off x="8563320" y="704880"/>
                  <a:ext cx="296640" cy="127800"/>
                  <a:chOff x="8563320" y="704880"/>
                  <a:chExt cx="296640" cy="127800"/>
                </a:xfrm>
              </p:grpSpPr>
              <p:sp>
                <p:nvSpPr>
                  <p:cNvPr id="342" name="Google Shape;528;p17"/>
                  <p:cNvSpPr/>
                  <p:nvPr/>
                </p:nvSpPr>
                <p:spPr>
                  <a:xfrm>
                    <a:off x="8563320" y="731880"/>
                    <a:ext cx="296640" cy="100800"/>
                  </a:xfrm>
                  <a:custGeom>
                    <a:avLst/>
                    <a:gdLst>
                      <a:gd name="textAreaLeft" fmla="*/ 0 w 296640"/>
                      <a:gd name="textAreaRight" fmla="*/ 29700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3" name="Google Shape;529;p17"/>
                  <p:cNvSpPr/>
                  <p:nvPr/>
                </p:nvSpPr>
                <p:spPr>
                  <a:xfrm>
                    <a:off x="8563320" y="704880"/>
                    <a:ext cx="296640" cy="53640"/>
                  </a:xfrm>
                  <a:custGeom>
                    <a:avLst/>
                    <a:gdLst>
                      <a:gd name="textAreaLeft" fmla="*/ 0 w 296640"/>
                      <a:gd name="textAreaRight" fmla="*/ 29700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44" name="Google Shape;530;p17"/>
                <p:cNvGrpSpPr/>
                <p:nvPr/>
              </p:nvGrpSpPr>
              <p:grpSpPr>
                <a:xfrm>
                  <a:off x="8563320" y="600480"/>
                  <a:ext cx="296640" cy="127800"/>
                  <a:chOff x="8563320" y="600480"/>
                  <a:chExt cx="296640" cy="127800"/>
                </a:xfrm>
              </p:grpSpPr>
              <p:sp>
                <p:nvSpPr>
                  <p:cNvPr id="345" name="Google Shape;531;p17"/>
                  <p:cNvSpPr/>
                  <p:nvPr/>
                </p:nvSpPr>
                <p:spPr>
                  <a:xfrm>
                    <a:off x="8563320" y="627480"/>
                    <a:ext cx="296640" cy="100800"/>
                  </a:xfrm>
                  <a:custGeom>
                    <a:avLst/>
                    <a:gdLst>
                      <a:gd name="textAreaLeft" fmla="*/ 0 w 296640"/>
                      <a:gd name="textAreaRight" fmla="*/ 29700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6" name="Google Shape;532;p17"/>
                  <p:cNvSpPr/>
                  <p:nvPr/>
                </p:nvSpPr>
                <p:spPr>
                  <a:xfrm>
                    <a:off x="8563320" y="600480"/>
                    <a:ext cx="296640" cy="53640"/>
                  </a:xfrm>
                  <a:custGeom>
                    <a:avLst/>
                    <a:gdLst>
                      <a:gd name="textAreaLeft" fmla="*/ 0 w 296640"/>
                      <a:gd name="textAreaRight" fmla="*/ 29700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47" name="Google Shape;533;p17"/>
                <p:cNvGrpSpPr/>
                <p:nvPr/>
              </p:nvGrpSpPr>
              <p:grpSpPr>
                <a:xfrm>
                  <a:off x="8563320" y="495720"/>
                  <a:ext cx="296640" cy="127800"/>
                  <a:chOff x="8563320" y="495720"/>
                  <a:chExt cx="296640" cy="127800"/>
                </a:xfrm>
              </p:grpSpPr>
              <p:sp>
                <p:nvSpPr>
                  <p:cNvPr id="348" name="Google Shape;534;p17"/>
                  <p:cNvSpPr/>
                  <p:nvPr/>
                </p:nvSpPr>
                <p:spPr>
                  <a:xfrm>
                    <a:off x="8563320" y="522720"/>
                    <a:ext cx="296640" cy="100800"/>
                  </a:xfrm>
                  <a:custGeom>
                    <a:avLst/>
                    <a:gdLst>
                      <a:gd name="textAreaLeft" fmla="*/ 0 w 296640"/>
                      <a:gd name="textAreaRight" fmla="*/ 29700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8"/>
                          <a:pt x="47911" y="72866"/>
                          <a:pt x="106966" y="72866"/>
                        </a:cubicBezTo>
                        <a:cubicBezTo>
                          <a:pt x="166021" y="72866"/>
                          <a:pt x="213932" y="64198"/>
                          <a:pt x="213932" y="53435"/>
                        </a:cubicBezTo>
                        <a:lnTo>
                          <a:pt x="213932" y="0"/>
                        </a:ln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9" name="Google Shape;535;p17"/>
                  <p:cNvSpPr/>
                  <p:nvPr/>
                </p:nvSpPr>
                <p:spPr>
                  <a:xfrm>
                    <a:off x="8563320" y="495720"/>
                    <a:ext cx="296640" cy="53640"/>
                  </a:xfrm>
                  <a:custGeom>
                    <a:avLst/>
                    <a:gdLst>
                      <a:gd name="textAreaLeft" fmla="*/ 0 w 296640"/>
                      <a:gd name="textAreaRight" fmla="*/ 29700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_7">
    <p:bg>
      <p:bgPr>
        <a:solidFill>
          <a:schemeClr val="lt1"/>
        </a:solidFill>
        <a:effectLst/>
      </p:bgPr>
    </p:bg>
    <p:spTree>
      <p:nvGrpSpPr>
        <p:cNvPr id="1" name=""/>
        <p:cNvGrpSpPr/>
        <p:nvPr/>
      </p:nvGrpSpPr>
      <p:grpSpPr>
        <a:xfrm>
          <a:off x="0" y="0"/>
          <a:ext cx="0" cy="0"/>
          <a:chOff x="0" y="0"/>
          <a:chExt cx="0" cy="0"/>
        </a:xfrm>
      </p:grpSpPr>
      <p:sp>
        <p:nvSpPr>
          <p:cNvPr id="350"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351" name="Google Shape;550;p18"/>
          <p:cNvSpPr/>
          <p:nvPr/>
        </p:nvSpPr>
        <p:spPr>
          <a:xfrm rot="18336600" flipH="1">
            <a:off x="7371720" y="4038120"/>
            <a:ext cx="2997360" cy="2575800"/>
          </a:xfrm>
          <a:custGeom>
            <a:avLst/>
            <a:gdLst>
              <a:gd name="textAreaLeft" fmla="*/ 360 w 2997360"/>
              <a:gd name="textAreaRight" fmla="*/ 2998080 w 2997360"/>
              <a:gd name="textAreaTop" fmla="*/ 0 h 2575800"/>
              <a:gd name="textAreaBottom" fmla="*/ 2576160 h 257580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2" name="Google Shape;551;p18"/>
          <p:cNvSpPr/>
          <p:nvPr/>
        </p:nvSpPr>
        <p:spPr>
          <a:xfrm rot="531600" flipH="1">
            <a:off x="-1621080" y="4095360"/>
            <a:ext cx="2580840" cy="2086560"/>
          </a:xfrm>
          <a:custGeom>
            <a:avLst/>
            <a:gdLst>
              <a:gd name="textAreaLeft" fmla="*/ 360 w 2580840"/>
              <a:gd name="textAreaRight" fmla="*/ 2581560 w 2580840"/>
              <a:gd name="textAreaTop" fmla="*/ 0 h 2086560"/>
              <a:gd name="textAreaBottom" fmla="*/ 2086920 h 208656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3" name="Google Shape;552;p18"/>
          <p:cNvSpPr/>
          <p:nvPr/>
        </p:nvSpPr>
        <p:spPr>
          <a:xfrm rot="460800" flipH="1">
            <a:off x="7343280" y="-1448640"/>
            <a:ext cx="3053520" cy="2468880"/>
          </a:xfrm>
          <a:custGeom>
            <a:avLst/>
            <a:gdLst>
              <a:gd name="textAreaLeft" fmla="*/ 360 w 3053520"/>
              <a:gd name="textAreaRight" fmla="*/ 3054240 w 3053520"/>
              <a:gd name="textAreaTop" fmla="*/ 0 h 2468880"/>
              <a:gd name="textAreaBottom" fmla="*/ 2469240 h 246888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354" name="Google Shape;553;p18"/>
          <p:cNvGrpSpPr/>
          <p:nvPr/>
        </p:nvGrpSpPr>
        <p:grpSpPr>
          <a:xfrm>
            <a:off x="7931880" y="177120"/>
            <a:ext cx="997560" cy="736560"/>
            <a:chOff x="7931880" y="177120"/>
            <a:chExt cx="997560" cy="736560"/>
          </a:xfrm>
        </p:grpSpPr>
        <p:grpSp>
          <p:nvGrpSpPr>
            <p:cNvPr id="355" name="Google Shape;554;p18"/>
            <p:cNvGrpSpPr/>
            <p:nvPr/>
          </p:nvGrpSpPr>
          <p:grpSpPr>
            <a:xfrm>
              <a:off x="7931880" y="177120"/>
              <a:ext cx="919440" cy="317520"/>
              <a:chOff x="7931880" y="177120"/>
              <a:chExt cx="919440" cy="317520"/>
            </a:xfrm>
          </p:grpSpPr>
          <p:sp>
            <p:nvSpPr>
              <p:cNvPr id="356" name="Google Shape;555;p18"/>
              <p:cNvSpPr/>
              <p:nvPr/>
            </p:nvSpPr>
            <p:spPr>
              <a:xfrm>
                <a:off x="7931880" y="177120"/>
                <a:ext cx="919440" cy="317520"/>
              </a:xfrm>
              <a:custGeom>
                <a:avLst/>
                <a:gdLst>
                  <a:gd name="textAreaLeft" fmla="*/ 0 w 919440"/>
                  <a:gd name="textAreaRight" fmla="*/ 919800 w 919440"/>
                  <a:gd name="textAreaTop" fmla="*/ 0 h 317520"/>
                  <a:gd name="textAreaBottom" fmla="*/ 317880 h 317520"/>
                </a:gdLst>
                <a:ahLst/>
                <a:cxnLst/>
                <a:rect l="textAreaLeft" t="textAreaTop" r="textAreaRight" b="textAreaBottom"/>
                <a:pathLst>
                  <a:path w="652843" h="225742">
                    <a:moveTo>
                      <a:pt x="619030" y="0"/>
                    </a:moveTo>
                    <a:cubicBezTo>
                      <a:pt x="637705" y="0"/>
                      <a:pt x="652844" y="15139"/>
                      <a:pt x="652844" y="33814"/>
                    </a:cubicBezTo>
                    <a:lnTo>
                      <a:pt x="652844" y="191929"/>
                    </a:lnTo>
                    <a:cubicBezTo>
                      <a:pt x="652844" y="210603"/>
                      <a:pt x="637704" y="225742"/>
                      <a:pt x="619030" y="225742"/>
                    </a:cubicBezTo>
                    <a:lnTo>
                      <a:pt x="33814" y="225742"/>
                    </a:lnTo>
                    <a:cubicBezTo>
                      <a:pt x="15139" y="225742"/>
                      <a:pt x="0" y="210603"/>
                      <a:pt x="0" y="191929"/>
                    </a:cubicBezTo>
                    <a:lnTo>
                      <a:pt x="0" y="33814"/>
                    </a:lnTo>
                    <a:cubicBezTo>
                      <a:pt x="0" y="15139"/>
                      <a:pt x="15139" y="0"/>
                      <a:pt x="33814"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7" name="Google Shape;556;p18"/>
              <p:cNvSpPr/>
              <p:nvPr/>
            </p:nvSpPr>
            <p:spPr>
              <a:xfrm>
                <a:off x="8011800" y="228240"/>
                <a:ext cx="212760" cy="212760"/>
              </a:xfrm>
              <a:custGeom>
                <a:avLst/>
                <a:gdLst>
                  <a:gd name="textAreaLeft" fmla="*/ 0 w 212760"/>
                  <a:gd name="textAreaRight" fmla="*/ 213120 w 212760"/>
                  <a:gd name="textAreaTop" fmla="*/ 0 h 212760"/>
                  <a:gd name="textAreaBottom" fmla="*/ 213120 h 212760"/>
                </a:gdLst>
                <a:ahLst/>
                <a:cxnLst/>
                <a:rect l="textAreaLeft" t="textAreaTop" r="textAreaRight" b="textAreaBottom"/>
                <a:pathLst>
                  <a:path w="151161" h="151161">
                    <a:moveTo>
                      <a:pt x="0" y="0"/>
                    </a:moveTo>
                    <a:lnTo>
                      <a:pt x="151161" y="0"/>
                    </a:lnTo>
                    <a:lnTo>
                      <a:pt x="151161" y="151162"/>
                    </a:lnTo>
                    <a:lnTo>
                      <a:pt x="0" y="151162"/>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358" name="Google Shape;557;p18"/>
              <p:cNvGrpSpPr/>
              <p:nvPr/>
            </p:nvGrpSpPr>
            <p:grpSpPr>
              <a:xfrm>
                <a:off x="8292960" y="234360"/>
                <a:ext cx="467280" cy="200880"/>
                <a:chOff x="8292960" y="234360"/>
                <a:chExt cx="467280" cy="200880"/>
              </a:xfrm>
            </p:grpSpPr>
            <p:sp>
              <p:nvSpPr>
                <p:cNvPr id="359" name="Google Shape;558;p18"/>
                <p:cNvSpPr/>
                <p:nvPr/>
              </p:nvSpPr>
              <p:spPr>
                <a:xfrm>
                  <a:off x="8292960" y="23436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0" name="Google Shape;559;p18"/>
                <p:cNvSpPr/>
                <p:nvPr/>
              </p:nvSpPr>
              <p:spPr>
                <a:xfrm>
                  <a:off x="8292960" y="291960"/>
                  <a:ext cx="408600" cy="28440"/>
                </a:xfrm>
                <a:custGeom>
                  <a:avLst/>
                  <a:gdLst>
                    <a:gd name="textAreaLeft" fmla="*/ 0 w 408600"/>
                    <a:gd name="textAreaRight" fmla="*/ 408960 w 408600"/>
                    <a:gd name="textAreaTop" fmla="*/ 0 h 28440"/>
                    <a:gd name="textAreaBottom" fmla="*/ 28800 h 28440"/>
                  </a:gdLst>
                  <a:ahLst/>
                  <a:cxnLst/>
                  <a:rect l="textAreaLeft" t="textAreaTop" r="textAreaRight" b="textAreaBottom"/>
                  <a:pathLst>
                    <a:path w="290322" h="20383">
                      <a:moveTo>
                        <a:pt x="0" y="0"/>
                      </a:moveTo>
                      <a:lnTo>
                        <a:pt x="290322" y="0"/>
                      </a:lnTo>
                      <a:lnTo>
                        <a:pt x="290322"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1" name="Google Shape;560;p18"/>
                <p:cNvSpPr/>
                <p:nvPr/>
              </p:nvSpPr>
              <p:spPr>
                <a:xfrm>
                  <a:off x="8292960" y="349200"/>
                  <a:ext cx="427680" cy="28440"/>
                </a:xfrm>
                <a:custGeom>
                  <a:avLst/>
                  <a:gdLst>
                    <a:gd name="textAreaLeft" fmla="*/ 0 w 427680"/>
                    <a:gd name="textAreaRight" fmla="*/ 428040 w 427680"/>
                    <a:gd name="textAreaTop" fmla="*/ 0 h 28440"/>
                    <a:gd name="textAreaBottom" fmla="*/ 28800 h 28440"/>
                  </a:gdLst>
                  <a:ahLst/>
                  <a:cxnLst/>
                  <a:rect l="textAreaLeft" t="textAreaTop" r="textAreaRight" b="textAreaBottom"/>
                  <a:pathLst>
                    <a:path w="303942" h="20383">
                      <a:moveTo>
                        <a:pt x="0" y="0"/>
                      </a:moveTo>
                      <a:lnTo>
                        <a:pt x="303942" y="0"/>
                      </a:lnTo>
                      <a:lnTo>
                        <a:pt x="303942"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2" name="Google Shape;561;p18"/>
                <p:cNvSpPr/>
                <p:nvPr/>
              </p:nvSpPr>
              <p:spPr>
                <a:xfrm>
                  <a:off x="8292960" y="406800"/>
                  <a:ext cx="241200" cy="28440"/>
                </a:xfrm>
                <a:custGeom>
                  <a:avLst/>
                  <a:gdLst>
                    <a:gd name="textAreaLeft" fmla="*/ 0 w 241200"/>
                    <a:gd name="textAreaRight" fmla="*/ 241560 w 241200"/>
                    <a:gd name="textAreaTop" fmla="*/ 0 h 28440"/>
                    <a:gd name="textAreaBottom" fmla="*/ 28800 h 28440"/>
                  </a:gdLst>
                  <a:ahLst/>
                  <a:cxnLst/>
                  <a:rect l="textAreaLeft" t="textAreaTop" r="textAreaRight" b="textAreaBottom"/>
                  <a:pathLst>
                    <a:path w="171545" h="20383">
                      <a:moveTo>
                        <a:pt x="0" y="0"/>
                      </a:moveTo>
                      <a:lnTo>
                        <a:pt x="171545" y="0"/>
                      </a:lnTo>
                      <a:lnTo>
                        <a:pt x="171545"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363" name="Google Shape;562;p18"/>
            <p:cNvGrpSpPr/>
            <p:nvPr/>
          </p:nvGrpSpPr>
          <p:grpSpPr>
            <a:xfrm>
              <a:off x="7931880" y="596160"/>
              <a:ext cx="919440" cy="317520"/>
              <a:chOff x="7931880" y="596160"/>
              <a:chExt cx="919440" cy="317520"/>
            </a:xfrm>
          </p:grpSpPr>
          <p:grpSp>
            <p:nvGrpSpPr>
              <p:cNvPr id="364" name="Google Shape;563;p18"/>
              <p:cNvGrpSpPr/>
              <p:nvPr/>
            </p:nvGrpSpPr>
            <p:grpSpPr>
              <a:xfrm>
                <a:off x="7931880" y="596160"/>
                <a:ext cx="919440" cy="317520"/>
                <a:chOff x="7931880" y="596160"/>
                <a:chExt cx="919440" cy="317520"/>
              </a:xfrm>
            </p:grpSpPr>
            <p:sp>
              <p:nvSpPr>
                <p:cNvPr id="365" name="Google Shape;564;p18"/>
                <p:cNvSpPr/>
                <p:nvPr/>
              </p:nvSpPr>
              <p:spPr>
                <a:xfrm>
                  <a:off x="7931880" y="596160"/>
                  <a:ext cx="919440" cy="317520"/>
                </a:xfrm>
                <a:custGeom>
                  <a:avLst/>
                  <a:gdLst>
                    <a:gd name="textAreaLeft" fmla="*/ 0 w 919440"/>
                    <a:gd name="textAreaRight" fmla="*/ 919800 w 919440"/>
                    <a:gd name="textAreaTop" fmla="*/ 0 h 317520"/>
                    <a:gd name="textAreaBottom" fmla="*/ 317880 h 317520"/>
                  </a:gdLst>
                  <a:ahLst/>
                  <a:cxnLst/>
                  <a:rect l="textAreaLeft" t="textAreaTop" r="textAreaRight" b="textAreaBottom"/>
                  <a:pathLst>
                    <a:path w="652843" h="225742">
                      <a:moveTo>
                        <a:pt x="619030" y="0"/>
                      </a:moveTo>
                      <a:cubicBezTo>
                        <a:pt x="637705" y="0"/>
                        <a:pt x="652844" y="15139"/>
                        <a:pt x="652844" y="33814"/>
                      </a:cubicBezTo>
                      <a:lnTo>
                        <a:pt x="652844" y="191929"/>
                      </a:lnTo>
                      <a:cubicBezTo>
                        <a:pt x="652844" y="210604"/>
                        <a:pt x="637704" y="225742"/>
                        <a:pt x="619030" y="225742"/>
                      </a:cubicBezTo>
                      <a:lnTo>
                        <a:pt x="33814" y="225742"/>
                      </a:lnTo>
                      <a:cubicBezTo>
                        <a:pt x="15139" y="225742"/>
                        <a:pt x="0" y="210604"/>
                        <a:pt x="0" y="191929"/>
                      </a:cubicBezTo>
                      <a:lnTo>
                        <a:pt x="0" y="33814"/>
                      </a:lnTo>
                      <a:cubicBezTo>
                        <a:pt x="0" y="15139"/>
                        <a:pt x="15139" y="0"/>
                        <a:pt x="33814"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6" name="Google Shape;565;p18"/>
                <p:cNvSpPr/>
                <p:nvPr/>
              </p:nvSpPr>
              <p:spPr>
                <a:xfrm>
                  <a:off x="8011800" y="647640"/>
                  <a:ext cx="212760" cy="212760"/>
                </a:xfrm>
                <a:custGeom>
                  <a:avLst/>
                  <a:gdLst>
                    <a:gd name="textAreaLeft" fmla="*/ 0 w 212760"/>
                    <a:gd name="textAreaRight" fmla="*/ 213120 w 212760"/>
                    <a:gd name="textAreaTop" fmla="*/ 0 h 212760"/>
                    <a:gd name="textAreaBottom" fmla="*/ 213120 h 212760"/>
                  </a:gdLst>
                  <a:ahLst/>
                  <a:cxnLst/>
                  <a:rect l="textAreaLeft" t="textAreaTop" r="textAreaRight" b="textAreaBottom"/>
                  <a:pathLst>
                    <a:path w="151161" h="151161">
                      <a:moveTo>
                        <a:pt x="75534" y="151162"/>
                      </a:moveTo>
                      <a:lnTo>
                        <a:pt x="75534" y="151162"/>
                      </a:lnTo>
                      <a:cubicBezTo>
                        <a:pt x="33814" y="151162"/>
                        <a:pt x="0" y="117348"/>
                        <a:pt x="0" y="75629"/>
                      </a:cubicBezTo>
                      <a:lnTo>
                        <a:pt x="0" y="75629"/>
                      </a:lnTo>
                      <a:cubicBezTo>
                        <a:pt x="0" y="33909"/>
                        <a:pt x="33814" y="0"/>
                        <a:pt x="75534" y="0"/>
                      </a:cubicBezTo>
                      <a:lnTo>
                        <a:pt x="75534" y="0"/>
                      </a:lnTo>
                      <a:cubicBezTo>
                        <a:pt x="117253" y="0"/>
                        <a:pt x="151162" y="33814"/>
                        <a:pt x="151162" y="75533"/>
                      </a:cubicBezTo>
                      <a:lnTo>
                        <a:pt x="151162" y="75533"/>
                      </a:lnTo>
                      <a:cubicBezTo>
                        <a:pt x="151162" y="117253"/>
                        <a:pt x="117348" y="151162"/>
                        <a:pt x="75534" y="151162"/>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367" name="Google Shape;566;p18"/>
                <p:cNvGrpSpPr/>
                <p:nvPr/>
              </p:nvGrpSpPr>
              <p:grpSpPr>
                <a:xfrm>
                  <a:off x="8292960" y="653400"/>
                  <a:ext cx="467280" cy="200880"/>
                  <a:chOff x="8292960" y="653400"/>
                  <a:chExt cx="467280" cy="200880"/>
                </a:xfrm>
              </p:grpSpPr>
              <p:sp>
                <p:nvSpPr>
                  <p:cNvPr id="368" name="Google Shape;567;p18"/>
                  <p:cNvSpPr/>
                  <p:nvPr/>
                </p:nvSpPr>
                <p:spPr>
                  <a:xfrm>
                    <a:off x="8320320" y="653400"/>
                    <a:ext cx="394200" cy="28440"/>
                  </a:xfrm>
                  <a:custGeom>
                    <a:avLst/>
                    <a:gdLst>
                      <a:gd name="textAreaLeft" fmla="*/ 0 w 394200"/>
                      <a:gd name="textAreaRight" fmla="*/ 394560 w 394200"/>
                      <a:gd name="textAreaTop" fmla="*/ 0 h 28440"/>
                      <a:gd name="textAreaBottom" fmla="*/ 28800 h 28440"/>
                    </a:gdLst>
                    <a:ahLst/>
                    <a:cxnLst/>
                    <a:rect l="textAreaLeft" t="textAreaTop" r="textAreaRight" b="textAreaBottom"/>
                    <a:pathLst>
                      <a:path w="280034" h="20383">
                        <a:moveTo>
                          <a:pt x="0" y="0"/>
                        </a:moveTo>
                        <a:lnTo>
                          <a:pt x="280035" y="0"/>
                        </a:lnTo>
                        <a:lnTo>
                          <a:pt x="280035"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9" name="Google Shape;568;p18"/>
                  <p:cNvSpPr/>
                  <p:nvPr/>
                </p:nvSpPr>
                <p:spPr>
                  <a:xfrm>
                    <a:off x="8292960" y="711000"/>
                    <a:ext cx="288720" cy="28440"/>
                  </a:xfrm>
                  <a:custGeom>
                    <a:avLst/>
                    <a:gdLst>
                      <a:gd name="textAreaLeft" fmla="*/ 0 w 288720"/>
                      <a:gd name="textAreaRight" fmla="*/ 289080 w 288720"/>
                      <a:gd name="textAreaTop" fmla="*/ 0 h 28440"/>
                      <a:gd name="textAreaBottom" fmla="*/ 28800 h 28440"/>
                    </a:gdLst>
                    <a:ahLst/>
                    <a:cxnLst/>
                    <a:rect l="textAreaLeft" t="textAreaTop" r="textAreaRight" b="textAreaBottom"/>
                    <a:pathLst>
                      <a:path w="205073" h="20383">
                        <a:moveTo>
                          <a:pt x="0" y="0"/>
                        </a:moveTo>
                        <a:lnTo>
                          <a:pt x="205073" y="0"/>
                        </a:lnTo>
                        <a:lnTo>
                          <a:pt x="205073"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0" name="Google Shape;569;p18"/>
                  <p:cNvSpPr/>
                  <p:nvPr/>
                </p:nvSpPr>
                <p:spPr>
                  <a:xfrm>
                    <a:off x="8292960" y="76824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1" name="Google Shape;570;p18"/>
                  <p:cNvSpPr/>
                  <p:nvPr/>
                </p:nvSpPr>
                <p:spPr>
                  <a:xfrm>
                    <a:off x="8292960" y="825840"/>
                    <a:ext cx="241200" cy="28440"/>
                  </a:xfrm>
                  <a:custGeom>
                    <a:avLst/>
                    <a:gdLst>
                      <a:gd name="textAreaLeft" fmla="*/ 0 w 241200"/>
                      <a:gd name="textAreaRight" fmla="*/ 241560 w 241200"/>
                      <a:gd name="textAreaTop" fmla="*/ 0 h 28440"/>
                      <a:gd name="textAreaBottom" fmla="*/ 28800 h 28440"/>
                    </a:gdLst>
                    <a:ahLst/>
                    <a:cxnLst/>
                    <a:rect l="textAreaLeft" t="textAreaTop" r="textAreaRight" b="textAreaBottom"/>
                    <a:pathLst>
                      <a:path w="171545" h="20383">
                        <a:moveTo>
                          <a:pt x="0" y="0"/>
                        </a:moveTo>
                        <a:lnTo>
                          <a:pt x="171545" y="0"/>
                        </a:lnTo>
                        <a:lnTo>
                          <a:pt x="171545"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372" name="Google Shape;571;p18"/>
              <p:cNvSpPr/>
              <p:nvPr/>
            </p:nvSpPr>
            <p:spPr>
              <a:xfrm>
                <a:off x="8083080" y="706680"/>
                <a:ext cx="71280" cy="84960"/>
              </a:xfrm>
              <a:custGeom>
                <a:avLst/>
                <a:gdLst>
                  <a:gd name="textAreaLeft" fmla="*/ 0 w 71280"/>
                  <a:gd name="textAreaRight" fmla="*/ 71640 w 71280"/>
                  <a:gd name="textAreaTop" fmla="*/ 0 h 84960"/>
                  <a:gd name="textAreaBottom" fmla="*/ 85320 h 84960"/>
                </a:gdLst>
                <a:ahLst/>
                <a:cxnLst/>
                <a:rect l="textAreaLeft" t="textAreaTop" r="textAreaRight" b="textAreaBottom"/>
                <a:pathLst>
                  <a:path w="50734" h="60632">
                    <a:moveTo>
                      <a:pt x="0" y="4892"/>
                    </a:moveTo>
                    <a:lnTo>
                      <a:pt x="0" y="55851"/>
                    </a:lnTo>
                    <a:cubicBezTo>
                      <a:pt x="0" y="59566"/>
                      <a:pt x="4001" y="61851"/>
                      <a:pt x="7239" y="59947"/>
                    </a:cubicBezTo>
                    <a:lnTo>
                      <a:pt x="48387" y="35563"/>
                    </a:lnTo>
                    <a:cubicBezTo>
                      <a:pt x="51435" y="33753"/>
                      <a:pt x="51531" y="29371"/>
                      <a:pt x="48578" y="27371"/>
                    </a:cubicBezTo>
                    <a:lnTo>
                      <a:pt x="7430" y="796"/>
                    </a:lnTo>
                    <a:cubicBezTo>
                      <a:pt x="4191" y="-1299"/>
                      <a:pt x="0" y="987"/>
                      <a:pt x="0" y="4797"/>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73" name="Google Shape;572;p18"/>
            <p:cNvGrpSpPr/>
            <p:nvPr/>
          </p:nvGrpSpPr>
          <p:grpSpPr>
            <a:xfrm>
              <a:off x="8756280" y="539640"/>
              <a:ext cx="173160" cy="112320"/>
              <a:chOff x="8756280" y="539640"/>
              <a:chExt cx="173160" cy="112320"/>
            </a:xfrm>
          </p:grpSpPr>
          <p:grpSp>
            <p:nvGrpSpPr>
              <p:cNvPr id="374" name="Google Shape;573;p18"/>
              <p:cNvGrpSpPr/>
              <p:nvPr/>
            </p:nvGrpSpPr>
            <p:grpSpPr>
              <a:xfrm>
                <a:off x="8756280" y="553320"/>
                <a:ext cx="173160" cy="89640"/>
                <a:chOff x="8756280" y="553320"/>
                <a:chExt cx="173160" cy="89640"/>
              </a:xfrm>
            </p:grpSpPr>
            <p:sp>
              <p:nvSpPr>
                <p:cNvPr id="375" name="Google Shape;574;p18"/>
                <p:cNvSpPr/>
                <p:nvPr/>
              </p:nvSpPr>
              <p:spPr>
                <a:xfrm>
                  <a:off x="8756280" y="553320"/>
                  <a:ext cx="173160" cy="89640"/>
                </a:xfrm>
                <a:custGeom>
                  <a:avLst/>
                  <a:gdLst>
                    <a:gd name="textAreaLeft" fmla="*/ 0 w 173160"/>
                    <a:gd name="textAreaRight" fmla="*/ 173520 w 173160"/>
                    <a:gd name="textAreaTop" fmla="*/ 0 h 89640"/>
                    <a:gd name="textAreaBottom" fmla="*/ 90000 h 89640"/>
                  </a:gdLst>
                  <a:ahLst/>
                  <a:cxnLst/>
                  <a:rect l="textAreaLeft" t="textAreaTop" r="textAreaRight" b="textAreaBottom"/>
                  <a:pathLst>
                    <a:path w="123062" h="63817">
                      <a:moveTo>
                        <a:pt x="61531" y="63817"/>
                      </a:moveTo>
                      <a:cubicBezTo>
                        <a:pt x="86963" y="63817"/>
                        <a:pt x="109442" y="51244"/>
                        <a:pt x="123063" y="31909"/>
                      </a:cubicBezTo>
                      <a:cubicBezTo>
                        <a:pt x="109442" y="12573"/>
                        <a:pt x="86963" y="0"/>
                        <a:pt x="61531" y="0"/>
                      </a:cubicBezTo>
                      <a:cubicBezTo>
                        <a:pt x="36100" y="0"/>
                        <a:pt x="13621" y="12573"/>
                        <a:pt x="0" y="31909"/>
                      </a:cubicBezTo>
                      <a:cubicBezTo>
                        <a:pt x="13621" y="51244"/>
                        <a:pt x="36100" y="63817"/>
                        <a:pt x="61531" y="63817"/>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6" name="Google Shape;575;p18"/>
                <p:cNvSpPr/>
                <p:nvPr/>
              </p:nvSpPr>
              <p:spPr>
                <a:xfrm>
                  <a:off x="8815320" y="570600"/>
                  <a:ext cx="55080" cy="55080"/>
                </a:xfrm>
                <a:custGeom>
                  <a:avLst/>
                  <a:gdLst>
                    <a:gd name="textAreaLeft" fmla="*/ 0 w 55080"/>
                    <a:gd name="textAreaRight" fmla="*/ 55440 w 55080"/>
                    <a:gd name="textAreaTop" fmla="*/ 0 h 55080"/>
                    <a:gd name="textAreaBottom" fmla="*/ 55440 h 55080"/>
                  </a:gdLst>
                  <a:ahLst/>
                  <a:cxnLst/>
                  <a:rect l="textAreaLeft" t="textAreaTop" r="textAreaRight" b="textAreaBottom"/>
                  <a:pathLst>
                    <a:path w="39242" h="39243">
                      <a:moveTo>
                        <a:pt x="39243" y="19621"/>
                      </a:moveTo>
                      <a:cubicBezTo>
                        <a:pt x="39243" y="30458"/>
                        <a:pt x="30458" y="39243"/>
                        <a:pt x="19621" y="39243"/>
                      </a:cubicBezTo>
                      <a:cubicBezTo>
                        <a:pt x="8785" y="39243"/>
                        <a:pt x="0" y="30458"/>
                        <a:pt x="0" y="19621"/>
                      </a:cubicBezTo>
                      <a:cubicBezTo>
                        <a:pt x="0" y="8785"/>
                        <a:pt x="8785" y="0"/>
                        <a:pt x="19621" y="0"/>
                      </a:cubicBezTo>
                      <a:cubicBezTo>
                        <a:pt x="30458" y="0"/>
                        <a:pt x="39243" y="8785"/>
                        <a:pt x="39243" y="1962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720" bIns="27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377" name="Google Shape;576;p18"/>
              <p:cNvSpPr/>
              <p:nvPr/>
            </p:nvSpPr>
            <p:spPr>
              <a:xfrm rot="18900000">
                <a:off x="8768880" y="588960"/>
                <a:ext cx="145440" cy="13320"/>
              </a:xfrm>
              <a:custGeom>
                <a:avLst/>
                <a:gdLst>
                  <a:gd name="textAreaLeft" fmla="*/ 0 w 145440"/>
                  <a:gd name="textAreaRight" fmla="*/ 145800 w 145440"/>
                  <a:gd name="textAreaTop" fmla="*/ 0 h 13320"/>
                  <a:gd name="textAreaBottom" fmla="*/ 13680 h 13320"/>
                </a:gdLst>
                <a:ahLst/>
                <a:cxnLst/>
                <a:rect l="textAreaLeft" t="textAreaTop" r="textAreaRight" b="textAreaBottom"/>
                <a:pathLst>
                  <a:path w="103346" h="9715">
                    <a:moveTo>
                      <a:pt x="0" y="0"/>
                    </a:moveTo>
                    <a:lnTo>
                      <a:pt x="103346" y="0"/>
                    </a:lnTo>
                    <a:lnTo>
                      <a:pt x="103346" y="9716"/>
                    </a:lnTo>
                    <a:lnTo>
                      <a:pt x="0" y="9716"/>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6840" bIns="68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8">
    <p:bg>
      <p:bgPr>
        <a:solidFill>
          <a:schemeClr val="lt1"/>
        </a:solidFill>
        <a:effectLst/>
      </p:bgPr>
    </p:bg>
    <p:spTree>
      <p:nvGrpSpPr>
        <p:cNvPr id="1" name=""/>
        <p:cNvGrpSpPr/>
        <p:nvPr/>
      </p:nvGrpSpPr>
      <p:grpSpPr>
        <a:xfrm>
          <a:off x="0" y="0"/>
          <a:ext cx="0" cy="0"/>
          <a:chOff x="0" y="0"/>
          <a:chExt cx="0" cy="0"/>
        </a:xfrm>
      </p:grpSpPr>
      <p:sp>
        <p:nvSpPr>
          <p:cNvPr id="378" name="PlaceHolder 1"/>
          <p:cNvSpPr>
            <a:spLocks noGrp="1"/>
          </p:cNvSpPr>
          <p:nvPr>
            <p:ph type="title"/>
          </p:nvPr>
        </p:nvSpPr>
        <p:spPr>
          <a:xfrm>
            <a:off x="798480" y="2997720"/>
            <a:ext cx="3492360" cy="768600"/>
          </a:xfrm>
          <a:prstGeom prst="rect">
            <a:avLst/>
          </a:prstGeom>
          <a:noFill/>
          <a:ln w="0">
            <a:noFill/>
          </a:ln>
        </p:spPr>
        <p:txBody>
          <a:bodyPr lIns="91440" tIns="91440" rIns="91440" bIns="91440" anchor="b">
            <a:noAutofit/>
          </a:bodyPr>
          <a:lstStyle/>
          <a:p>
            <a:pPr indent="0" algn="ctr">
              <a:lnSpc>
                <a:spcPct val="100000"/>
              </a:lnSpc>
              <a:buNone/>
            </a:pPr>
            <a:r>
              <a:rPr lang="fr-FR" sz="4000" b="1" u="none" strike="noStrike">
                <a:solidFill>
                  <a:schemeClr val="dk1"/>
                </a:solidFill>
                <a:effectLst/>
                <a:uFillTx/>
                <a:latin typeface="Epilogue"/>
                <a:ea typeface="Epilogue"/>
              </a:rPr>
              <a:t>xx%</a:t>
            </a:r>
            <a:endParaRPr lang="fr-FR" sz="4000" b="0" u="none" strike="noStrike">
              <a:solidFill>
                <a:schemeClr val="dk1"/>
              </a:solidFill>
              <a:effectLst/>
              <a:uFillTx/>
              <a:latin typeface="Arial"/>
            </a:endParaRPr>
          </a:p>
        </p:txBody>
      </p:sp>
      <p:sp>
        <p:nvSpPr>
          <p:cNvPr id="379" name="PlaceHolder 2"/>
          <p:cNvSpPr>
            <a:spLocks noGrp="1"/>
          </p:cNvSpPr>
          <p:nvPr>
            <p:ph type="title"/>
          </p:nvPr>
        </p:nvSpPr>
        <p:spPr>
          <a:xfrm>
            <a:off x="2825640" y="1029600"/>
            <a:ext cx="3492360" cy="768600"/>
          </a:xfrm>
          <a:prstGeom prst="rect">
            <a:avLst/>
          </a:prstGeom>
          <a:noFill/>
          <a:ln w="0">
            <a:noFill/>
          </a:ln>
        </p:spPr>
        <p:txBody>
          <a:bodyPr lIns="91440" tIns="91440" rIns="91440" bIns="91440" anchor="b">
            <a:noAutofit/>
          </a:bodyPr>
          <a:lstStyle/>
          <a:p>
            <a:pPr indent="0" algn="ctr">
              <a:lnSpc>
                <a:spcPct val="100000"/>
              </a:lnSpc>
              <a:buNone/>
            </a:pPr>
            <a:r>
              <a:rPr lang="fr-FR" sz="4000" b="1" u="none" strike="noStrike">
                <a:solidFill>
                  <a:schemeClr val="dk1"/>
                </a:solidFill>
                <a:effectLst/>
                <a:uFillTx/>
                <a:latin typeface="Epilogue"/>
                <a:ea typeface="Epilogue"/>
              </a:rPr>
              <a:t>xx%</a:t>
            </a:r>
            <a:endParaRPr lang="fr-FR" sz="4000" b="0" u="none" strike="noStrike">
              <a:solidFill>
                <a:schemeClr val="dk1"/>
              </a:solidFill>
              <a:effectLst/>
              <a:uFillTx/>
              <a:latin typeface="Arial"/>
            </a:endParaRPr>
          </a:p>
        </p:txBody>
      </p:sp>
      <p:sp>
        <p:nvSpPr>
          <p:cNvPr id="380" name="PlaceHolder 3"/>
          <p:cNvSpPr>
            <a:spLocks noGrp="1"/>
          </p:cNvSpPr>
          <p:nvPr>
            <p:ph type="title"/>
          </p:nvPr>
        </p:nvSpPr>
        <p:spPr>
          <a:xfrm>
            <a:off x="4853160" y="2997720"/>
            <a:ext cx="3492360" cy="768600"/>
          </a:xfrm>
          <a:prstGeom prst="rect">
            <a:avLst/>
          </a:prstGeom>
          <a:noFill/>
          <a:ln w="0">
            <a:noFill/>
          </a:ln>
        </p:spPr>
        <p:txBody>
          <a:bodyPr lIns="91440" tIns="91440" rIns="91440" bIns="91440" anchor="b">
            <a:noAutofit/>
          </a:bodyPr>
          <a:lstStyle/>
          <a:p>
            <a:pPr indent="0" algn="ctr">
              <a:lnSpc>
                <a:spcPct val="100000"/>
              </a:lnSpc>
              <a:buNone/>
            </a:pPr>
            <a:r>
              <a:rPr lang="fr-FR" sz="4000" b="1" u="none" strike="noStrike">
                <a:solidFill>
                  <a:schemeClr val="dk1"/>
                </a:solidFill>
                <a:effectLst/>
                <a:uFillTx/>
                <a:latin typeface="Epilogue"/>
                <a:ea typeface="Epilogue"/>
              </a:rPr>
              <a:t>xx%</a:t>
            </a:r>
            <a:endParaRPr lang="fr-FR" sz="4000" b="0" u="none" strike="noStrike">
              <a:solidFill>
                <a:schemeClr val="dk1"/>
              </a:solidFill>
              <a:effectLst/>
              <a:uFillTx/>
              <a:latin typeface="Arial"/>
            </a:endParaRPr>
          </a:p>
        </p:txBody>
      </p:sp>
      <p:sp>
        <p:nvSpPr>
          <p:cNvPr id="381" name="Google Shape;584;p19"/>
          <p:cNvSpPr/>
          <p:nvPr/>
        </p:nvSpPr>
        <p:spPr>
          <a:xfrm rot="15889200">
            <a:off x="-1869120" y="3438720"/>
            <a:ext cx="3168000" cy="2307600"/>
          </a:xfrm>
          <a:custGeom>
            <a:avLst/>
            <a:gdLst>
              <a:gd name="textAreaLeft" fmla="*/ 0 w 3168000"/>
              <a:gd name="textAreaRight" fmla="*/ 3168360 w 3168000"/>
              <a:gd name="textAreaTop" fmla="*/ 0 h 2307600"/>
              <a:gd name="textAreaBottom" fmla="*/ 2307960 h 230760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2" name="Google Shape;585;p19"/>
          <p:cNvSpPr/>
          <p:nvPr/>
        </p:nvSpPr>
        <p:spPr>
          <a:xfrm rot="21304800">
            <a:off x="7350120" y="3902760"/>
            <a:ext cx="3168000" cy="2561760"/>
          </a:xfrm>
          <a:custGeom>
            <a:avLst/>
            <a:gdLst>
              <a:gd name="textAreaLeft" fmla="*/ 0 w 3168000"/>
              <a:gd name="textAreaRight" fmla="*/ 3168360 w 3168000"/>
              <a:gd name="textAreaTop" fmla="*/ 0 h 2561760"/>
              <a:gd name="textAreaBottom" fmla="*/ 2562120 h 256176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TITLE_ONLY_1">
    <p:bg>
      <p:bgPr>
        <a:solidFill>
          <a:schemeClr val="lt1"/>
        </a:solidFill>
        <a:effectLst/>
      </p:bgPr>
    </p:bg>
    <p:spTree>
      <p:nvGrpSpPr>
        <p:cNvPr id="1" name=""/>
        <p:cNvGrpSpPr/>
        <p:nvPr/>
      </p:nvGrpSpPr>
      <p:grpSpPr>
        <a:xfrm>
          <a:off x="0" y="0"/>
          <a:ext cx="0" cy="0"/>
          <a:chOff x="0" y="0"/>
          <a:chExt cx="0" cy="0"/>
        </a:xfrm>
      </p:grpSpPr>
      <p:sp>
        <p:nvSpPr>
          <p:cNvPr id="383"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384" name="Google Shape;588;p20"/>
          <p:cNvSpPr/>
          <p:nvPr/>
        </p:nvSpPr>
        <p:spPr>
          <a:xfrm rot="337800" flipH="1">
            <a:off x="8211600" y="3187080"/>
            <a:ext cx="3158280" cy="3518280"/>
          </a:xfrm>
          <a:custGeom>
            <a:avLst/>
            <a:gdLst>
              <a:gd name="textAreaLeft" fmla="*/ -360 w 3158280"/>
              <a:gd name="textAreaRight" fmla="*/ 3158280 w 3158280"/>
              <a:gd name="textAreaTop" fmla="*/ 0 h 3518280"/>
              <a:gd name="textAreaBottom" fmla="*/ 3518640 h 351828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385" name="Google Shape;589;p20"/>
          <p:cNvGrpSpPr/>
          <p:nvPr/>
        </p:nvGrpSpPr>
        <p:grpSpPr>
          <a:xfrm>
            <a:off x="90360" y="4214520"/>
            <a:ext cx="515520" cy="778680"/>
            <a:chOff x="90360" y="4214520"/>
            <a:chExt cx="515520" cy="778680"/>
          </a:xfrm>
        </p:grpSpPr>
        <p:grpSp>
          <p:nvGrpSpPr>
            <p:cNvPr id="386" name="Google Shape;590;p20"/>
            <p:cNvGrpSpPr/>
            <p:nvPr/>
          </p:nvGrpSpPr>
          <p:grpSpPr>
            <a:xfrm>
              <a:off x="216000" y="4214520"/>
              <a:ext cx="389880" cy="663840"/>
              <a:chOff x="216000" y="4214520"/>
              <a:chExt cx="389880" cy="663840"/>
            </a:xfrm>
          </p:grpSpPr>
          <p:sp>
            <p:nvSpPr>
              <p:cNvPr id="387" name="Google Shape;591;p20"/>
              <p:cNvSpPr/>
              <p:nvPr/>
            </p:nvSpPr>
            <p:spPr>
              <a:xfrm>
                <a:off x="216000" y="4214520"/>
                <a:ext cx="389880" cy="663840"/>
              </a:xfrm>
              <a:custGeom>
                <a:avLst/>
                <a:gdLst>
                  <a:gd name="textAreaLeft" fmla="*/ 0 w 389880"/>
                  <a:gd name="textAreaRight" fmla="*/ 390240 w 389880"/>
                  <a:gd name="textAreaTop" fmla="*/ 0 h 663840"/>
                  <a:gd name="textAreaBottom" fmla="*/ 664200 h 663840"/>
                </a:gdLst>
                <a:ahLst/>
                <a:cxnLst/>
                <a:rect l="textAreaLeft" t="textAreaTop" r="textAreaRight" b="textAreaBottom"/>
                <a:pathLst>
                  <a:path w="438816" h="746664">
                    <a:moveTo>
                      <a:pt x="438721" y="746569"/>
                    </a:moveTo>
                    <a:lnTo>
                      <a:pt x="0" y="746569"/>
                    </a:lnTo>
                    <a:lnTo>
                      <a:pt x="0" y="0"/>
                    </a:lnTo>
                    <a:lnTo>
                      <a:pt x="326231" y="0"/>
                    </a:lnTo>
                    <a:cubicBezTo>
                      <a:pt x="370141" y="43910"/>
                      <a:pt x="394811" y="68580"/>
                      <a:pt x="438816" y="112585"/>
                    </a:cubicBezTo>
                    <a:lnTo>
                      <a:pt x="438816" y="746665"/>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388" name="Google Shape;592;p20"/>
              <p:cNvGrpSpPr/>
              <p:nvPr/>
            </p:nvGrpSpPr>
            <p:grpSpPr>
              <a:xfrm>
                <a:off x="271800" y="4300560"/>
                <a:ext cx="279000" cy="255960"/>
                <a:chOff x="271800" y="4300560"/>
                <a:chExt cx="279000" cy="255960"/>
              </a:xfrm>
            </p:grpSpPr>
            <p:sp>
              <p:nvSpPr>
                <p:cNvPr id="389" name="Google Shape;593;p20"/>
                <p:cNvSpPr/>
                <p:nvPr/>
              </p:nvSpPr>
              <p:spPr>
                <a:xfrm>
                  <a:off x="271800" y="430056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0" name="Google Shape;594;p20"/>
                <p:cNvSpPr/>
                <p:nvPr/>
              </p:nvSpPr>
              <p:spPr>
                <a:xfrm>
                  <a:off x="271800" y="434808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1" name="Google Shape;595;p20"/>
                <p:cNvSpPr/>
                <p:nvPr/>
              </p:nvSpPr>
              <p:spPr>
                <a:xfrm>
                  <a:off x="271800" y="439524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2" name="Google Shape;596;p20"/>
                <p:cNvSpPr/>
                <p:nvPr/>
              </p:nvSpPr>
              <p:spPr>
                <a:xfrm>
                  <a:off x="271800" y="444312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3" name="Google Shape;597;p20"/>
                <p:cNvSpPr/>
                <p:nvPr/>
              </p:nvSpPr>
              <p:spPr>
                <a:xfrm>
                  <a:off x="271800" y="449028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4" name="Google Shape;598;p20"/>
                <p:cNvSpPr/>
                <p:nvPr/>
              </p:nvSpPr>
              <p:spPr>
                <a:xfrm>
                  <a:off x="271800" y="4537800"/>
                  <a:ext cx="163800" cy="18720"/>
                </a:xfrm>
                <a:custGeom>
                  <a:avLst/>
                  <a:gdLst>
                    <a:gd name="textAreaLeft" fmla="*/ 0 w 163800"/>
                    <a:gd name="textAreaRight" fmla="*/ 164160 w 163800"/>
                    <a:gd name="textAreaTop" fmla="*/ 0 h 18720"/>
                    <a:gd name="textAreaBottom" fmla="*/ 19080 h 18720"/>
                  </a:gdLst>
                  <a:ahLst/>
                  <a:cxnLst/>
                  <a:rect l="textAreaLeft" t="textAreaTop" r="textAreaRight" b="textAreaBottom"/>
                  <a:pathLst>
                    <a:path w="184689" h="21431">
                      <a:moveTo>
                        <a:pt x="0" y="0"/>
                      </a:moveTo>
                      <a:lnTo>
                        <a:pt x="184690" y="0"/>
                      </a:lnTo>
                      <a:lnTo>
                        <a:pt x="184690" y="21431"/>
                      </a:lnTo>
                      <a:lnTo>
                        <a:pt x="0" y="21431"/>
                      </a:lnTo>
                      <a:close/>
                    </a:path>
                  </a:pathLst>
                </a:custGeom>
                <a:solidFill>
                  <a:srgbClr val="42444F"/>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95" name="Google Shape;599;p20"/>
              <p:cNvGrpSpPr/>
              <p:nvPr/>
            </p:nvGrpSpPr>
            <p:grpSpPr>
              <a:xfrm>
                <a:off x="271800" y="4633560"/>
                <a:ext cx="279000" cy="160920"/>
                <a:chOff x="271800" y="4633560"/>
                <a:chExt cx="279000" cy="160920"/>
              </a:xfrm>
            </p:grpSpPr>
            <p:sp>
              <p:nvSpPr>
                <p:cNvPr id="396" name="Google Shape;600;p20"/>
                <p:cNvSpPr/>
                <p:nvPr/>
              </p:nvSpPr>
              <p:spPr>
                <a:xfrm>
                  <a:off x="271800" y="463356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7" name="Google Shape;601;p20"/>
                <p:cNvSpPr/>
                <p:nvPr/>
              </p:nvSpPr>
              <p:spPr>
                <a:xfrm>
                  <a:off x="271800" y="468108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8" name="Google Shape;602;p20"/>
                <p:cNvSpPr/>
                <p:nvPr/>
              </p:nvSpPr>
              <p:spPr>
                <a:xfrm>
                  <a:off x="271800" y="472860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9" name="Google Shape;603;p20"/>
                <p:cNvSpPr/>
                <p:nvPr/>
              </p:nvSpPr>
              <p:spPr>
                <a:xfrm>
                  <a:off x="271800" y="4775760"/>
                  <a:ext cx="163800" cy="18720"/>
                </a:xfrm>
                <a:custGeom>
                  <a:avLst/>
                  <a:gdLst>
                    <a:gd name="textAreaLeft" fmla="*/ 0 w 163800"/>
                    <a:gd name="textAreaRight" fmla="*/ 164160 w 163800"/>
                    <a:gd name="textAreaTop" fmla="*/ 0 h 18720"/>
                    <a:gd name="textAreaBottom" fmla="*/ 19080 h 18720"/>
                  </a:gdLst>
                  <a:ahLst/>
                  <a:cxnLst/>
                  <a:rect l="textAreaLeft" t="textAreaTop" r="textAreaRight" b="textAreaBottom"/>
                  <a:pathLst>
                    <a:path w="184689" h="21431">
                      <a:moveTo>
                        <a:pt x="0" y="0"/>
                      </a:moveTo>
                      <a:lnTo>
                        <a:pt x="184690" y="0"/>
                      </a:lnTo>
                      <a:lnTo>
                        <a:pt x="184690" y="21431"/>
                      </a:lnTo>
                      <a:lnTo>
                        <a:pt x="0" y="21431"/>
                      </a:lnTo>
                      <a:close/>
                    </a:path>
                  </a:pathLst>
                </a:custGeom>
                <a:solidFill>
                  <a:srgbClr val="42444F"/>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400" name="Google Shape;604;p20"/>
              <p:cNvSpPr/>
              <p:nvPr/>
            </p:nvSpPr>
            <p:spPr>
              <a:xfrm>
                <a:off x="506160" y="4214520"/>
                <a:ext cx="99720" cy="99720"/>
              </a:xfrm>
              <a:custGeom>
                <a:avLst/>
                <a:gdLst>
                  <a:gd name="textAreaLeft" fmla="*/ 0 w 99720"/>
                  <a:gd name="textAreaRight" fmla="*/ 100080 w 99720"/>
                  <a:gd name="textAreaTop" fmla="*/ 0 h 99720"/>
                  <a:gd name="textAreaBottom" fmla="*/ 100080 h 99720"/>
                </a:gdLst>
                <a:ahLst/>
                <a:cxnLst/>
                <a:rect l="textAreaLeft" t="textAreaTop" r="textAreaRight" b="textAreaBottom"/>
                <a:pathLst>
                  <a:path w="112584" h="112585">
                    <a:moveTo>
                      <a:pt x="112585" y="112585"/>
                    </a:moveTo>
                    <a:lnTo>
                      <a:pt x="0" y="112585"/>
                    </a:lnTo>
                    <a:lnTo>
                      <a:pt x="0" y="0"/>
                    </a:lnTo>
                    <a:lnTo>
                      <a:pt x="0" y="0"/>
                    </a:lnTo>
                    <a:cubicBezTo>
                      <a:pt x="43910" y="43910"/>
                      <a:pt x="68580" y="68580"/>
                      <a:pt x="112585" y="112585"/>
                    </a:cubicBezTo>
                    <a:lnTo>
                      <a:pt x="112585" y="112585"/>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01" name="Google Shape;605;p20"/>
            <p:cNvGrpSpPr/>
            <p:nvPr/>
          </p:nvGrpSpPr>
          <p:grpSpPr>
            <a:xfrm>
              <a:off x="90360" y="4329360"/>
              <a:ext cx="389880" cy="663840"/>
              <a:chOff x="90360" y="4329360"/>
              <a:chExt cx="389880" cy="663840"/>
            </a:xfrm>
          </p:grpSpPr>
          <p:sp>
            <p:nvSpPr>
              <p:cNvPr id="402" name="Google Shape;606;p20"/>
              <p:cNvSpPr/>
              <p:nvPr/>
            </p:nvSpPr>
            <p:spPr>
              <a:xfrm>
                <a:off x="90360" y="4329360"/>
                <a:ext cx="389880" cy="663840"/>
              </a:xfrm>
              <a:custGeom>
                <a:avLst/>
                <a:gdLst>
                  <a:gd name="textAreaLeft" fmla="*/ 0 w 389880"/>
                  <a:gd name="textAreaRight" fmla="*/ 390240 w 389880"/>
                  <a:gd name="textAreaTop" fmla="*/ 0 h 663840"/>
                  <a:gd name="textAreaBottom" fmla="*/ 664200 h 663840"/>
                </a:gdLst>
                <a:ahLst/>
                <a:cxnLst/>
                <a:rect l="textAreaLeft" t="textAreaTop" r="textAreaRight" b="textAreaBottom"/>
                <a:pathLst>
                  <a:path w="438817" h="746569">
                    <a:moveTo>
                      <a:pt x="438722" y="746570"/>
                    </a:moveTo>
                    <a:lnTo>
                      <a:pt x="0" y="746570"/>
                    </a:lnTo>
                    <a:lnTo>
                      <a:pt x="0" y="0"/>
                    </a:lnTo>
                    <a:lnTo>
                      <a:pt x="326231" y="0"/>
                    </a:lnTo>
                    <a:cubicBezTo>
                      <a:pt x="370141" y="43910"/>
                      <a:pt x="394812" y="68580"/>
                      <a:pt x="438817" y="112586"/>
                    </a:cubicBezTo>
                    <a:lnTo>
                      <a:pt x="438817" y="746570"/>
                    </a:ln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403" name="Google Shape;607;p20"/>
              <p:cNvGrpSpPr/>
              <p:nvPr/>
            </p:nvGrpSpPr>
            <p:grpSpPr>
              <a:xfrm>
                <a:off x="145800" y="4415400"/>
                <a:ext cx="279000" cy="256320"/>
                <a:chOff x="145800" y="4415400"/>
                <a:chExt cx="279000" cy="256320"/>
              </a:xfrm>
            </p:grpSpPr>
            <p:sp>
              <p:nvSpPr>
                <p:cNvPr id="404" name="Google Shape;608;p20"/>
                <p:cNvSpPr/>
                <p:nvPr/>
              </p:nvSpPr>
              <p:spPr>
                <a:xfrm>
                  <a:off x="145800" y="441540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5" name="Google Shape;609;p20"/>
                <p:cNvSpPr/>
                <p:nvPr/>
              </p:nvSpPr>
              <p:spPr>
                <a:xfrm>
                  <a:off x="145800" y="446292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6" name="Google Shape;610;p20"/>
                <p:cNvSpPr/>
                <p:nvPr/>
              </p:nvSpPr>
              <p:spPr>
                <a:xfrm>
                  <a:off x="145800" y="451044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7" name="Google Shape;611;p20"/>
                <p:cNvSpPr/>
                <p:nvPr/>
              </p:nvSpPr>
              <p:spPr>
                <a:xfrm>
                  <a:off x="145800" y="455796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8" name="Google Shape;612;p20"/>
                <p:cNvSpPr/>
                <p:nvPr/>
              </p:nvSpPr>
              <p:spPr>
                <a:xfrm>
                  <a:off x="145800" y="460548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9" name="Google Shape;613;p20"/>
                <p:cNvSpPr/>
                <p:nvPr/>
              </p:nvSpPr>
              <p:spPr>
                <a:xfrm>
                  <a:off x="145800" y="4653000"/>
                  <a:ext cx="163800" cy="18720"/>
                </a:xfrm>
                <a:custGeom>
                  <a:avLst/>
                  <a:gdLst>
                    <a:gd name="textAreaLeft" fmla="*/ 0 w 163800"/>
                    <a:gd name="textAreaRight" fmla="*/ 164160 w 163800"/>
                    <a:gd name="textAreaTop" fmla="*/ 0 h 18720"/>
                    <a:gd name="textAreaBottom" fmla="*/ 19080 h 18720"/>
                  </a:gdLst>
                  <a:ahLst/>
                  <a:cxnLst/>
                  <a:rect l="textAreaLeft" t="textAreaTop" r="textAreaRight" b="textAreaBottom"/>
                  <a:pathLst>
                    <a:path w="184689" h="21431">
                      <a:moveTo>
                        <a:pt x="0" y="0"/>
                      </a:moveTo>
                      <a:lnTo>
                        <a:pt x="184689" y="0"/>
                      </a:lnTo>
                      <a:lnTo>
                        <a:pt x="184689" y="21431"/>
                      </a:lnTo>
                      <a:lnTo>
                        <a:pt x="-1"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10" name="Google Shape;614;p20"/>
              <p:cNvGrpSpPr/>
              <p:nvPr/>
            </p:nvGrpSpPr>
            <p:grpSpPr>
              <a:xfrm>
                <a:off x="145800" y="4748400"/>
                <a:ext cx="279000" cy="161280"/>
                <a:chOff x="145800" y="4748400"/>
                <a:chExt cx="279000" cy="161280"/>
              </a:xfrm>
            </p:grpSpPr>
            <p:sp>
              <p:nvSpPr>
                <p:cNvPr id="411" name="Google Shape;615;p20"/>
                <p:cNvSpPr/>
                <p:nvPr/>
              </p:nvSpPr>
              <p:spPr>
                <a:xfrm>
                  <a:off x="145800" y="474840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2" name="Google Shape;616;p20"/>
                <p:cNvSpPr/>
                <p:nvPr/>
              </p:nvSpPr>
              <p:spPr>
                <a:xfrm>
                  <a:off x="145800" y="479592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3" name="Google Shape;617;p20"/>
                <p:cNvSpPr/>
                <p:nvPr/>
              </p:nvSpPr>
              <p:spPr>
                <a:xfrm>
                  <a:off x="145800" y="484344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4" name="Google Shape;618;p20"/>
                <p:cNvSpPr/>
                <p:nvPr/>
              </p:nvSpPr>
              <p:spPr>
                <a:xfrm>
                  <a:off x="145800" y="4890960"/>
                  <a:ext cx="163800" cy="18720"/>
                </a:xfrm>
                <a:custGeom>
                  <a:avLst/>
                  <a:gdLst>
                    <a:gd name="textAreaLeft" fmla="*/ 0 w 163800"/>
                    <a:gd name="textAreaRight" fmla="*/ 164160 w 163800"/>
                    <a:gd name="textAreaTop" fmla="*/ 0 h 18720"/>
                    <a:gd name="textAreaBottom" fmla="*/ 19080 h 18720"/>
                  </a:gdLst>
                  <a:ahLst/>
                  <a:cxnLst/>
                  <a:rect l="textAreaLeft" t="textAreaTop" r="textAreaRight" b="textAreaBottom"/>
                  <a:pathLst>
                    <a:path w="184689" h="21431">
                      <a:moveTo>
                        <a:pt x="0" y="0"/>
                      </a:moveTo>
                      <a:lnTo>
                        <a:pt x="184689" y="0"/>
                      </a:lnTo>
                      <a:lnTo>
                        <a:pt x="184689" y="21431"/>
                      </a:lnTo>
                      <a:lnTo>
                        <a:pt x="-1"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415" name="Google Shape;619;p20"/>
              <p:cNvSpPr/>
              <p:nvPr/>
            </p:nvSpPr>
            <p:spPr>
              <a:xfrm>
                <a:off x="380160" y="4329360"/>
                <a:ext cx="99720" cy="99720"/>
              </a:xfrm>
              <a:custGeom>
                <a:avLst/>
                <a:gdLst>
                  <a:gd name="textAreaLeft" fmla="*/ 0 w 99720"/>
                  <a:gd name="textAreaRight" fmla="*/ 100080 w 99720"/>
                  <a:gd name="textAreaTop" fmla="*/ 0 h 99720"/>
                  <a:gd name="textAreaBottom" fmla="*/ 100080 h 99720"/>
                </a:gdLst>
                <a:ahLst/>
                <a:cxnLst/>
                <a:rect l="textAreaLeft" t="textAreaTop" r="textAreaRight" b="textAreaBottom"/>
                <a:pathLst>
                  <a:path w="112586" h="112585">
                    <a:moveTo>
                      <a:pt x="112586" y="112586"/>
                    </a:moveTo>
                    <a:lnTo>
                      <a:pt x="0" y="112586"/>
                    </a:lnTo>
                    <a:lnTo>
                      <a:pt x="0" y="0"/>
                    </a:lnTo>
                    <a:lnTo>
                      <a:pt x="0" y="0"/>
                    </a:lnTo>
                    <a:cubicBezTo>
                      <a:pt x="43910" y="43910"/>
                      <a:pt x="68581" y="68580"/>
                      <a:pt x="112586" y="112586"/>
                    </a:cubicBezTo>
                    <a:lnTo>
                      <a:pt x="112586" y="112586"/>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416" name="Google Shape;620;p20"/>
          <p:cNvSpPr/>
          <p:nvPr/>
        </p:nvSpPr>
        <p:spPr>
          <a:xfrm rot="17943000" flipH="1">
            <a:off x="-1404360" y="-738000"/>
            <a:ext cx="2745360" cy="1627560"/>
          </a:xfrm>
          <a:custGeom>
            <a:avLst/>
            <a:gdLst>
              <a:gd name="textAreaLeft" fmla="*/ -360 w 2745360"/>
              <a:gd name="textAreaRight" fmla="*/ 2745360 w 2745360"/>
              <a:gd name="textAreaTop" fmla="*/ 0 h 1627560"/>
              <a:gd name="textAreaBottom" fmla="*/ 1627920 h 162756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417" name="Google Shape;621;p20"/>
          <p:cNvGrpSpPr/>
          <p:nvPr/>
        </p:nvGrpSpPr>
        <p:grpSpPr>
          <a:xfrm>
            <a:off x="8115120" y="266760"/>
            <a:ext cx="829800" cy="750600"/>
            <a:chOff x="8115120" y="266760"/>
            <a:chExt cx="829800" cy="750600"/>
          </a:xfrm>
        </p:grpSpPr>
        <p:grpSp>
          <p:nvGrpSpPr>
            <p:cNvPr id="418" name="Google Shape;622;p20"/>
            <p:cNvGrpSpPr/>
            <p:nvPr/>
          </p:nvGrpSpPr>
          <p:grpSpPr>
            <a:xfrm>
              <a:off x="8115120" y="266760"/>
              <a:ext cx="829800" cy="750600"/>
              <a:chOff x="8115120" y="266760"/>
              <a:chExt cx="829800" cy="750600"/>
            </a:xfrm>
          </p:grpSpPr>
          <p:sp>
            <p:nvSpPr>
              <p:cNvPr id="419" name="Google Shape;623;p20"/>
              <p:cNvSpPr/>
              <p:nvPr/>
            </p:nvSpPr>
            <p:spPr>
              <a:xfrm>
                <a:off x="8115120" y="266760"/>
                <a:ext cx="829800" cy="750600"/>
              </a:xfrm>
              <a:custGeom>
                <a:avLst/>
                <a:gdLst>
                  <a:gd name="textAreaLeft" fmla="*/ 0 w 829800"/>
                  <a:gd name="textAreaRight" fmla="*/ 830160 w 829800"/>
                  <a:gd name="textAreaTop" fmla="*/ 0 h 750600"/>
                  <a:gd name="textAreaBottom" fmla="*/ 750960 h 750600"/>
                </a:gdLst>
                <a:ahLst/>
                <a:cxnLst/>
                <a:rect l="textAreaLeft" t="textAreaTop" r="textAreaRight" b="textAreaBottom"/>
                <a:pathLst>
                  <a:path w="598074" h="541115">
                    <a:moveTo>
                      <a:pt x="557022" y="0"/>
                    </a:moveTo>
                    <a:cubicBezTo>
                      <a:pt x="579695" y="0"/>
                      <a:pt x="598075" y="18380"/>
                      <a:pt x="598075" y="41053"/>
                    </a:cubicBezTo>
                    <a:lnTo>
                      <a:pt x="598075" y="500063"/>
                    </a:lnTo>
                    <a:cubicBezTo>
                      <a:pt x="598075" y="522735"/>
                      <a:pt x="579695" y="541115"/>
                      <a:pt x="557022" y="541115"/>
                    </a:cubicBezTo>
                    <a:lnTo>
                      <a:pt x="41053" y="541115"/>
                    </a:lnTo>
                    <a:cubicBezTo>
                      <a:pt x="18380" y="541115"/>
                      <a:pt x="0" y="522735"/>
                      <a:pt x="0" y="500063"/>
                    </a:cubicBezTo>
                    <a:lnTo>
                      <a:pt x="0" y="41053"/>
                    </a:lnTo>
                    <a:cubicBezTo>
                      <a:pt x="0" y="18380"/>
                      <a:pt x="18380" y="0"/>
                      <a:pt x="4105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420" name="Google Shape;624;p20"/>
              <p:cNvGrpSpPr/>
              <p:nvPr/>
            </p:nvGrpSpPr>
            <p:grpSpPr>
              <a:xfrm>
                <a:off x="8655480" y="309960"/>
                <a:ext cx="228240" cy="57240"/>
                <a:chOff x="8655480" y="309960"/>
                <a:chExt cx="228240" cy="57240"/>
              </a:xfrm>
            </p:grpSpPr>
            <p:sp>
              <p:nvSpPr>
                <p:cNvPr id="421" name="Google Shape;625;p20"/>
                <p:cNvSpPr/>
                <p:nvPr/>
              </p:nvSpPr>
              <p:spPr>
                <a:xfrm>
                  <a:off x="8826480" y="309960"/>
                  <a:ext cx="57240" cy="57240"/>
                </a:xfrm>
                <a:custGeom>
                  <a:avLst/>
                  <a:gdLst>
                    <a:gd name="textAreaLeft" fmla="*/ 0 w 57240"/>
                    <a:gd name="textAreaRight" fmla="*/ 5760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2" name="Google Shape;626;p20"/>
                <p:cNvSpPr/>
                <p:nvPr/>
              </p:nvSpPr>
              <p:spPr>
                <a:xfrm>
                  <a:off x="8741160" y="309960"/>
                  <a:ext cx="57240" cy="57240"/>
                </a:xfrm>
                <a:custGeom>
                  <a:avLst/>
                  <a:gdLst>
                    <a:gd name="textAreaLeft" fmla="*/ 0 w 57240"/>
                    <a:gd name="textAreaRight" fmla="*/ 5760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23" name="Google Shape;627;p20"/>
                <p:cNvSpPr/>
                <p:nvPr/>
              </p:nvSpPr>
              <p:spPr>
                <a:xfrm>
                  <a:off x="8655480" y="309960"/>
                  <a:ext cx="57240" cy="57240"/>
                </a:xfrm>
                <a:custGeom>
                  <a:avLst/>
                  <a:gdLst>
                    <a:gd name="textAreaLeft" fmla="*/ 0 w 57240"/>
                    <a:gd name="textAreaRight" fmla="*/ 5760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424" name="Google Shape;628;p20"/>
            <p:cNvGrpSpPr/>
            <p:nvPr/>
          </p:nvGrpSpPr>
          <p:grpSpPr>
            <a:xfrm>
              <a:off x="8207280" y="495720"/>
              <a:ext cx="652680" cy="336960"/>
              <a:chOff x="8207280" y="495720"/>
              <a:chExt cx="652680" cy="336960"/>
            </a:xfrm>
          </p:grpSpPr>
          <p:sp>
            <p:nvSpPr>
              <p:cNvPr id="425" name="Google Shape;629;p20"/>
              <p:cNvSpPr/>
              <p:nvPr/>
            </p:nvSpPr>
            <p:spPr>
              <a:xfrm>
                <a:off x="8207280" y="508320"/>
                <a:ext cx="302760" cy="302400"/>
              </a:xfrm>
              <a:custGeom>
                <a:avLst/>
                <a:gdLst>
                  <a:gd name="textAreaLeft" fmla="*/ 0 w 302760"/>
                  <a:gd name="textAreaRight" fmla="*/ 303120 w 302760"/>
                  <a:gd name="textAreaTop" fmla="*/ 0 h 302400"/>
                  <a:gd name="textAreaBottom" fmla="*/ 302760 h 302400"/>
                </a:gdLst>
                <a:ahLst/>
                <a:cxnLst/>
                <a:rect l="textAreaLeft" t="textAreaTop" r="textAreaRight" b="textAreaBottom"/>
                <a:pathLst>
                  <a:path w="218503" h="218217">
                    <a:moveTo>
                      <a:pt x="216598" y="129540"/>
                    </a:moveTo>
                    <a:cubicBezTo>
                      <a:pt x="217837" y="122968"/>
                      <a:pt x="218504" y="116110"/>
                      <a:pt x="218504" y="109156"/>
                    </a:cubicBezTo>
                    <a:cubicBezTo>
                      <a:pt x="218504" y="102203"/>
                      <a:pt x="217837" y="95440"/>
                      <a:pt x="216598" y="88773"/>
                    </a:cubicBezTo>
                    <a:lnTo>
                      <a:pt x="181261" y="88773"/>
                    </a:lnTo>
                    <a:cubicBezTo>
                      <a:pt x="179641" y="83058"/>
                      <a:pt x="177451" y="77724"/>
                      <a:pt x="174593" y="72676"/>
                    </a:cubicBezTo>
                    <a:lnTo>
                      <a:pt x="199549" y="47720"/>
                    </a:lnTo>
                    <a:cubicBezTo>
                      <a:pt x="191834" y="36385"/>
                      <a:pt x="182118" y="26670"/>
                      <a:pt x="170783" y="18955"/>
                    </a:cubicBezTo>
                    <a:lnTo>
                      <a:pt x="145732" y="44005"/>
                    </a:lnTo>
                    <a:cubicBezTo>
                      <a:pt x="140684" y="41148"/>
                      <a:pt x="135255" y="38957"/>
                      <a:pt x="129635" y="37338"/>
                    </a:cubicBezTo>
                    <a:lnTo>
                      <a:pt x="129635" y="1905"/>
                    </a:lnTo>
                    <a:cubicBezTo>
                      <a:pt x="123063" y="667"/>
                      <a:pt x="116205" y="0"/>
                      <a:pt x="109252" y="0"/>
                    </a:cubicBezTo>
                    <a:cubicBezTo>
                      <a:pt x="102298" y="0"/>
                      <a:pt x="95536" y="667"/>
                      <a:pt x="88868" y="1905"/>
                    </a:cubicBezTo>
                    <a:lnTo>
                      <a:pt x="88868" y="37338"/>
                    </a:lnTo>
                    <a:cubicBezTo>
                      <a:pt x="83154" y="38957"/>
                      <a:pt x="77819" y="41148"/>
                      <a:pt x="72771" y="44005"/>
                    </a:cubicBezTo>
                    <a:lnTo>
                      <a:pt x="47720" y="18955"/>
                    </a:lnTo>
                    <a:cubicBezTo>
                      <a:pt x="36386" y="26670"/>
                      <a:pt x="26670" y="36481"/>
                      <a:pt x="18955" y="47720"/>
                    </a:cubicBezTo>
                    <a:lnTo>
                      <a:pt x="43910" y="72676"/>
                    </a:lnTo>
                    <a:cubicBezTo>
                      <a:pt x="41053" y="77724"/>
                      <a:pt x="38862" y="83153"/>
                      <a:pt x="37243" y="88773"/>
                    </a:cubicBezTo>
                    <a:lnTo>
                      <a:pt x="1905" y="88773"/>
                    </a:lnTo>
                    <a:cubicBezTo>
                      <a:pt x="667" y="95345"/>
                      <a:pt x="0" y="102203"/>
                      <a:pt x="0" y="109156"/>
                    </a:cubicBezTo>
                    <a:cubicBezTo>
                      <a:pt x="0" y="116110"/>
                      <a:pt x="667" y="122873"/>
                      <a:pt x="1905" y="129540"/>
                    </a:cubicBezTo>
                    <a:lnTo>
                      <a:pt x="37243" y="129540"/>
                    </a:lnTo>
                    <a:cubicBezTo>
                      <a:pt x="38862" y="135255"/>
                      <a:pt x="41053" y="140589"/>
                      <a:pt x="43910" y="145637"/>
                    </a:cubicBezTo>
                    <a:lnTo>
                      <a:pt x="18955" y="170593"/>
                    </a:lnTo>
                    <a:cubicBezTo>
                      <a:pt x="26670" y="181928"/>
                      <a:pt x="36386" y="191643"/>
                      <a:pt x="47720" y="199358"/>
                    </a:cubicBezTo>
                    <a:lnTo>
                      <a:pt x="72771" y="174308"/>
                    </a:lnTo>
                    <a:cubicBezTo>
                      <a:pt x="77819" y="177165"/>
                      <a:pt x="83248" y="179356"/>
                      <a:pt x="88868" y="180975"/>
                    </a:cubicBezTo>
                    <a:lnTo>
                      <a:pt x="88868" y="216313"/>
                    </a:lnTo>
                    <a:cubicBezTo>
                      <a:pt x="95441" y="217551"/>
                      <a:pt x="102298" y="218218"/>
                      <a:pt x="109252" y="218218"/>
                    </a:cubicBezTo>
                    <a:cubicBezTo>
                      <a:pt x="116205" y="218218"/>
                      <a:pt x="122968" y="217551"/>
                      <a:pt x="129635" y="216313"/>
                    </a:cubicBezTo>
                    <a:lnTo>
                      <a:pt x="129635" y="180975"/>
                    </a:lnTo>
                    <a:cubicBezTo>
                      <a:pt x="135350" y="179356"/>
                      <a:pt x="140684" y="177070"/>
                      <a:pt x="145732" y="174308"/>
                    </a:cubicBezTo>
                    <a:lnTo>
                      <a:pt x="170783" y="199358"/>
                    </a:lnTo>
                    <a:cubicBezTo>
                      <a:pt x="182118" y="191643"/>
                      <a:pt x="191834" y="181928"/>
                      <a:pt x="199549" y="170593"/>
                    </a:cubicBezTo>
                    <a:lnTo>
                      <a:pt x="174593" y="145542"/>
                    </a:lnTo>
                    <a:cubicBezTo>
                      <a:pt x="177451" y="140494"/>
                      <a:pt x="179641" y="135064"/>
                      <a:pt x="181261" y="129445"/>
                    </a:cubicBezTo>
                    <a:lnTo>
                      <a:pt x="216598" y="129445"/>
                    </a:lnTo>
                    <a:close/>
                    <a:moveTo>
                      <a:pt x="109252" y="131255"/>
                    </a:moveTo>
                    <a:cubicBezTo>
                      <a:pt x="97060" y="131255"/>
                      <a:pt x="87249" y="121349"/>
                      <a:pt x="87249" y="109252"/>
                    </a:cubicBezTo>
                    <a:cubicBezTo>
                      <a:pt x="87249" y="97155"/>
                      <a:pt x="97155" y="87249"/>
                      <a:pt x="109252" y="87249"/>
                    </a:cubicBezTo>
                    <a:cubicBezTo>
                      <a:pt x="121348" y="87249"/>
                      <a:pt x="131255" y="97155"/>
                      <a:pt x="131255" y="109252"/>
                    </a:cubicBezTo>
                    <a:cubicBezTo>
                      <a:pt x="131255" y="121349"/>
                      <a:pt x="121348" y="131255"/>
                      <a:pt x="109252" y="13125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426" name="Google Shape;630;p20"/>
              <p:cNvGrpSpPr/>
              <p:nvPr/>
            </p:nvGrpSpPr>
            <p:grpSpPr>
              <a:xfrm>
                <a:off x="8563320" y="495720"/>
                <a:ext cx="296640" cy="336960"/>
                <a:chOff x="8563320" y="495720"/>
                <a:chExt cx="296640" cy="336960"/>
              </a:xfrm>
            </p:grpSpPr>
            <p:grpSp>
              <p:nvGrpSpPr>
                <p:cNvPr id="427" name="Google Shape;631;p20"/>
                <p:cNvGrpSpPr/>
                <p:nvPr/>
              </p:nvGrpSpPr>
              <p:grpSpPr>
                <a:xfrm>
                  <a:off x="8563320" y="704880"/>
                  <a:ext cx="296640" cy="127800"/>
                  <a:chOff x="8563320" y="704880"/>
                  <a:chExt cx="296640" cy="127800"/>
                </a:xfrm>
              </p:grpSpPr>
              <p:sp>
                <p:nvSpPr>
                  <p:cNvPr id="428" name="Google Shape;632;p20"/>
                  <p:cNvSpPr/>
                  <p:nvPr/>
                </p:nvSpPr>
                <p:spPr>
                  <a:xfrm>
                    <a:off x="8563320" y="731880"/>
                    <a:ext cx="296640" cy="100800"/>
                  </a:xfrm>
                  <a:custGeom>
                    <a:avLst/>
                    <a:gdLst>
                      <a:gd name="textAreaLeft" fmla="*/ 0 w 296640"/>
                      <a:gd name="textAreaRight" fmla="*/ 29700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29" name="Google Shape;633;p20"/>
                  <p:cNvSpPr/>
                  <p:nvPr/>
                </p:nvSpPr>
                <p:spPr>
                  <a:xfrm>
                    <a:off x="8563320" y="704880"/>
                    <a:ext cx="296640" cy="53640"/>
                  </a:xfrm>
                  <a:custGeom>
                    <a:avLst/>
                    <a:gdLst>
                      <a:gd name="textAreaLeft" fmla="*/ 0 w 296640"/>
                      <a:gd name="textAreaRight" fmla="*/ 29700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30" name="Google Shape;634;p20"/>
                <p:cNvGrpSpPr/>
                <p:nvPr/>
              </p:nvGrpSpPr>
              <p:grpSpPr>
                <a:xfrm>
                  <a:off x="8563320" y="600480"/>
                  <a:ext cx="296640" cy="127800"/>
                  <a:chOff x="8563320" y="600480"/>
                  <a:chExt cx="296640" cy="127800"/>
                </a:xfrm>
              </p:grpSpPr>
              <p:sp>
                <p:nvSpPr>
                  <p:cNvPr id="431" name="Google Shape;635;p20"/>
                  <p:cNvSpPr/>
                  <p:nvPr/>
                </p:nvSpPr>
                <p:spPr>
                  <a:xfrm>
                    <a:off x="8563320" y="627480"/>
                    <a:ext cx="296640" cy="100800"/>
                  </a:xfrm>
                  <a:custGeom>
                    <a:avLst/>
                    <a:gdLst>
                      <a:gd name="textAreaLeft" fmla="*/ 0 w 296640"/>
                      <a:gd name="textAreaRight" fmla="*/ 29700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2" name="Google Shape;636;p20"/>
                  <p:cNvSpPr/>
                  <p:nvPr/>
                </p:nvSpPr>
                <p:spPr>
                  <a:xfrm>
                    <a:off x="8563320" y="600480"/>
                    <a:ext cx="296640" cy="53640"/>
                  </a:xfrm>
                  <a:custGeom>
                    <a:avLst/>
                    <a:gdLst>
                      <a:gd name="textAreaLeft" fmla="*/ 0 w 296640"/>
                      <a:gd name="textAreaRight" fmla="*/ 29700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33" name="Google Shape;637;p20"/>
                <p:cNvGrpSpPr/>
                <p:nvPr/>
              </p:nvGrpSpPr>
              <p:grpSpPr>
                <a:xfrm>
                  <a:off x="8563320" y="495720"/>
                  <a:ext cx="296640" cy="127800"/>
                  <a:chOff x="8563320" y="495720"/>
                  <a:chExt cx="296640" cy="127800"/>
                </a:xfrm>
              </p:grpSpPr>
              <p:sp>
                <p:nvSpPr>
                  <p:cNvPr id="434" name="Google Shape;638;p20"/>
                  <p:cNvSpPr/>
                  <p:nvPr/>
                </p:nvSpPr>
                <p:spPr>
                  <a:xfrm>
                    <a:off x="8563320" y="522720"/>
                    <a:ext cx="296640" cy="100800"/>
                  </a:xfrm>
                  <a:custGeom>
                    <a:avLst/>
                    <a:gdLst>
                      <a:gd name="textAreaLeft" fmla="*/ 0 w 296640"/>
                      <a:gd name="textAreaRight" fmla="*/ 29700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8"/>
                          <a:pt x="47911" y="72866"/>
                          <a:pt x="106966" y="72866"/>
                        </a:cubicBezTo>
                        <a:cubicBezTo>
                          <a:pt x="166021" y="72866"/>
                          <a:pt x="213932" y="64198"/>
                          <a:pt x="213932" y="53435"/>
                        </a:cubicBezTo>
                        <a:lnTo>
                          <a:pt x="213932" y="0"/>
                        </a:ln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5" name="Google Shape;639;p20"/>
                  <p:cNvSpPr/>
                  <p:nvPr/>
                </p:nvSpPr>
                <p:spPr>
                  <a:xfrm>
                    <a:off x="8563320" y="495720"/>
                    <a:ext cx="296640" cy="53640"/>
                  </a:xfrm>
                  <a:custGeom>
                    <a:avLst/>
                    <a:gdLst>
                      <a:gd name="textAreaLeft" fmla="*/ 0 w 296640"/>
                      <a:gd name="textAreaRight" fmla="*/ 29700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sp>
        <p:nvSpPr>
          <p:cNvPr id="436" name="PlaceHolder 1"/>
          <p:cNvSpPr>
            <a:spLocks noGrp="1"/>
          </p:cNvSpPr>
          <p:nvPr>
            <p:ph type="title"/>
          </p:nvPr>
        </p:nvSpPr>
        <p:spPr>
          <a:xfrm>
            <a:off x="4047120" y="2571840"/>
            <a:ext cx="4383360" cy="841320"/>
          </a:xfrm>
          <a:prstGeom prst="rect">
            <a:avLst/>
          </a:prstGeom>
          <a:noFill/>
          <a:ln w="0">
            <a:noFill/>
          </a:ln>
        </p:spPr>
        <p:txBody>
          <a:bodyPr lIns="91440" tIns="91440" rIns="91440" bIns="91440" anchor="t">
            <a:noAutofit/>
          </a:bodyPr>
          <a:lstStyle/>
          <a:p>
            <a:pPr indent="0">
              <a:buNone/>
            </a:pPr>
            <a:r>
              <a:rPr lang="fr-FR" sz="4800" b="0" u="none" strike="noStrike">
                <a:solidFill>
                  <a:schemeClr val="dk1"/>
                </a:solidFill>
                <a:effectLst/>
                <a:uFillTx/>
                <a:latin typeface="Arial"/>
              </a:rPr>
              <a:t>Click to edit the title text format</a:t>
            </a:r>
          </a:p>
        </p:txBody>
      </p:sp>
      <p:sp>
        <p:nvSpPr>
          <p:cNvPr id="437" name="PlaceHolder 2"/>
          <p:cNvSpPr>
            <a:spLocks noGrp="1"/>
          </p:cNvSpPr>
          <p:nvPr>
            <p:ph type="title"/>
          </p:nvPr>
        </p:nvSpPr>
        <p:spPr>
          <a:xfrm>
            <a:off x="4047120" y="1321920"/>
            <a:ext cx="1235520" cy="841320"/>
          </a:xfrm>
          <a:prstGeom prst="rect">
            <a:avLst/>
          </a:prstGeom>
          <a:noFill/>
          <a:ln w="0">
            <a:noFill/>
          </a:ln>
        </p:spPr>
        <p:txBody>
          <a:bodyPr lIns="91440" tIns="91440" rIns="91440" bIns="91440" anchor="b">
            <a:noAutofit/>
          </a:bodyPr>
          <a:lstStyle/>
          <a:p>
            <a:pPr indent="0" algn="ctr">
              <a:lnSpc>
                <a:spcPct val="100000"/>
              </a:lnSpc>
              <a:buNone/>
            </a:pPr>
            <a:r>
              <a:rPr lang="fr-FR" sz="6000" b="1" u="none" strike="noStrike">
                <a:solidFill>
                  <a:schemeClr val="dk1"/>
                </a:solidFill>
                <a:effectLst/>
                <a:uFillTx/>
                <a:latin typeface="Epilogue"/>
                <a:ea typeface="Epilogue"/>
              </a:rPr>
              <a:t>xx%</a:t>
            </a:r>
            <a:endParaRPr lang="fr-FR" sz="6000" b="0" u="none" strike="noStrike">
              <a:solidFill>
                <a:schemeClr val="dk1"/>
              </a:solidFill>
              <a:effectLst/>
              <a:uFillTx/>
              <a:latin typeface="Arial"/>
            </a:endParaRPr>
          </a:p>
        </p:txBody>
      </p:sp>
      <p:sp>
        <p:nvSpPr>
          <p:cNvPr id="438" name="PlaceHolder 3"/>
          <p:cNvSpPr>
            <a:spLocks noGrp="1"/>
          </p:cNvSpPr>
          <p:nvPr>
            <p:ph type="body"/>
          </p:nvPr>
        </p:nvSpPr>
        <p:spPr>
          <a:xfrm>
            <a:off x="484560" y="1076400"/>
            <a:ext cx="2990160" cy="2990160"/>
          </a:xfrm>
          <a:prstGeom prst="rect">
            <a:avLst/>
          </a:prstGeom>
          <a:noFill/>
          <a:ln w="0">
            <a:noFill/>
          </a:ln>
        </p:spPr>
        <p:txBody>
          <a:bodyPr lIns="90000" tIns="45000" rIns="90000" bIns="45000" anchor="t">
            <a:normAutofit fontScale="40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439" name="Google Shape;17;p3"/>
          <p:cNvSpPr/>
          <p:nvPr/>
        </p:nvSpPr>
        <p:spPr>
          <a:xfrm rot="18336600" flipH="1">
            <a:off x="5846760" y="3927960"/>
            <a:ext cx="2997360" cy="2575800"/>
          </a:xfrm>
          <a:custGeom>
            <a:avLst/>
            <a:gdLst>
              <a:gd name="textAreaLeft" fmla="*/ 360 w 2997360"/>
              <a:gd name="textAreaRight" fmla="*/ 2998080 w 2997360"/>
              <a:gd name="textAreaTop" fmla="*/ 0 h 2575800"/>
              <a:gd name="textAreaBottom" fmla="*/ 2576160 h 257580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0" name="Google Shape;18;p3"/>
          <p:cNvSpPr/>
          <p:nvPr/>
        </p:nvSpPr>
        <p:spPr>
          <a:xfrm rot="460800" flipH="1">
            <a:off x="6386400" y="-1517040"/>
            <a:ext cx="4086720" cy="3304440"/>
          </a:xfrm>
          <a:custGeom>
            <a:avLst/>
            <a:gdLst>
              <a:gd name="textAreaLeft" fmla="*/ 360 w 4086720"/>
              <a:gd name="textAreaRight" fmla="*/ 4087440 w 4086720"/>
              <a:gd name="textAreaTop" fmla="*/ 0 h 3304440"/>
              <a:gd name="textAreaBottom" fmla="*/ 3304800 h 330444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1" name="Google Shape;19;p3"/>
          <p:cNvSpPr/>
          <p:nvPr/>
        </p:nvSpPr>
        <p:spPr>
          <a:xfrm rot="17007000" flipH="1">
            <a:off x="6120" y="113040"/>
            <a:ext cx="642600" cy="519480"/>
          </a:xfrm>
          <a:custGeom>
            <a:avLst/>
            <a:gdLst>
              <a:gd name="textAreaLeft" fmla="*/ -360 w 642600"/>
              <a:gd name="textAreaRight" fmla="*/ 642600 w 642600"/>
              <a:gd name="textAreaTop" fmla="*/ 0 h 519480"/>
              <a:gd name="textAreaBottom" fmla="*/ 519840 h 51948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TITLE_ONLY_2">
    <p:bg>
      <p:bgPr>
        <a:solidFill>
          <a:schemeClr val="lt1"/>
        </a:solidFill>
        <a:effectLst/>
      </p:bgPr>
    </p:bg>
    <p:spTree>
      <p:nvGrpSpPr>
        <p:cNvPr id="1" name=""/>
        <p:cNvGrpSpPr/>
        <p:nvPr/>
      </p:nvGrpSpPr>
      <p:grpSpPr>
        <a:xfrm>
          <a:off x="0" y="0"/>
          <a:ext cx="0" cy="0"/>
          <a:chOff x="0" y="0"/>
          <a:chExt cx="0" cy="0"/>
        </a:xfrm>
      </p:grpSpPr>
      <p:sp>
        <p:nvSpPr>
          <p:cNvPr id="442" name="Google Shape;641;p21"/>
          <p:cNvSpPr/>
          <p:nvPr/>
        </p:nvSpPr>
        <p:spPr>
          <a:xfrm rot="9076800" flipH="1">
            <a:off x="7972920" y="-586080"/>
            <a:ext cx="1683360" cy="1672560"/>
          </a:xfrm>
          <a:custGeom>
            <a:avLst/>
            <a:gdLst>
              <a:gd name="textAreaLeft" fmla="*/ 360 w 1683360"/>
              <a:gd name="textAreaRight" fmla="*/ 1684080 w 1683360"/>
              <a:gd name="textAreaTop" fmla="*/ 0 h 1672560"/>
              <a:gd name="textAreaBottom" fmla="*/ 1672920 h 167256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3"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grpSp>
        <p:nvGrpSpPr>
          <p:cNvPr id="444" name="Google Shape;643;p21"/>
          <p:cNvGrpSpPr/>
          <p:nvPr/>
        </p:nvGrpSpPr>
        <p:grpSpPr>
          <a:xfrm>
            <a:off x="682920" y="4696560"/>
            <a:ext cx="325440" cy="404280"/>
            <a:chOff x="682920" y="4696560"/>
            <a:chExt cx="325440" cy="404280"/>
          </a:xfrm>
        </p:grpSpPr>
        <p:sp>
          <p:nvSpPr>
            <p:cNvPr id="445" name="Google Shape;644;p21"/>
            <p:cNvSpPr/>
            <p:nvPr/>
          </p:nvSpPr>
          <p:spPr>
            <a:xfrm flipH="1">
              <a:off x="682920" y="4696560"/>
              <a:ext cx="325440" cy="404280"/>
            </a:xfrm>
            <a:custGeom>
              <a:avLst/>
              <a:gdLst>
                <a:gd name="textAreaLeft" fmla="*/ 360 w 325440"/>
                <a:gd name="textAreaRight" fmla="*/ 326160 w 325440"/>
                <a:gd name="textAreaTop" fmla="*/ 0 h 404280"/>
                <a:gd name="textAreaBottom" fmla="*/ 404640 h 404280"/>
              </a:gdLst>
              <a:ahLst/>
              <a:cxnLst/>
              <a:rect l="textAreaLeft" t="textAreaTop" r="textAreaRight" b="textAreaBottom"/>
              <a:pathLst>
                <a:path w="435673" h="541115">
                  <a:moveTo>
                    <a:pt x="394621" y="0"/>
                  </a:moveTo>
                  <a:cubicBezTo>
                    <a:pt x="417294" y="0"/>
                    <a:pt x="435674" y="18380"/>
                    <a:pt x="435674" y="41053"/>
                  </a:cubicBezTo>
                  <a:lnTo>
                    <a:pt x="435674" y="500062"/>
                  </a:lnTo>
                  <a:cubicBezTo>
                    <a:pt x="435674" y="522735"/>
                    <a:pt x="417294" y="541115"/>
                    <a:pt x="394621" y="541115"/>
                  </a:cubicBezTo>
                  <a:lnTo>
                    <a:pt x="41053" y="541115"/>
                  </a:lnTo>
                  <a:cubicBezTo>
                    <a:pt x="18380" y="541115"/>
                    <a:pt x="0" y="522735"/>
                    <a:pt x="0" y="500062"/>
                  </a:cubicBezTo>
                  <a:lnTo>
                    <a:pt x="0" y="41053"/>
                  </a:lnTo>
                  <a:cubicBezTo>
                    <a:pt x="0" y="18380"/>
                    <a:pt x="18380" y="0"/>
                    <a:pt x="41053"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446" name="Google Shape;645;p21"/>
            <p:cNvGrpSpPr/>
            <p:nvPr/>
          </p:nvGrpSpPr>
          <p:grpSpPr>
            <a:xfrm>
              <a:off x="715680" y="4719960"/>
              <a:ext cx="122760" cy="30600"/>
              <a:chOff x="715680" y="4719960"/>
              <a:chExt cx="122760" cy="30600"/>
            </a:xfrm>
          </p:grpSpPr>
          <p:sp>
            <p:nvSpPr>
              <p:cNvPr id="447" name="Google Shape;646;p21"/>
              <p:cNvSpPr/>
              <p:nvPr/>
            </p:nvSpPr>
            <p:spPr>
              <a:xfrm flipH="1">
                <a:off x="715320" y="4719960"/>
                <a:ext cx="30600" cy="30600"/>
              </a:xfrm>
              <a:custGeom>
                <a:avLst/>
                <a:gdLst>
                  <a:gd name="textAreaLeft" fmla="*/ -360 w 30600"/>
                  <a:gd name="textAreaRight" fmla="*/ 30600 w 30600"/>
                  <a:gd name="textAreaTop" fmla="*/ 0 h 30600"/>
                  <a:gd name="textAreaBottom" fmla="*/ 30960 h 30600"/>
                </a:gdLst>
                <a:ahLst/>
                <a:cxnLst/>
                <a:rect l="textAreaLeft" t="textAreaTop" r="textAreaRight" b="textAreaBottom"/>
                <a:pathLst>
                  <a:path w="41528" h="41529">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8" name="Google Shape;647;p21"/>
              <p:cNvSpPr/>
              <p:nvPr/>
            </p:nvSpPr>
            <p:spPr>
              <a:xfrm flipH="1">
                <a:off x="761400" y="4719960"/>
                <a:ext cx="30600" cy="30600"/>
              </a:xfrm>
              <a:custGeom>
                <a:avLst/>
                <a:gdLst>
                  <a:gd name="textAreaLeft" fmla="*/ -360 w 30600"/>
                  <a:gd name="textAreaRight" fmla="*/ 30600 w 30600"/>
                  <a:gd name="textAreaTop" fmla="*/ 0 h 30600"/>
                  <a:gd name="textAreaBottom" fmla="*/ 30960 h 30600"/>
                </a:gdLst>
                <a:ahLst/>
                <a:cxnLst/>
                <a:rect l="textAreaLeft" t="textAreaTop" r="textAreaRight" b="textAreaBottom"/>
                <a:pathLst>
                  <a:path w="41528" h="41529">
                    <a:moveTo>
                      <a:pt x="41529" y="20765"/>
                    </a:moveTo>
                    <a:cubicBezTo>
                      <a:pt x="41529" y="32290"/>
                      <a:pt x="32195" y="41529"/>
                      <a:pt x="20764" y="41529"/>
                    </a:cubicBezTo>
                    <a:cubicBezTo>
                      <a:pt x="9334" y="41529"/>
                      <a:pt x="0" y="32194"/>
                      <a:pt x="0" y="20765"/>
                    </a:cubicBezTo>
                    <a:cubicBezTo>
                      <a:pt x="0" y="9334"/>
                      <a:pt x="9334" y="0"/>
                      <a:pt x="20764" y="0"/>
                    </a:cubicBezTo>
                    <a:cubicBezTo>
                      <a:pt x="32195" y="0"/>
                      <a:pt x="41529" y="9334"/>
                      <a:pt x="41529" y="20765"/>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9" name="Google Shape;648;p21"/>
              <p:cNvSpPr/>
              <p:nvPr/>
            </p:nvSpPr>
            <p:spPr>
              <a:xfrm flipH="1">
                <a:off x="807480" y="4719960"/>
                <a:ext cx="30600" cy="30600"/>
              </a:xfrm>
              <a:custGeom>
                <a:avLst/>
                <a:gdLst>
                  <a:gd name="textAreaLeft" fmla="*/ -360 w 30600"/>
                  <a:gd name="textAreaRight" fmla="*/ 30600 w 30600"/>
                  <a:gd name="textAreaTop" fmla="*/ 0 h 30600"/>
                  <a:gd name="textAreaBottom" fmla="*/ 30960 h 30600"/>
                </a:gdLst>
                <a:ahLst/>
                <a:cxnLst/>
                <a:rect l="textAreaLeft" t="textAreaTop" r="textAreaRight" b="textAreaBottom"/>
                <a:pathLst>
                  <a:path w="41529" h="41529">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450" name="Google Shape;649;p21"/>
          <p:cNvGrpSpPr/>
          <p:nvPr/>
        </p:nvGrpSpPr>
        <p:grpSpPr>
          <a:xfrm>
            <a:off x="713520" y="4774680"/>
            <a:ext cx="268560" cy="280440"/>
            <a:chOff x="713520" y="4774680"/>
            <a:chExt cx="268560" cy="280440"/>
          </a:xfrm>
        </p:grpSpPr>
        <p:sp>
          <p:nvSpPr>
            <p:cNvPr id="451" name="Google Shape;650;p21"/>
            <p:cNvSpPr/>
            <p:nvPr/>
          </p:nvSpPr>
          <p:spPr>
            <a:xfrm flipH="1">
              <a:off x="714960" y="4933440"/>
              <a:ext cx="267120" cy="121680"/>
            </a:xfrm>
            <a:custGeom>
              <a:avLst/>
              <a:gdLst>
                <a:gd name="textAreaLeft" fmla="*/ 360 w 267120"/>
                <a:gd name="textAreaRight" fmla="*/ 267840 w 267120"/>
                <a:gd name="textAreaTop" fmla="*/ 0 h 121680"/>
                <a:gd name="textAreaBottom" fmla="*/ 122040 h 121680"/>
              </a:gdLst>
              <a:ahLst/>
              <a:cxnLst/>
              <a:rect l="textAreaLeft" t="textAreaTop" r="textAreaRight" b="textAreaBottom"/>
              <a:pathLst>
                <a:path w="357473" h="163258">
                  <a:moveTo>
                    <a:pt x="40196" y="72962"/>
                  </a:moveTo>
                  <a:lnTo>
                    <a:pt x="0" y="72962"/>
                  </a:lnTo>
                  <a:lnTo>
                    <a:pt x="0" y="90297"/>
                  </a:lnTo>
                  <a:lnTo>
                    <a:pt x="40196" y="90297"/>
                  </a:lnTo>
                  <a:lnTo>
                    <a:pt x="40196" y="72962"/>
                  </a:lnTo>
                  <a:close/>
                  <a:moveTo>
                    <a:pt x="185166" y="126778"/>
                  </a:moveTo>
                  <a:lnTo>
                    <a:pt x="294894" y="126778"/>
                  </a:lnTo>
                  <a:lnTo>
                    <a:pt x="294894" y="109347"/>
                  </a:lnTo>
                  <a:lnTo>
                    <a:pt x="185166" y="109347"/>
                  </a:lnTo>
                  <a:lnTo>
                    <a:pt x="185166" y="126778"/>
                  </a:lnTo>
                  <a:close/>
                  <a:moveTo>
                    <a:pt x="294894" y="0"/>
                  </a:moveTo>
                  <a:lnTo>
                    <a:pt x="38291" y="0"/>
                  </a:lnTo>
                  <a:lnTo>
                    <a:pt x="38291" y="17335"/>
                  </a:lnTo>
                  <a:lnTo>
                    <a:pt x="294894" y="17335"/>
                  </a:lnTo>
                  <a:lnTo>
                    <a:pt x="294894" y="0"/>
                  </a:lnTo>
                  <a:close/>
                  <a:moveTo>
                    <a:pt x="0" y="163259"/>
                  </a:moveTo>
                  <a:lnTo>
                    <a:pt x="99632" y="163259"/>
                  </a:lnTo>
                  <a:lnTo>
                    <a:pt x="99632" y="145828"/>
                  </a:lnTo>
                  <a:lnTo>
                    <a:pt x="0" y="145828"/>
                  </a:lnTo>
                  <a:lnTo>
                    <a:pt x="0" y="163259"/>
                  </a:lnTo>
                  <a:close/>
                  <a:moveTo>
                    <a:pt x="76581" y="36481"/>
                  </a:moveTo>
                  <a:lnTo>
                    <a:pt x="0" y="36481"/>
                  </a:lnTo>
                  <a:lnTo>
                    <a:pt x="0" y="53816"/>
                  </a:lnTo>
                  <a:lnTo>
                    <a:pt x="76581" y="53816"/>
                  </a:lnTo>
                  <a:lnTo>
                    <a:pt x="76581" y="36481"/>
                  </a:lnTo>
                  <a:close/>
                  <a:moveTo>
                    <a:pt x="52483" y="90297"/>
                  </a:moveTo>
                  <a:lnTo>
                    <a:pt x="207836" y="90297"/>
                  </a:lnTo>
                  <a:lnTo>
                    <a:pt x="207836" y="72962"/>
                  </a:lnTo>
                  <a:lnTo>
                    <a:pt x="52483" y="72962"/>
                  </a:lnTo>
                  <a:lnTo>
                    <a:pt x="52483" y="90297"/>
                  </a:lnTo>
                  <a:close/>
                  <a:moveTo>
                    <a:pt x="164402" y="109347"/>
                  </a:moveTo>
                  <a:lnTo>
                    <a:pt x="0" y="109347"/>
                  </a:lnTo>
                  <a:lnTo>
                    <a:pt x="0" y="126778"/>
                  </a:lnTo>
                  <a:lnTo>
                    <a:pt x="164402" y="126778"/>
                  </a:lnTo>
                  <a:lnTo>
                    <a:pt x="164402" y="109347"/>
                  </a:lnTo>
                  <a:close/>
                  <a:moveTo>
                    <a:pt x="220218" y="90297"/>
                  </a:moveTo>
                  <a:lnTo>
                    <a:pt x="357378" y="90297"/>
                  </a:lnTo>
                  <a:lnTo>
                    <a:pt x="357378" y="72962"/>
                  </a:lnTo>
                  <a:lnTo>
                    <a:pt x="220218" y="72962"/>
                  </a:lnTo>
                  <a:lnTo>
                    <a:pt x="220218" y="90297"/>
                  </a:lnTo>
                  <a:close/>
                  <a:moveTo>
                    <a:pt x="97441" y="53816"/>
                  </a:moveTo>
                  <a:lnTo>
                    <a:pt x="357474" y="53816"/>
                  </a:lnTo>
                  <a:lnTo>
                    <a:pt x="357474" y="36481"/>
                  </a:lnTo>
                  <a:lnTo>
                    <a:pt x="97441" y="36481"/>
                  </a:lnTo>
                  <a:lnTo>
                    <a:pt x="97441" y="53816"/>
                  </a:lnTo>
                  <a:close/>
                  <a:moveTo>
                    <a:pt x="305371" y="0"/>
                  </a:moveTo>
                  <a:lnTo>
                    <a:pt x="305371" y="17335"/>
                  </a:lnTo>
                  <a:lnTo>
                    <a:pt x="357378" y="17335"/>
                  </a:lnTo>
                  <a:lnTo>
                    <a:pt x="357378" y="0"/>
                  </a:lnTo>
                  <a:lnTo>
                    <a:pt x="305371" y="0"/>
                  </a:lnTo>
                  <a:close/>
                  <a:moveTo>
                    <a:pt x="315659" y="126778"/>
                  </a:moveTo>
                  <a:lnTo>
                    <a:pt x="357378" y="126778"/>
                  </a:lnTo>
                  <a:lnTo>
                    <a:pt x="357378" y="109347"/>
                  </a:lnTo>
                  <a:lnTo>
                    <a:pt x="315659" y="109347"/>
                  </a:lnTo>
                  <a:lnTo>
                    <a:pt x="315659" y="126778"/>
                  </a:lnTo>
                  <a:close/>
                  <a:moveTo>
                    <a:pt x="120396" y="163259"/>
                  </a:moveTo>
                  <a:lnTo>
                    <a:pt x="222981" y="163259"/>
                  </a:lnTo>
                  <a:lnTo>
                    <a:pt x="222981" y="145828"/>
                  </a:lnTo>
                  <a:lnTo>
                    <a:pt x="120396" y="145828"/>
                  </a:lnTo>
                  <a:lnTo>
                    <a:pt x="120396" y="163259"/>
                  </a:lnTo>
                  <a:close/>
                  <a:moveTo>
                    <a:pt x="235363" y="163259"/>
                  </a:moveTo>
                  <a:lnTo>
                    <a:pt x="313563" y="163259"/>
                  </a:lnTo>
                  <a:lnTo>
                    <a:pt x="313563" y="145828"/>
                  </a:lnTo>
                  <a:lnTo>
                    <a:pt x="235363" y="145828"/>
                  </a:lnTo>
                  <a:lnTo>
                    <a:pt x="235363" y="163259"/>
                  </a:ln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2" name="Google Shape;651;p21"/>
            <p:cNvSpPr/>
            <p:nvPr/>
          </p:nvSpPr>
          <p:spPr>
            <a:xfrm flipH="1">
              <a:off x="713160" y="4774680"/>
              <a:ext cx="264600" cy="134280"/>
            </a:xfrm>
            <a:custGeom>
              <a:avLst/>
              <a:gdLst>
                <a:gd name="textAreaLeft" fmla="*/ -360 w 264600"/>
                <a:gd name="textAreaRight" fmla="*/ 264600 w 264600"/>
                <a:gd name="textAreaTop" fmla="*/ 0 h 134280"/>
                <a:gd name="textAreaBottom" fmla="*/ 134640 h 134280"/>
              </a:gdLst>
              <a:ahLst/>
              <a:cxnLst/>
              <a:rect l="textAreaLeft" t="textAreaTop" r="textAreaRight" b="textAreaBottom"/>
              <a:pathLst>
                <a:path w="353948" h="180117">
                  <a:moveTo>
                    <a:pt x="0" y="0"/>
                  </a:moveTo>
                  <a:lnTo>
                    <a:pt x="353949" y="0"/>
                  </a:lnTo>
                  <a:lnTo>
                    <a:pt x="353949" y="180118"/>
                  </a:lnTo>
                  <a:lnTo>
                    <a:pt x="0" y="180118"/>
                  </a:ln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53" name="Google Shape;652;p21"/>
          <p:cNvGrpSpPr/>
          <p:nvPr/>
        </p:nvGrpSpPr>
        <p:grpSpPr>
          <a:xfrm>
            <a:off x="96120" y="4469400"/>
            <a:ext cx="354960" cy="643680"/>
            <a:chOff x="96120" y="4469400"/>
            <a:chExt cx="354960" cy="643680"/>
          </a:xfrm>
        </p:grpSpPr>
        <p:grpSp>
          <p:nvGrpSpPr>
            <p:cNvPr id="454" name="Google Shape;653;p21"/>
            <p:cNvGrpSpPr/>
            <p:nvPr/>
          </p:nvGrpSpPr>
          <p:grpSpPr>
            <a:xfrm>
              <a:off x="96120" y="4469400"/>
              <a:ext cx="354960" cy="643680"/>
              <a:chOff x="96120" y="4469400"/>
              <a:chExt cx="354960" cy="643680"/>
            </a:xfrm>
          </p:grpSpPr>
          <p:sp>
            <p:nvSpPr>
              <p:cNvPr id="455" name="Google Shape;654;p21"/>
              <p:cNvSpPr/>
              <p:nvPr/>
            </p:nvSpPr>
            <p:spPr>
              <a:xfrm flipH="1">
                <a:off x="96120" y="4469400"/>
                <a:ext cx="354960" cy="643680"/>
              </a:xfrm>
              <a:custGeom>
                <a:avLst/>
                <a:gdLst>
                  <a:gd name="textAreaLeft" fmla="*/ 360 w 354960"/>
                  <a:gd name="textAreaRight" fmla="*/ 355680 w 354960"/>
                  <a:gd name="textAreaTop" fmla="*/ 0 h 643680"/>
                  <a:gd name="textAreaBottom" fmla="*/ 644040 h 643680"/>
                </a:gdLst>
                <a:ahLst/>
                <a:cxnLst/>
                <a:rect l="textAreaLeft" t="textAreaTop" r="textAreaRight" b="textAreaBottom"/>
                <a:pathLst>
                  <a:path w="470725" h="852963">
                    <a:moveTo>
                      <a:pt x="435388" y="0"/>
                    </a:moveTo>
                    <a:cubicBezTo>
                      <a:pt x="454904" y="0"/>
                      <a:pt x="470726" y="15821"/>
                      <a:pt x="470726" y="35338"/>
                    </a:cubicBezTo>
                    <a:lnTo>
                      <a:pt x="470726" y="817626"/>
                    </a:lnTo>
                    <a:cubicBezTo>
                      <a:pt x="470726" y="837143"/>
                      <a:pt x="454904" y="852964"/>
                      <a:pt x="435388" y="852964"/>
                    </a:cubicBezTo>
                    <a:lnTo>
                      <a:pt x="35338" y="852964"/>
                    </a:lnTo>
                    <a:cubicBezTo>
                      <a:pt x="15821" y="852964"/>
                      <a:pt x="0" y="837143"/>
                      <a:pt x="0" y="817626"/>
                    </a:cubicBezTo>
                    <a:lnTo>
                      <a:pt x="0" y="35338"/>
                    </a:lnTo>
                    <a:cubicBezTo>
                      <a:pt x="0" y="15822"/>
                      <a:pt x="15821" y="0"/>
                      <a:pt x="35338"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6" name="Google Shape;655;p21"/>
              <p:cNvSpPr/>
              <p:nvPr/>
            </p:nvSpPr>
            <p:spPr>
              <a:xfrm flipH="1">
                <a:off x="111960" y="4502160"/>
                <a:ext cx="324000" cy="527760"/>
              </a:xfrm>
              <a:custGeom>
                <a:avLst/>
                <a:gdLst>
                  <a:gd name="textAreaLeft" fmla="*/ 360 w 324000"/>
                  <a:gd name="textAreaRight" fmla="*/ 324720 w 324000"/>
                  <a:gd name="textAreaTop" fmla="*/ 0 h 527760"/>
                  <a:gd name="textAreaBottom" fmla="*/ 528120 h 527760"/>
                </a:gdLst>
                <a:ahLst/>
                <a:cxnLst/>
                <a:rect l="textAreaLeft" t="textAreaTop" r="textAreaRight" b="textAreaBottom"/>
                <a:pathLst>
                  <a:path w="429577" h="699420">
                    <a:moveTo>
                      <a:pt x="0" y="0"/>
                    </a:moveTo>
                    <a:lnTo>
                      <a:pt x="429578" y="0"/>
                    </a:lnTo>
                    <a:lnTo>
                      <a:pt x="429578" y="699421"/>
                    </a:lnTo>
                    <a:lnTo>
                      <a:pt x="0" y="69942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457" name="Google Shape;656;p21"/>
            <p:cNvSpPr/>
            <p:nvPr/>
          </p:nvSpPr>
          <p:spPr>
            <a:xfrm flipH="1">
              <a:off x="127440" y="5065200"/>
              <a:ext cx="293040" cy="24120"/>
            </a:xfrm>
            <a:custGeom>
              <a:avLst/>
              <a:gdLst>
                <a:gd name="textAreaLeft" fmla="*/ 360 w 293040"/>
                <a:gd name="textAreaRight" fmla="*/ 293760 w 293040"/>
                <a:gd name="textAreaTop" fmla="*/ 0 h 24120"/>
                <a:gd name="textAreaBottom" fmla="*/ 24480 h 24120"/>
              </a:gdLst>
              <a:ahLst/>
              <a:cxnLst/>
              <a:rect l="textAreaLeft" t="textAreaTop" r="textAreaRight" b="textAreaBottom"/>
              <a:pathLst>
                <a:path w="388334" h="32194">
                  <a:moveTo>
                    <a:pt x="88011" y="0"/>
                  </a:moveTo>
                  <a:lnTo>
                    <a:pt x="16097" y="0"/>
                  </a:lnTo>
                  <a:cubicBezTo>
                    <a:pt x="7239" y="0"/>
                    <a:pt x="0" y="7239"/>
                    <a:pt x="0" y="16097"/>
                  </a:cubicBezTo>
                  <a:cubicBezTo>
                    <a:pt x="0" y="24955"/>
                    <a:pt x="7239" y="32195"/>
                    <a:pt x="16097" y="32195"/>
                  </a:cubicBezTo>
                  <a:lnTo>
                    <a:pt x="88011" y="32195"/>
                  </a:lnTo>
                  <a:cubicBezTo>
                    <a:pt x="96869" y="32195"/>
                    <a:pt x="104108" y="24955"/>
                    <a:pt x="104108" y="16097"/>
                  </a:cubicBezTo>
                  <a:cubicBezTo>
                    <a:pt x="104108" y="7239"/>
                    <a:pt x="96869" y="0"/>
                    <a:pt x="88011" y="0"/>
                  </a:cubicBezTo>
                  <a:close/>
                  <a:moveTo>
                    <a:pt x="230124" y="0"/>
                  </a:moveTo>
                  <a:lnTo>
                    <a:pt x="158210" y="0"/>
                  </a:lnTo>
                  <a:cubicBezTo>
                    <a:pt x="149352" y="0"/>
                    <a:pt x="142113" y="7239"/>
                    <a:pt x="142113" y="16097"/>
                  </a:cubicBezTo>
                  <a:cubicBezTo>
                    <a:pt x="142113" y="24955"/>
                    <a:pt x="149352" y="32195"/>
                    <a:pt x="158210" y="32195"/>
                  </a:cubicBezTo>
                  <a:lnTo>
                    <a:pt x="230124" y="32195"/>
                  </a:lnTo>
                  <a:cubicBezTo>
                    <a:pt x="238982" y="32195"/>
                    <a:pt x="246221" y="24955"/>
                    <a:pt x="246221" y="16097"/>
                  </a:cubicBezTo>
                  <a:cubicBezTo>
                    <a:pt x="246221" y="7239"/>
                    <a:pt x="238982" y="0"/>
                    <a:pt x="230124" y="0"/>
                  </a:cubicBezTo>
                  <a:close/>
                  <a:moveTo>
                    <a:pt x="372237" y="0"/>
                  </a:moveTo>
                  <a:lnTo>
                    <a:pt x="300323" y="0"/>
                  </a:lnTo>
                  <a:cubicBezTo>
                    <a:pt x="291465" y="0"/>
                    <a:pt x="284226" y="7239"/>
                    <a:pt x="284226" y="16097"/>
                  </a:cubicBezTo>
                  <a:cubicBezTo>
                    <a:pt x="284226" y="24955"/>
                    <a:pt x="291465" y="32195"/>
                    <a:pt x="300323" y="32195"/>
                  </a:cubicBezTo>
                  <a:lnTo>
                    <a:pt x="372237" y="32195"/>
                  </a:lnTo>
                  <a:cubicBezTo>
                    <a:pt x="381095" y="32195"/>
                    <a:pt x="388334" y="24955"/>
                    <a:pt x="388334" y="16097"/>
                  </a:cubicBezTo>
                  <a:cubicBezTo>
                    <a:pt x="388334" y="7239"/>
                    <a:pt x="381095" y="0"/>
                    <a:pt x="37223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2240" bIns="12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58" name="Google Shape;657;p21"/>
          <p:cNvGrpSpPr/>
          <p:nvPr/>
        </p:nvGrpSpPr>
        <p:grpSpPr>
          <a:xfrm>
            <a:off x="7976160" y="116280"/>
            <a:ext cx="1061640" cy="558720"/>
            <a:chOff x="7976160" y="116280"/>
            <a:chExt cx="1061640" cy="558720"/>
          </a:xfrm>
        </p:grpSpPr>
        <p:sp>
          <p:nvSpPr>
            <p:cNvPr id="459" name="Google Shape;658;p21"/>
            <p:cNvSpPr/>
            <p:nvPr/>
          </p:nvSpPr>
          <p:spPr>
            <a:xfrm>
              <a:off x="7976160" y="116280"/>
              <a:ext cx="1061640" cy="558720"/>
            </a:xfrm>
            <a:custGeom>
              <a:avLst/>
              <a:gdLst>
                <a:gd name="textAreaLeft" fmla="*/ 0 w 1061640"/>
                <a:gd name="textAreaRight" fmla="*/ 1062000 w 1061640"/>
                <a:gd name="textAreaTop" fmla="*/ 0 h 558720"/>
                <a:gd name="textAreaBottom" fmla="*/ 559080 h 558720"/>
              </a:gdLst>
              <a:ahLst/>
              <a:cxnLst/>
              <a:rect l="textAreaLeft" t="textAreaTop" r="textAreaRight" b="textAreaBottom"/>
              <a:pathLst>
                <a:path w="1262157" h="664368">
                  <a:moveTo>
                    <a:pt x="1102233" y="344424"/>
                  </a:moveTo>
                  <a:cubicBezTo>
                    <a:pt x="1090231" y="344424"/>
                    <a:pt x="1078611" y="345757"/>
                    <a:pt x="1067372" y="348234"/>
                  </a:cubicBezTo>
                  <a:cubicBezTo>
                    <a:pt x="1048131" y="223838"/>
                    <a:pt x="945166" y="127159"/>
                    <a:pt x="817816" y="117348"/>
                  </a:cubicBezTo>
                  <a:cubicBezTo>
                    <a:pt x="756856" y="45625"/>
                    <a:pt x="666083" y="0"/>
                    <a:pt x="564547" y="0"/>
                  </a:cubicBezTo>
                  <a:cubicBezTo>
                    <a:pt x="398526" y="0"/>
                    <a:pt x="260890" y="121825"/>
                    <a:pt x="236220" y="280988"/>
                  </a:cubicBezTo>
                  <a:cubicBezTo>
                    <a:pt x="222599" y="277939"/>
                    <a:pt x="208502" y="276320"/>
                    <a:pt x="194024" y="276320"/>
                  </a:cubicBezTo>
                  <a:cubicBezTo>
                    <a:pt x="86868" y="276320"/>
                    <a:pt x="0" y="363188"/>
                    <a:pt x="0" y="470345"/>
                  </a:cubicBezTo>
                  <a:cubicBezTo>
                    <a:pt x="0" y="577501"/>
                    <a:pt x="86868" y="664369"/>
                    <a:pt x="194024" y="664369"/>
                  </a:cubicBezTo>
                  <a:lnTo>
                    <a:pt x="1102138" y="664369"/>
                  </a:lnTo>
                  <a:cubicBezTo>
                    <a:pt x="1190530" y="664369"/>
                    <a:pt x="1262158" y="592741"/>
                    <a:pt x="1262158" y="504349"/>
                  </a:cubicBezTo>
                  <a:cubicBezTo>
                    <a:pt x="1262158" y="415957"/>
                    <a:pt x="1190530" y="344329"/>
                    <a:pt x="1102138" y="344329"/>
                  </a:cubicBezTo>
                  <a:close/>
                </a:path>
              </a:pathLst>
            </a:custGeom>
            <a:solidFill>
              <a:srgbClr val="42444F"/>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460" name="Google Shape;659;p21"/>
            <p:cNvGrpSpPr/>
            <p:nvPr/>
          </p:nvGrpSpPr>
          <p:grpSpPr>
            <a:xfrm>
              <a:off x="8325720" y="282960"/>
              <a:ext cx="281160" cy="319320"/>
              <a:chOff x="8325720" y="282960"/>
              <a:chExt cx="281160" cy="319320"/>
            </a:xfrm>
          </p:grpSpPr>
          <p:grpSp>
            <p:nvGrpSpPr>
              <p:cNvPr id="461" name="Google Shape;660;p21"/>
              <p:cNvGrpSpPr/>
              <p:nvPr/>
            </p:nvGrpSpPr>
            <p:grpSpPr>
              <a:xfrm>
                <a:off x="8325720" y="282960"/>
                <a:ext cx="281160" cy="319320"/>
                <a:chOff x="8325720" y="282960"/>
                <a:chExt cx="281160" cy="319320"/>
              </a:xfrm>
            </p:grpSpPr>
            <p:grpSp>
              <p:nvGrpSpPr>
                <p:cNvPr id="462" name="Google Shape;661;p21"/>
                <p:cNvGrpSpPr/>
                <p:nvPr/>
              </p:nvGrpSpPr>
              <p:grpSpPr>
                <a:xfrm>
                  <a:off x="8325720" y="481320"/>
                  <a:ext cx="281160" cy="120960"/>
                  <a:chOff x="8325720" y="481320"/>
                  <a:chExt cx="281160" cy="120960"/>
                </a:xfrm>
              </p:grpSpPr>
              <p:sp>
                <p:nvSpPr>
                  <p:cNvPr id="463" name="Google Shape;662;p21"/>
                  <p:cNvSpPr/>
                  <p:nvPr/>
                </p:nvSpPr>
                <p:spPr>
                  <a:xfrm>
                    <a:off x="8325720" y="506880"/>
                    <a:ext cx="281160" cy="95400"/>
                  </a:xfrm>
                  <a:custGeom>
                    <a:avLst/>
                    <a:gdLst>
                      <a:gd name="textAreaLeft" fmla="*/ 0 w 281160"/>
                      <a:gd name="textAreaRight" fmla="*/ 281520 w 281160"/>
                      <a:gd name="textAreaTop" fmla="*/ 0 h 95400"/>
                      <a:gd name="textAreaBottom" fmla="*/ 95760 h 95400"/>
                    </a:gdLst>
                    <a:ahLst/>
                    <a:cxnLst/>
                    <a:rect l="textAreaLeft" t="textAreaTop" r="textAreaRight" b="textAreaBottom"/>
                    <a:pathLst>
                      <a:path w="334422" h="113918">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4" name="Google Shape;663;p21"/>
                  <p:cNvSpPr/>
                  <p:nvPr/>
                </p:nvSpPr>
                <p:spPr>
                  <a:xfrm>
                    <a:off x="8326080" y="481320"/>
                    <a:ext cx="280800" cy="50760"/>
                  </a:xfrm>
                  <a:custGeom>
                    <a:avLst/>
                    <a:gdLst>
                      <a:gd name="textAreaLeft" fmla="*/ 0 w 280800"/>
                      <a:gd name="textAreaRight" fmla="*/ 281160 w 280800"/>
                      <a:gd name="textAreaTop" fmla="*/ 0 h 50760"/>
                      <a:gd name="textAreaBottom" fmla="*/ 51120 h 50760"/>
                    </a:gdLst>
                    <a:ahLst/>
                    <a:cxnLst/>
                    <a:rect l="textAreaLeft" t="textAreaTop" r="textAreaRight" b="textAreaBottom"/>
                    <a:pathLst>
                      <a:path w="334327" h="60769">
                        <a:moveTo>
                          <a:pt x="334328" y="30385"/>
                        </a:moveTo>
                        <a:cubicBezTo>
                          <a:pt x="334328" y="47166"/>
                          <a:pt x="259486" y="60770"/>
                          <a:pt x="167164" y="60770"/>
                        </a:cubicBezTo>
                        <a:cubicBezTo>
                          <a:pt x="74842" y="60770"/>
                          <a:pt x="0" y="47166"/>
                          <a:pt x="0" y="30385"/>
                        </a:cubicBezTo>
                        <a:cubicBezTo>
                          <a:pt x="0" y="13604"/>
                          <a:pt x="74842" y="0"/>
                          <a:pt x="167164" y="0"/>
                        </a:cubicBezTo>
                        <a:cubicBezTo>
                          <a:pt x="259486" y="0"/>
                          <a:pt x="334328" y="13604"/>
                          <a:pt x="334328" y="30385"/>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65" name="Google Shape;664;p21"/>
                <p:cNvGrpSpPr/>
                <p:nvPr/>
              </p:nvGrpSpPr>
              <p:grpSpPr>
                <a:xfrm>
                  <a:off x="8325720" y="381960"/>
                  <a:ext cx="281160" cy="120960"/>
                  <a:chOff x="8325720" y="381960"/>
                  <a:chExt cx="281160" cy="120960"/>
                </a:xfrm>
              </p:grpSpPr>
              <p:sp>
                <p:nvSpPr>
                  <p:cNvPr id="466" name="Google Shape;665;p21"/>
                  <p:cNvSpPr/>
                  <p:nvPr/>
                </p:nvSpPr>
                <p:spPr>
                  <a:xfrm>
                    <a:off x="8325720" y="407520"/>
                    <a:ext cx="281160" cy="95400"/>
                  </a:xfrm>
                  <a:custGeom>
                    <a:avLst/>
                    <a:gdLst>
                      <a:gd name="textAreaLeft" fmla="*/ 0 w 281160"/>
                      <a:gd name="textAreaRight" fmla="*/ 281520 w 281160"/>
                      <a:gd name="textAreaTop" fmla="*/ 0 h 95400"/>
                      <a:gd name="textAreaBottom" fmla="*/ 95760 h 95400"/>
                    </a:gdLst>
                    <a:ahLst/>
                    <a:cxnLst/>
                    <a:rect l="textAreaLeft" t="textAreaTop" r="textAreaRight" b="textAreaBottom"/>
                    <a:pathLst>
                      <a:path w="334422" h="113918">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7" name="Google Shape;666;p21"/>
                  <p:cNvSpPr/>
                  <p:nvPr/>
                </p:nvSpPr>
                <p:spPr>
                  <a:xfrm>
                    <a:off x="8326080" y="381960"/>
                    <a:ext cx="280800" cy="50760"/>
                  </a:xfrm>
                  <a:custGeom>
                    <a:avLst/>
                    <a:gdLst>
                      <a:gd name="textAreaLeft" fmla="*/ 0 w 280800"/>
                      <a:gd name="textAreaRight" fmla="*/ 281160 w 280800"/>
                      <a:gd name="textAreaTop" fmla="*/ 0 h 50760"/>
                      <a:gd name="textAreaBottom" fmla="*/ 51120 h 50760"/>
                    </a:gdLst>
                    <a:ahLst/>
                    <a:cxnLst/>
                    <a:rect l="textAreaLeft" t="textAreaTop" r="textAreaRight" b="textAreaBottom"/>
                    <a:pathLst>
                      <a:path w="334327" h="60769">
                        <a:moveTo>
                          <a:pt x="334328" y="30385"/>
                        </a:moveTo>
                        <a:cubicBezTo>
                          <a:pt x="334328" y="47166"/>
                          <a:pt x="259486" y="60769"/>
                          <a:pt x="167164" y="60769"/>
                        </a:cubicBezTo>
                        <a:cubicBezTo>
                          <a:pt x="74842" y="60769"/>
                          <a:pt x="0" y="47166"/>
                          <a:pt x="0" y="30385"/>
                        </a:cubicBezTo>
                        <a:cubicBezTo>
                          <a:pt x="0" y="13604"/>
                          <a:pt x="74842" y="0"/>
                          <a:pt x="167164" y="0"/>
                        </a:cubicBezTo>
                        <a:cubicBezTo>
                          <a:pt x="259486" y="0"/>
                          <a:pt x="334328" y="13604"/>
                          <a:pt x="334328" y="30385"/>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68" name="Google Shape;667;p21"/>
                <p:cNvGrpSpPr/>
                <p:nvPr/>
              </p:nvGrpSpPr>
              <p:grpSpPr>
                <a:xfrm>
                  <a:off x="8325720" y="282960"/>
                  <a:ext cx="281160" cy="120960"/>
                  <a:chOff x="8325720" y="282960"/>
                  <a:chExt cx="281160" cy="120960"/>
                </a:xfrm>
              </p:grpSpPr>
              <p:sp>
                <p:nvSpPr>
                  <p:cNvPr id="469" name="Google Shape;668;p21"/>
                  <p:cNvSpPr/>
                  <p:nvPr/>
                </p:nvSpPr>
                <p:spPr>
                  <a:xfrm>
                    <a:off x="8325720" y="308520"/>
                    <a:ext cx="281160" cy="95400"/>
                  </a:xfrm>
                  <a:custGeom>
                    <a:avLst/>
                    <a:gdLst>
                      <a:gd name="textAreaLeft" fmla="*/ 0 w 281160"/>
                      <a:gd name="textAreaRight" fmla="*/ 281520 w 281160"/>
                      <a:gd name="textAreaTop" fmla="*/ 0 h 95400"/>
                      <a:gd name="textAreaBottom" fmla="*/ 95760 h 95400"/>
                    </a:gdLst>
                    <a:ahLst/>
                    <a:cxnLst/>
                    <a:rect l="textAreaLeft" t="textAreaTop" r="textAreaRight" b="textAreaBottom"/>
                    <a:pathLst>
                      <a:path w="334422" h="113918">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0" name="Google Shape;669;p21"/>
                  <p:cNvSpPr/>
                  <p:nvPr/>
                </p:nvSpPr>
                <p:spPr>
                  <a:xfrm>
                    <a:off x="8326080" y="282960"/>
                    <a:ext cx="280800" cy="50760"/>
                  </a:xfrm>
                  <a:custGeom>
                    <a:avLst/>
                    <a:gdLst>
                      <a:gd name="textAreaLeft" fmla="*/ 0 w 280800"/>
                      <a:gd name="textAreaRight" fmla="*/ 281160 w 280800"/>
                      <a:gd name="textAreaTop" fmla="*/ 0 h 50760"/>
                      <a:gd name="textAreaBottom" fmla="*/ 51120 h 50760"/>
                    </a:gdLst>
                    <a:ahLst/>
                    <a:cxnLst/>
                    <a:rect l="textAreaLeft" t="textAreaTop" r="textAreaRight" b="textAreaBottom"/>
                    <a:pathLst>
                      <a:path w="334327" h="60769">
                        <a:moveTo>
                          <a:pt x="334328" y="30385"/>
                        </a:moveTo>
                        <a:cubicBezTo>
                          <a:pt x="334328" y="47149"/>
                          <a:pt x="259461" y="60770"/>
                          <a:pt x="167164" y="60770"/>
                        </a:cubicBezTo>
                        <a:cubicBezTo>
                          <a:pt x="74866" y="60770"/>
                          <a:pt x="0" y="47149"/>
                          <a:pt x="0" y="30385"/>
                        </a:cubicBezTo>
                        <a:cubicBezTo>
                          <a:pt x="0" y="13621"/>
                          <a:pt x="74866" y="0"/>
                          <a:pt x="167164" y="0"/>
                        </a:cubicBezTo>
                        <a:cubicBezTo>
                          <a:pt x="259461" y="0"/>
                          <a:pt x="334328" y="13621"/>
                          <a:pt x="334328" y="30385"/>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471" name="Google Shape;670;p21"/>
              <p:cNvSpPr/>
              <p:nvPr/>
            </p:nvSpPr>
            <p:spPr>
              <a:xfrm>
                <a:off x="8539920" y="345960"/>
                <a:ext cx="31680" cy="31680"/>
              </a:xfrm>
              <a:custGeom>
                <a:avLst/>
                <a:gdLst>
                  <a:gd name="textAreaLeft" fmla="*/ 0 w 31680"/>
                  <a:gd name="textAreaRight" fmla="*/ 32040 w 31680"/>
                  <a:gd name="textAreaTop" fmla="*/ 0 h 31680"/>
                  <a:gd name="textAreaBottom" fmla="*/ 32040 h 31680"/>
                </a:gdLst>
                <a:ahLst/>
                <a:cxnLst/>
                <a:rect l="textAreaLeft" t="textAreaTop" r="textAreaRight" b="textAreaBottom"/>
                <a:pathLst>
                  <a:path w="38100" h="38100">
                    <a:moveTo>
                      <a:pt x="38100" y="19050"/>
                    </a:moveTo>
                    <a:cubicBezTo>
                      <a:pt x="38100" y="29623"/>
                      <a:pt x="29528" y="38100"/>
                      <a:pt x="19050" y="38100"/>
                    </a:cubicBezTo>
                    <a:cubicBezTo>
                      <a:pt x="8572" y="38100"/>
                      <a:pt x="0" y="29528"/>
                      <a:pt x="0" y="19050"/>
                    </a:cubicBezTo>
                    <a:cubicBezTo>
                      <a:pt x="0" y="8572"/>
                      <a:pt x="8572" y="0"/>
                      <a:pt x="19050" y="0"/>
                    </a:cubicBezTo>
                    <a:cubicBezTo>
                      <a:pt x="29528" y="0"/>
                      <a:pt x="38100" y="8572"/>
                      <a:pt x="38100" y="19050"/>
                    </a:cubicBezTo>
                    <a:close/>
                  </a:path>
                </a:pathLst>
              </a:custGeom>
              <a:solidFill>
                <a:srgbClr val="55C0ED"/>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2" name="Google Shape;671;p21"/>
              <p:cNvSpPr/>
              <p:nvPr/>
            </p:nvSpPr>
            <p:spPr>
              <a:xfrm>
                <a:off x="8539920" y="443520"/>
                <a:ext cx="31680" cy="31680"/>
              </a:xfrm>
              <a:custGeom>
                <a:avLst/>
                <a:gdLst>
                  <a:gd name="textAreaLeft" fmla="*/ 0 w 31680"/>
                  <a:gd name="textAreaRight" fmla="*/ 32040 w 31680"/>
                  <a:gd name="textAreaTop" fmla="*/ 0 h 31680"/>
                  <a:gd name="textAreaBottom" fmla="*/ 32040 h 31680"/>
                </a:gdLst>
                <a:ahLst/>
                <a:cxnLst/>
                <a:rect l="textAreaLeft" t="textAreaTop" r="textAreaRight" b="textAreaBottom"/>
                <a:pathLst>
                  <a:path w="38100" h="3810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3" name="Google Shape;672;p21"/>
              <p:cNvSpPr/>
              <p:nvPr/>
            </p:nvSpPr>
            <p:spPr>
              <a:xfrm>
                <a:off x="8539920" y="545040"/>
                <a:ext cx="31680" cy="31680"/>
              </a:xfrm>
              <a:custGeom>
                <a:avLst/>
                <a:gdLst>
                  <a:gd name="textAreaLeft" fmla="*/ 0 w 31680"/>
                  <a:gd name="textAreaRight" fmla="*/ 32040 w 31680"/>
                  <a:gd name="textAreaTop" fmla="*/ 0 h 31680"/>
                  <a:gd name="textAreaBottom" fmla="*/ 32040 h 31680"/>
                </a:gdLst>
                <a:ahLst/>
                <a:cxnLst/>
                <a:rect l="textAreaLeft" t="textAreaTop" r="textAreaRight" b="textAreaBottom"/>
                <a:pathLst>
                  <a:path w="38100" h="3810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474" name="Google Shape;673;p21"/>
          <p:cNvGrpSpPr/>
          <p:nvPr/>
        </p:nvGrpSpPr>
        <p:grpSpPr>
          <a:xfrm>
            <a:off x="457560" y="4797720"/>
            <a:ext cx="217800" cy="15840"/>
            <a:chOff x="457560" y="4797720"/>
            <a:chExt cx="217800" cy="15840"/>
          </a:xfrm>
        </p:grpSpPr>
        <p:sp>
          <p:nvSpPr>
            <p:cNvPr id="475" name="Google Shape;674;p21"/>
            <p:cNvSpPr/>
            <p:nvPr/>
          </p:nvSpPr>
          <p:spPr>
            <a:xfrm rot="16200000" flipV="1">
              <a:off x="563400" y="4701240"/>
              <a:ext cx="5760" cy="202320"/>
            </a:xfrm>
            <a:custGeom>
              <a:avLst/>
              <a:gdLst>
                <a:gd name="textAreaLeft" fmla="*/ 0 w 5760"/>
                <a:gd name="textAreaRight" fmla="*/ 6120 w 5760"/>
                <a:gd name="textAreaTop" fmla="*/ 360 h 202320"/>
                <a:gd name="textAreaBottom" fmla="*/ 203040 h 202320"/>
              </a:gdLst>
              <a:ahLst/>
              <a:cxnLst/>
              <a:rect l="textAreaLeft" t="textAreaTop" r="textAreaRight" b="textAreaBottom"/>
              <a:pathLst>
                <a:path w="9525" h="307467">
                  <a:moveTo>
                    <a:pt x="-1" y="307467"/>
                  </a:moveTo>
                  <a:lnTo>
                    <a:pt x="-1" y="0"/>
                  </a:lnTo>
                </a:path>
              </a:pathLst>
            </a:custGeom>
            <a:solidFill>
              <a:schemeClr val="accent4"/>
            </a:solidFill>
            <a:ln w="10950">
              <a:solidFill>
                <a:srgbClr val="6F7082"/>
              </a:solidFill>
              <a:prstDash val="dashDot"/>
              <a:miter/>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6" name="Google Shape;675;p21"/>
            <p:cNvSpPr/>
            <p:nvPr/>
          </p:nvSpPr>
          <p:spPr>
            <a:xfrm rot="16200000" flipV="1">
              <a:off x="457560" y="4797720"/>
              <a:ext cx="15840" cy="15840"/>
            </a:xfrm>
            <a:custGeom>
              <a:avLst/>
              <a:gdLst>
                <a:gd name="textAreaLeft" fmla="*/ 0 w 15840"/>
                <a:gd name="textAreaRight" fmla="*/ 16200 w 15840"/>
                <a:gd name="textAreaTop" fmla="*/ 360 h 15840"/>
                <a:gd name="textAreaBottom" fmla="*/ 16560 h 15840"/>
              </a:gdLst>
              <a:ahLst/>
              <a:cxnLst/>
              <a:rect l="textAreaLeft" t="textAreaTop" r="textAreaRight" b="textAreaBottom"/>
              <a:pathLst>
                <a:path w="24764" h="24765">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a:solidFill>
                <a:srgbClr val="6F7082"/>
              </a:solidFill>
              <a:round/>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7" name="Google Shape;676;p21"/>
            <p:cNvSpPr/>
            <p:nvPr/>
          </p:nvSpPr>
          <p:spPr>
            <a:xfrm rot="16200000" flipV="1">
              <a:off x="659520" y="4797720"/>
              <a:ext cx="15840" cy="15840"/>
            </a:xfrm>
            <a:custGeom>
              <a:avLst/>
              <a:gdLst>
                <a:gd name="textAreaLeft" fmla="*/ 0 w 15840"/>
                <a:gd name="textAreaRight" fmla="*/ 16200 w 15840"/>
                <a:gd name="textAreaTop" fmla="*/ 360 h 15840"/>
                <a:gd name="textAreaBottom" fmla="*/ 16560 h 15840"/>
              </a:gdLst>
              <a:ahLst/>
              <a:cxnLst/>
              <a:rect l="textAreaLeft" t="textAreaTop" r="textAreaRight" b="textAreaBottom"/>
              <a:pathLst>
                <a:path w="24764" h="24764">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a:solidFill>
                <a:srgbClr val="6F7082"/>
              </a:solidFill>
              <a:round/>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478" name="Google Shape;677;p21"/>
          <p:cNvSpPr/>
          <p:nvPr/>
        </p:nvSpPr>
        <p:spPr>
          <a:xfrm rot="21067200">
            <a:off x="7984080" y="4422600"/>
            <a:ext cx="1660680" cy="1342800"/>
          </a:xfrm>
          <a:custGeom>
            <a:avLst/>
            <a:gdLst>
              <a:gd name="textAreaLeft" fmla="*/ 0 w 1660680"/>
              <a:gd name="textAreaRight" fmla="*/ 1661040 w 1660680"/>
              <a:gd name="textAreaTop" fmla="*/ 0 h 1342800"/>
              <a:gd name="textAreaBottom" fmla="*/ 1343160 h 134280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9" name="Google Shape;678;p21"/>
          <p:cNvSpPr/>
          <p:nvPr/>
        </p:nvSpPr>
        <p:spPr>
          <a:xfrm rot="16454400" flipH="1">
            <a:off x="-1234800" y="72000"/>
            <a:ext cx="2404080" cy="1318320"/>
          </a:xfrm>
          <a:custGeom>
            <a:avLst/>
            <a:gdLst>
              <a:gd name="textAreaLeft" fmla="*/ -360 w 2404080"/>
              <a:gd name="textAreaRight" fmla="*/ 2404080 w 2404080"/>
              <a:gd name="textAreaTop" fmla="*/ 0 h 1318320"/>
              <a:gd name="textAreaBottom" fmla="*/ 1318680 h 13183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sp>
        <p:nvSpPr>
          <p:cNvPr id="480" name="PlaceHolder 1"/>
          <p:cNvSpPr>
            <a:spLocks noGrp="1"/>
          </p:cNvSpPr>
          <p:nvPr>
            <p:ph type="title"/>
          </p:nvPr>
        </p:nvSpPr>
        <p:spPr>
          <a:xfrm>
            <a:off x="2347920" y="997200"/>
            <a:ext cx="4447800" cy="1058400"/>
          </a:xfrm>
          <a:prstGeom prst="rect">
            <a:avLst/>
          </a:prstGeom>
          <a:noFill/>
          <a:ln w="0">
            <a:noFill/>
          </a:ln>
        </p:spPr>
        <p:txBody>
          <a:bodyPr lIns="91440" tIns="91440" rIns="91440" bIns="91440" anchor="b">
            <a:noAutofit/>
          </a:bodyPr>
          <a:lstStyle/>
          <a:p>
            <a:pPr indent="0">
              <a:buNone/>
            </a:pPr>
            <a:r>
              <a:rPr lang="fr-FR" sz="8500" b="0" u="none" strike="noStrike">
                <a:solidFill>
                  <a:schemeClr val="dk1"/>
                </a:solidFill>
                <a:effectLst/>
                <a:uFillTx/>
                <a:latin typeface="Arial"/>
              </a:rPr>
              <a:t>Click to edit the title text format</a:t>
            </a:r>
          </a:p>
        </p:txBody>
      </p:sp>
      <p:sp>
        <p:nvSpPr>
          <p:cNvPr id="481" name="Google Shape;682;p22"/>
          <p:cNvSpPr/>
          <p:nvPr/>
        </p:nvSpPr>
        <p:spPr>
          <a:xfrm>
            <a:off x="2099160" y="3611880"/>
            <a:ext cx="4945320" cy="5558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ctr" defTabSz="914400">
              <a:lnSpc>
                <a:spcPct val="100000"/>
              </a:lnSpc>
              <a:spcBef>
                <a:spcPts val="300"/>
              </a:spcBef>
              <a:tabLst>
                <a:tab pos="0" algn="l"/>
              </a:tabLst>
            </a:pPr>
            <a:r>
              <a:rPr lang="en" sz="1200" b="1" u="none" strike="noStrike">
                <a:solidFill>
                  <a:schemeClr val="dk1"/>
                </a:solidFill>
                <a:effectLst/>
                <a:uFillTx/>
                <a:latin typeface="Open Sans"/>
                <a:ea typeface="Open Sans"/>
              </a:rPr>
              <a:t>CREDITS:</a:t>
            </a:r>
            <a:r>
              <a:rPr lang="en" sz="1200" b="0" u="none" strike="noStrike">
                <a:solidFill>
                  <a:schemeClr val="dk1"/>
                </a:solidFill>
                <a:effectLst/>
                <a:uFillTx/>
                <a:latin typeface="Open Sans"/>
                <a:ea typeface="Open Sans"/>
              </a:rPr>
              <a:t> This presentation template was created by </a:t>
            </a:r>
            <a:r>
              <a:rPr lang="en" sz="1200" b="1" u="sng" strike="noStrike">
                <a:solidFill>
                  <a:schemeClr val="hlink"/>
                </a:solidFill>
                <a:effectLst/>
                <a:uFillTx/>
                <a:latin typeface="Open Sans"/>
                <a:ea typeface="Open Sans"/>
                <a:hlinkClick r:id="rId2"/>
              </a:rPr>
              <a:t>Slidesgo</a:t>
            </a:r>
            <a:r>
              <a:rPr lang="en" sz="1200" b="0" u="none" strike="noStrike">
                <a:solidFill>
                  <a:schemeClr val="dk1"/>
                </a:solidFill>
                <a:effectLst/>
                <a:uFillTx/>
                <a:latin typeface="Open Sans"/>
                <a:ea typeface="Open Sans"/>
              </a:rPr>
              <a:t>, and includes icons, infographics &amp; images by </a:t>
            </a:r>
            <a:r>
              <a:rPr lang="en" sz="1200" b="1" u="sng" strike="noStrike">
                <a:solidFill>
                  <a:schemeClr val="dk1"/>
                </a:solidFill>
                <a:effectLst/>
                <a:uFillTx/>
                <a:latin typeface="Open Sans"/>
                <a:ea typeface="Open Sans"/>
                <a:hlinkClick r:id="rId3"/>
              </a:rPr>
              <a:t>Freepik</a:t>
            </a:r>
            <a:r>
              <a:rPr lang="en" sz="1200" b="0" u="sng" strike="noStrike">
                <a:solidFill>
                  <a:schemeClr val="dk1"/>
                </a:solidFill>
                <a:effectLst/>
                <a:uFillTx/>
                <a:latin typeface="Open Sans"/>
                <a:ea typeface="Open Sans"/>
              </a:rPr>
              <a:t> </a:t>
            </a:r>
            <a:endParaRPr lang="en-US" sz="1200" b="0" u="none" strike="noStrike">
              <a:solidFill>
                <a:srgbClr val="000000"/>
              </a:solidFill>
              <a:effectLst/>
              <a:uFillTx/>
              <a:latin typeface="OpenSymbol"/>
            </a:endParaRPr>
          </a:p>
        </p:txBody>
      </p:sp>
      <p:sp>
        <p:nvSpPr>
          <p:cNvPr id="482" name="Google Shape;683;p22"/>
          <p:cNvSpPr/>
          <p:nvPr/>
        </p:nvSpPr>
        <p:spPr>
          <a:xfrm rot="19107000" flipH="1">
            <a:off x="-1086480" y="-570240"/>
            <a:ext cx="2902680" cy="2346840"/>
          </a:xfrm>
          <a:custGeom>
            <a:avLst/>
            <a:gdLst>
              <a:gd name="textAreaLeft" fmla="*/ -360 w 2902680"/>
              <a:gd name="textAreaRight" fmla="*/ 2902680 w 2902680"/>
              <a:gd name="textAreaTop" fmla="*/ 0 h 2346840"/>
              <a:gd name="textAreaBottom" fmla="*/ 2347200 h 234684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3" name="Google Shape;684;p22"/>
          <p:cNvSpPr/>
          <p:nvPr/>
        </p:nvSpPr>
        <p:spPr>
          <a:xfrm rot="16548600" flipH="1">
            <a:off x="7227360" y="3451320"/>
            <a:ext cx="2997360" cy="2575800"/>
          </a:xfrm>
          <a:custGeom>
            <a:avLst/>
            <a:gdLst>
              <a:gd name="textAreaLeft" fmla="*/ 360 w 2997360"/>
              <a:gd name="textAreaRight" fmla="*/ 2998080 w 2997360"/>
              <a:gd name="textAreaTop" fmla="*/ 0 h 2575800"/>
              <a:gd name="textAreaBottom" fmla="*/ 2576160 h 257580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4" name="Google Shape;685;p22"/>
          <p:cNvSpPr/>
          <p:nvPr/>
        </p:nvSpPr>
        <p:spPr>
          <a:xfrm rot="460800" flipH="1">
            <a:off x="178560" y="3742560"/>
            <a:ext cx="1359360" cy="1222200"/>
          </a:xfrm>
          <a:custGeom>
            <a:avLst/>
            <a:gdLst>
              <a:gd name="textAreaLeft" fmla="*/ 360 w 1359360"/>
              <a:gd name="textAreaRight" fmla="*/ 1360080 w 1359360"/>
              <a:gd name="textAreaTop" fmla="*/ 0 h 1222200"/>
              <a:gd name="textAreaBottom" fmla="*/ 1222560 h 122220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5" name="Google Shape;686;p22"/>
          <p:cNvSpPr/>
          <p:nvPr/>
        </p:nvSpPr>
        <p:spPr>
          <a:xfrm rot="460800" flipH="1">
            <a:off x="6682320" y="-2073960"/>
            <a:ext cx="4086720" cy="3304440"/>
          </a:xfrm>
          <a:custGeom>
            <a:avLst/>
            <a:gdLst>
              <a:gd name="textAreaLeft" fmla="*/ 360 w 4086720"/>
              <a:gd name="textAreaRight" fmla="*/ 4087440 w 4086720"/>
              <a:gd name="textAreaTop" fmla="*/ 0 h 3304440"/>
              <a:gd name="textAreaBottom" fmla="*/ 3304800 h 330444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CUSTOM_9">
    <p:bg>
      <p:bgPr>
        <a:solidFill>
          <a:schemeClr val="lt1"/>
        </a:solidFill>
        <a:effectLst/>
      </p:bgPr>
    </p:bg>
    <p:spTree>
      <p:nvGrpSpPr>
        <p:cNvPr id="1" name=""/>
        <p:cNvGrpSpPr/>
        <p:nvPr/>
      </p:nvGrpSpPr>
      <p:grpSpPr>
        <a:xfrm>
          <a:off x="0" y="0"/>
          <a:ext cx="0" cy="0"/>
          <a:chOff x="0" y="0"/>
          <a:chExt cx="0" cy="0"/>
        </a:xfrm>
      </p:grpSpPr>
      <p:sp>
        <p:nvSpPr>
          <p:cNvPr id="486" name="Google Shape;688;p23"/>
          <p:cNvSpPr/>
          <p:nvPr/>
        </p:nvSpPr>
        <p:spPr>
          <a:xfrm rot="19699800" flipH="1">
            <a:off x="-500400" y="-435960"/>
            <a:ext cx="1729080" cy="1397880"/>
          </a:xfrm>
          <a:custGeom>
            <a:avLst/>
            <a:gdLst>
              <a:gd name="textAreaLeft" fmla="*/ -360 w 1729080"/>
              <a:gd name="textAreaRight" fmla="*/ 1729080 w 1729080"/>
              <a:gd name="textAreaTop" fmla="*/ 0 h 1397880"/>
              <a:gd name="textAreaBottom" fmla="*/ 1398240 h 139788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7" name="Google Shape;689;p23"/>
          <p:cNvSpPr/>
          <p:nvPr/>
        </p:nvSpPr>
        <p:spPr>
          <a:xfrm rot="18336600" flipH="1">
            <a:off x="5846760" y="3927960"/>
            <a:ext cx="2997360" cy="2575800"/>
          </a:xfrm>
          <a:custGeom>
            <a:avLst/>
            <a:gdLst>
              <a:gd name="textAreaLeft" fmla="*/ 360 w 2997360"/>
              <a:gd name="textAreaRight" fmla="*/ 2998080 w 2997360"/>
              <a:gd name="textAreaTop" fmla="*/ 0 h 2575800"/>
              <a:gd name="textAreaBottom" fmla="*/ 2576160 h 257580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8" name="Google Shape;690;p23"/>
          <p:cNvSpPr/>
          <p:nvPr/>
        </p:nvSpPr>
        <p:spPr>
          <a:xfrm rot="460800" flipH="1">
            <a:off x="6386400" y="-1517040"/>
            <a:ext cx="4086720" cy="3304440"/>
          </a:xfrm>
          <a:custGeom>
            <a:avLst/>
            <a:gdLst>
              <a:gd name="textAreaLeft" fmla="*/ 360 w 4086720"/>
              <a:gd name="textAreaRight" fmla="*/ 4087440 w 4086720"/>
              <a:gd name="textAreaTop" fmla="*/ 0 h 3304440"/>
              <a:gd name="textAreaBottom" fmla="*/ 3304800 h 330444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9" name="Google Shape;691;p23"/>
          <p:cNvSpPr/>
          <p:nvPr/>
        </p:nvSpPr>
        <p:spPr>
          <a:xfrm rot="531600" flipH="1">
            <a:off x="-1223640" y="3829320"/>
            <a:ext cx="2902680" cy="2346840"/>
          </a:xfrm>
          <a:custGeom>
            <a:avLst/>
            <a:gdLst>
              <a:gd name="textAreaLeft" fmla="*/ -360 w 2902680"/>
              <a:gd name="textAreaRight" fmla="*/ 2902680 w 2902680"/>
              <a:gd name="textAreaTop" fmla="*/ 0 h 2346840"/>
              <a:gd name="textAreaBottom" fmla="*/ 2347200 h 234684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490" name="Google Shape;692;p23"/>
          <p:cNvGrpSpPr/>
          <p:nvPr/>
        </p:nvGrpSpPr>
        <p:grpSpPr>
          <a:xfrm>
            <a:off x="7931880" y="177120"/>
            <a:ext cx="997560" cy="736560"/>
            <a:chOff x="7931880" y="177120"/>
            <a:chExt cx="997560" cy="736560"/>
          </a:xfrm>
        </p:grpSpPr>
        <p:grpSp>
          <p:nvGrpSpPr>
            <p:cNvPr id="491" name="Google Shape;693;p23"/>
            <p:cNvGrpSpPr/>
            <p:nvPr/>
          </p:nvGrpSpPr>
          <p:grpSpPr>
            <a:xfrm>
              <a:off x="7931880" y="177120"/>
              <a:ext cx="919440" cy="317520"/>
              <a:chOff x="7931880" y="177120"/>
              <a:chExt cx="919440" cy="317520"/>
            </a:xfrm>
          </p:grpSpPr>
          <p:sp>
            <p:nvSpPr>
              <p:cNvPr id="492" name="Google Shape;694;p23"/>
              <p:cNvSpPr/>
              <p:nvPr/>
            </p:nvSpPr>
            <p:spPr>
              <a:xfrm>
                <a:off x="7931880" y="177120"/>
                <a:ext cx="919440" cy="317520"/>
              </a:xfrm>
              <a:custGeom>
                <a:avLst/>
                <a:gdLst>
                  <a:gd name="textAreaLeft" fmla="*/ 0 w 919440"/>
                  <a:gd name="textAreaRight" fmla="*/ 919800 w 919440"/>
                  <a:gd name="textAreaTop" fmla="*/ 0 h 317520"/>
                  <a:gd name="textAreaBottom" fmla="*/ 317880 h 317520"/>
                </a:gdLst>
                <a:ahLst/>
                <a:cxnLst/>
                <a:rect l="textAreaLeft" t="textAreaTop" r="textAreaRight" b="textAreaBottom"/>
                <a:pathLst>
                  <a:path w="652843" h="225742">
                    <a:moveTo>
                      <a:pt x="619030" y="0"/>
                    </a:moveTo>
                    <a:cubicBezTo>
                      <a:pt x="637705" y="0"/>
                      <a:pt x="652844" y="15139"/>
                      <a:pt x="652844" y="33814"/>
                    </a:cubicBezTo>
                    <a:lnTo>
                      <a:pt x="652844" y="191929"/>
                    </a:lnTo>
                    <a:cubicBezTo>
                      <a:pt x="652844" y="210603"/>
                      <a:pt x="637704" y="225742"/>
                      <a:pt x="619030" y="225742"/>
                    </a:cubicBezTo>
                    <a:lnTo>
                      <a:pt x="33814" y="225742"/>
                    </a:lnTo>
                    <a:cubicBezTo>
                      <a:pt x="15139" y="225742"/>
                      <a:pt x="0" y="210603"/>
                      <a:pt x="0" y="191929"/>
                    </a:cubicBezTo>
                    <a:lnTo>
                      <a:pt x="0" y="33814"/>
                    </a:lnTo>
                    <a:cubicBezTo>
                      <a:pt x="0" y="15139"/>
                      <a:pt x="15139" y="0"/>
                      <a:pt x="33814"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3" name="Google Shape;695;p23"/>
              <p:cNvSpPr/>
              <p:nvPr/>
            </p:nvSpPr>
            <p:spPr>
              <a:xfrm>
                <a:off x="8011800" y="228240"/>
                <a:ext cx="212760" cy="212760"/>
              </a:xfrm>
              <a:custGeom>
                <a:avLst/>
                <a:gdLst>
                  <a:gd name="textAreaLeft" fmla="*/ 0 w 212760"/>
                  <a:gd name="textAreaRight" fmla="*/ 213120 w 212760"/>
                  <a:gd name="textAreaTop" fmla="*/ 0 h 212760"/>
                  <a:gd name="textAreaBottom" fmla="*/ 213120 h 212760"/>
                </a:gdLst>
                <a:ahLst/>
                <a:cxnLst/>
                <a:rect l="textAreaLeft" t="textAreaTop" r="textAreaRight" b="textAreaBottom"/>
                <a:pathLst>
                  <a:path w="151161" h="151161">
                    <a:moveTo>
                      <a:pt x="0" y="0"/>
                    </a:moveTo>
                    <a:lnTo>
                      <a:pt x="151161" y="0"/>
                    </a:lnTo>
                    <a:lnTo>
                      <a:pt x="151161" y="151162"/>
                    </a:lnTo>
                    <a:lnTo>
                      <a:pt x="0" y="151162"/>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494" name="Google Shape;696;p23"/>
              <p:cNvGrpSpPr/>
              <p:nvPr/>
            </p:nvGrpSpPr>
            <p:grpSpPr>
              <a:xfrm>
                <a:off x="8292960" y="234360"/>
                <a:ext cx="467280" cy="200880"/>
                <a:chOff x="8292960" y="234360"/>
                <a:chExt cx="467280" cy="200880"/>
              </a:xfrm>
            </p:grpSpPr>
            <p:sp>
              <p:nvSpPr>
                <p:cNvPr id="495" name="Google Shape;697;p23"/>
                <p:cNvSpPr/>
                <p:nvPr/>
              </p:nvSpPr>
              <p:spPr>
                <a:xfrm>
                  <a:off x="8292960" y="23436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6" name="Google Shape;698;p23"/>
                <p:cNvSpPr/>
                <p:nvPr/>
              </p:nvSpPr>
              <p:spPr>
                <a:xfrm>
                  <a:off x="8292960" y="291960"/>
                  <a:ext cx="408600" cy="28440"/>
                </a:xfrm>
                <a:custGeom>
                  <a:avLst/>
                  <a:gdLst>
                    <a:gd name="textAreaLeft" fmla="*/ 0 w 408600"/>
                    <a:gd name="textAreaRight" fmla="*/ 408960 w 408600"/>
                    <a:gd name="textAreaTop" fmla="*/ 0 h 28440"/>
                    <a:gd name="textAreaBottom" fmla="*/ 28800 h 28440"/>
                  </a:gdLst>
                  <a:ahLst/>
                  <a:cxnLst/>
                  <a:rect l="textAreaLeft" t="textAreaTop" r="textAreaRight" b="textAreaBottom"/>
                  <a:pathLst>
                    <a:path w="290322" h="20383">
                      <a:moveTo>
                        <a:pt x="0" y="0"/>
                      </a:moveTo>
                      <a:lnTo>
                        <a:pt x="290322" y="0"/>
                      </a:lnTo>
                      <a:lnTo>
                        <a:pt x="290322"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7" name="Google Shape;699;p23"/>
                <p:cNvSpPr/>
                <p:nvPr/>
              </p:nvSpPr>
              <p:spPr>
                <a:xfrm>
                  <a:off x="8292960" y="349200"/>
                  <a:ext cx="427680" cy="28440"/>
                </a:xfrm>
                <a:custGeom>
                  <a:avLst/>
                  <a:gdLst>
                    <a:gd name="textAreaLeft" fmla="*/ 0 w 427680"/>
                    <a:gd name="textAreaRight" fmla="*/ 428040 w 427680"/>
                    <a:gd name="textAreaTop" fmla="*/ 0 h 28440"/>
                    <a:gd name="textAreaBottom" fmla="*/ 28800 h 28440"/>
                  </a:gdLst>
                  <a:ahLst/>
                  <a:cxnLst/>
                  <a:rect l="textAreaLeft" t="textAreaTop" r="textAreaRight" b="textAreaBottom"/>
                  <a:pathLst>
                    <a:path w="303942" h="20383">
                      <a:moveTo>
                        <a:pt x="0" y="0"/>
                      </a:moveTo>
                      <a:lnTo>
                        <a:pt x="303942" y="0"/>
                      </a:lnTo>
                      <a:lnTo>
                        <a:pt x="303942"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8" name="Google Shape;700;p23"/>
                <p:cNvSpPr/>
                <p:nvPr/>
              </p:nvSpPr>
              <p:spPr>
                <a:xfrm>
                  <a:off x="8292960" y="406800"/>
                  <a:ext cx="241200" cy="28440"/>
                </a:xfrm>
                <a:custGeom>
                  <a:avLst/>
                  <a:gdLst>
                    <a:gd name="textAreaLeft" fmla="*/ 0 w 241200"/>
                    <a:gd name="textAreaRight" fmla="*/ 241560 w 241200"/>
                    <a:gd name="textAreaTop" fmla="*/ 0 h 28440"/>
                    <a:gd name="textAreaBottom" fmla="*/ 28800 h 28440"/>
                  </a:gdLst>
                  <a:ahLst/>
                  <a:cxnLst/>
                  <a:rect l="textAreaLeft" t="textAreaTop" r="textAreaRight" b="textAreaBottom"/>
                  <a:pathLst>
                    <a:path w="171545" h="20383">
                      <a:moveTo>
                        <a:pt x="0" y="0"/>
                      </a:moveTo>
                      <a:lnTo>
                        <a:pt x="171545" y="0"/>
                      </a:lnTo>
                      <a:lnTo>
                        <a:pt x="171545"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499" name="Google Shape;701;p23"/>
            <p:cNvGrpSpPr/>
            <p:nvPr/>
          </p:nvGrpSpPr>
          <p:grpSpPr>
            <a:xfrm>
              <a:off x="7931880" y="596160"/>
              <a:ext cx="919440" cy="317520"/>
              <a:chOff x="7931880" y="596160"/>
              <a:chExt cx="919440" cy="317520"/>
            </a:xfrm>
          </p:grpSpPr>
          <p:grpSp>
            <p:nvGrpSpPr>
              <p:cNvPr id="500" name="Google Shape;702;p23"/>
              <p:cNvGrpSpPr/>
              <p:nvPr/>
            </p:nvGrpSpPr>
            <p:grpSpPr>
              <a:xfrm>
                <a:off x="7931880" y="596160"/>
                <a:ext cx="919440" cy="317520"/>
                <a:chOff x="7931880" y="596160"/>
                <a:chExt cx="919440" cy="317520"/>
              </a:xfrm>
            </p:grpSpPr>
            <p:sp>
              <p:nvSpPr>
                <p:cNvPr id="501" name="Google Shape;703;p23"/>
                <p:cNvSpPr/>
                <p:nvPr/>
              </p:nvSpPr>
              <p:spPr>
                <a:xfrm>
                  <a:off x="7931880" y="596160"/>
                  <a:ext cx="919440" cy="317520"/>
                </a:xfrm>
                <a:custGeom>
                  <a:avLst/>
                  <a:gdLst>
                    <a:gd name="textAreaLeft" fmla="*/ 0 w 919440"/>
                    <a:gd name="textAreaRight" fmla="*/ 919800 w 919440"/>
                    <a:gd name="textAreaTop" fmla="*/ 0 h 317520"/>
                    <a:gd name="textAreaBottom" fmla="*/ 317880 h 317520"/>
                  </a:gdLst>
                  <a:ahLst/>
                  <a:cxnLst/>
                  <a:rect l="textAreaLeft" t="textAreaTop" r="textAreaRight" b="textAreaBottom"/>
                  <a:pathLst>
                    <a:path w="652843" h="225742">
                      <a:moveTo>
                        <a:pt x="619030" y="0"/>
                      </a:moveTo>
                      <a:cubicBezTo>
                        <a:pt x="637705" y="0"/>
                        <a:pt x="652844" y="15139"/>
                        <a:pt x="652844" y="33814"/>
                      </a:cubicBezTo>
                      <a:lnTo>
                        <a:pt x="652844" y="191929"/>
                      </a:lnTo>
                      <a:cubicBezTo>
                        <a:pt x="652844" y="210604"/>
                        <a:pt x="637704" y="225742"/>
                        <a:pt x="619030" y="225742"/>
                      </a:cubicBezTo>
                      <a:lnTo>
                        <a:pt x="33814" y="225742"/>
                      </a:lnTo>
                      <a:cubicBezTo>
                        <a:pt x="15139" y="225742"/>
                        <a:pt x="0" y="210604"/>
                        <a:pt x="0" y="191929"/>
                      </a:cubicBezTo>
                      <a:lnTo>
                        <a:pt x="0" y="33814"/>
                      </a:lnTo>
                      <a:cubicBezTo>
                        <a:pt x="0" y="15139"/>
                        <a:pt x="15139" y="0"/>
                        <a:pt x="33814"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2" name="Google Shape;704;p23"/>
                <p:cNvSpPr/>
                <p:nvPr/>
              </p:nvSpPr>
              <p:spPr>
                <a:xfrm>
                  <a:off x="8011800" y="647640"/>
                  <a:ext cx="212760" cy="212760"/>
                </a:xfrm>
                <a:custGeom>
                  <a:avLst/>
                  <a:gdLst>
                    <a:gd name="textAreaLeft" fmla="*/ 0 w 212760"/>
                    <a:gd name="textAreaRight" fmla="*/ 213120 w 212760"/>
                    <a:gd name="textAreaTop" fmla="*/ 0 h 212760"/>
                    <a:gd name="textAreaBottom" fmla="*/ 213120 h 212760"/>
                  </a:gdLst>
                  <a:ahLst/>
                  <a:cxnLst/>
                  <a:rect l="textAreaLeft" t="textAreaTop" r="textAreaRight" b="textAreaBottom"/>
                  <a:pathLst>
                    <a:path w="151161" h="151161">
                      <a:moveTo>
                        <a:pt x="75534" y="151162"/>
                      </a:moveTo>
                      <a:lnTo>
                        <a:pt x="75534" y="151162"/>
                      </a:lnTo>
                      <a:cubicBezTo>
                        <a:pt x="33814" y="151162"/>
                        <a:pt x="0" y="117348"/>
                        <a:pt x="0" y="75629"/>
                      </a:cubicBezTo>
                      <a:lnTo>
                        <a:pt x="0" y="75629"/>
                      </a:lnTo>
                      <a:cubicBezTo>
                        <a:pt x="0" y="33909"/>
                        <a:pt x="33814" y="0"/>
                        <a:pt x="75534" y="0"/>
                      </a:cubicBezTo>
                      <a:lnTo>
                        <a:pt x="75534" y="0"/>
                      </a:lnTo>
                      <a:cubicBezTo>
                        <a:pt x="117253" y="0"/>
                        <a:pt x="151162" y="33814"/>
                        <a:pt x="151162" y="75533"/>
                      </a:cubicBezTo>
                      <a:lnTo>
                        <a:pt x="151162" y="75533"/>
                      </a:lnTo>
                      <a:cubicBezTo>
                        <a:pt x="151162" y="117253"/>
                        <a:pt x="117348" y="151162"/>
                        <a:pt x="75534" y="151162"/>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03" name="Google Shape;705;p23"/>
                <p:cNvGrpSpPr/>
                <p:nvPr/>
              </p:nvGrpSpPr>
              <p:grpSpPr>
                <a:xfrm>
                  <a:off x="8292960" y="653400"/>
                  <a:ext cx="467280" cy="200880"/>
                  <a:chOff x="8292960" y="653400"/>
                  <a:chExt cx="467280" cy="200880"/>
                </a:xfrm>
              </p:grpSpPr>
              <p:sp>
                <p:nvSpPr>
                  <p:cNvPr id="504" name="Google Shape;706;p23"/>
                  <p:cNvSpPr/>
                  <p:nvPr/>
                </p:nvSpPr>
                <p:spPr>
                  <a:xfrm>
                    <a:off x="8320320" y="653400"/>
                    <a:ext cx="394200" cy="28440"/>
                  </a:xfrm>
                  <a:custGeom>
                    <a:avLst/>
                    <a:gdLst>
                      <a:gd name="textAreaLeft" fmla="*/ 0 w 394200"/>
                      <a:gd name="textAreaRight" fmla="*/ 394560 w 394200"/>
                      <a:gd name="textAreaTop" fmla="*/ 0 h 28440"/>
                      <a:gd name="textAreaBottom" fmla="*/ 28800 h 28440"/>
                    </a:gdLst>
                    <a:ahLst/>
                    <a:cxnLst/>
                    <a:rect l="textAreaLeft" t="textAreaTop" r="textAreaRight" b="textAreaBottom"/>
                    <a:pathLst>
                      <a:path w="280034" h="20383">
                        <a:moveTo>
                          <a:pt x="0" y="0"/>
                        </a:moveTo>
                        <a:lnTo>
                          <a:pt x="280035" y="0"/>
                        </a:lnTo>
                        <a:lnTo>
                          <a:pt x="280035"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5" name="Google Shape;707;p23"/>
                  <p:cNvSpPr/>
                  <p:nvPr/>
                </p:nvSpPr>
                <p:spPr>
                  <a:xfrm>
                    <a:off x="8292960" y="711000"/>
                    <a:ext cx="288720" cy="28440"/>
                  </a:xfrm>
                  <a:custGeom>
                    <a:avLst/>
                    <a:gdLst>
                      <a:gd name="textAreaLeft" fmla="*/ 0 w 288720"/>
                      <a:gd name="textAreaRight" fmla="*/ 289080 w 288720"/>
                      <a:gd name="textAreaTop" fmla="*/ 0 h 28440"/>
                      <a:gd name="textAreaBottom" fmla="*/ 28800 h 28440"/>
                    </a:gdLst>
                    <a:ahLst/>
                    <a:cxnLst/>
                    <a:rect l="textAreaLeft" t="textAreaTop" r="textAreaRight" b="textAreaBottom"/>
                    <a:pathLst>
                      <a:path w="205073" h="20383">
                        <a:moveTo>
                          <a:pt x="0" y="0"/>
                        </a:moveTo>
                        <a:lnTo>
                          <a:pt x="205073" y="0"/>
                        </a:lnTo>
                        <a:lnTo>
                          <a:pt x="205073"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6" name="Google Shape;708;p23"/>
                  <p:cNvSpPr/>
                  <p:nvPr/>
                </p:nvSpPr>
                <p:spPr>
                  <a:xfrm>
                    <a:off x="8292960" y="76824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7" name="Google Shape;709;p23"/>
                  <p:cNvSpPr/>
                  <p:nvPr/>
                </p:nvSpPr>
                <p:spPr>
                  <a:xfrm>
                    <a:off x="8292960" y="825840"/>
                    <a:ext cx="241200" cy="28440"/>
                  </a:xfrm>
                  <a:custGeom>
                    <a:avLst/>
                    <a:gdLst>
                      <a:gd name="textAreaLeft" fmla="*/ 0 w 241200"/>
                      <a:gd name="textAreaRight" fmla="*/ 241560 w 241200"/>
                      <a:gd name="textAreaTop" fmla="*/ 0 h 28440"/>
                      <a:gd name="textAreaBottom" fmla="*/ 28800 h 28440"/>
                    </a:gdLst>
                    <a:ahLst/>
                    <a:cxnLst/>
                    <a:rect l="textAreaLeft" t="textAreaTop" r="textAreaRight" b="textAreaBottom"/>
                    <a:pathLst>
                      <a:path w="171545" h="20383">
                        <a:moveTo>
                          <a:pt x="0" y="0"/>
                        </a:moveTo>
                        <a:lnTo>
                          <a:pt x="171545" y="0"/>
                        </a:lnTo>
                        <a:lnTo>
                          <a:pt x="171545"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508" name="Google Shape;710;p23"/>
              <p:cNvSpPr/>
              <p:nvPr/>
            </p:nvSpPr>
            <p:spPr>
              <a:xfrm>
                <a:off x="8083080" y="706680"/>
                <a:ext cx="71280" cy="84960"/>
              </a:xfrm>
              <a:custGeom>
                <a:avLst/>
                <a:gdLst>
                  <a:gd name="textAreaLeft" fmla="*/ 0 w 71280"/>
                  <a:gd name="textAreaRight" fmla="*/ 71640 w 71280"/>
                  <a:gd name="textAreaTop" fmla="*/ 0 h 84960"/>
                  <a:gd name="textAreaBottom" fmla="*/ 85320 h 84960"/>
                </a:gdLst>
                <a:ahLst/>
                <a:cxnLst/>
                <a:rect l="textAreaLeft" t="textAreaTop" r="textAreaRight" b="textAreaBottom"/>
                <a:pathLst>
                  <a:path w="50734" h="60632">
                    <a:moveTo>
                      <a:pt x="0" y="4892"/>
                    </a:moveTo>
                    <a:lnTo>
                      <a:pt x="0" y="55851"/>
                    </a:lnTo>
                    <a:cubicBezTo>
                      <a:pt x="0" y="59566"/>
                      <a:pt x="4001" y="61851"/>
                      <a:pt x="7239" y="59947"/>
                    </a:cubicBezTo>
                    <a:lnTo>
                      <a:pt x="48387" y="35563"/>
                    </a:lnTo>
                    <a:cubicBezTo>
                      <a:pt x="51435" y="33753"/>
                      <a:pt x="51531" y="29371"/>
                      <a:pt x="48578" y="27371"/>
                    </a:cubicBezTo>
                    <a:lnTo>
                      <a:pt x="7430" y="796"/>
                    </a:lnTo>
                    <a:cubicBezTo>
                      <a:pt x="4191" y="-1299"/>
                      <a:pt x="0" y="987"/>
                      <a:pt x="0" y="4797"/>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09" name="Google Shape;711;p23"/>
            <p:cNvGrpSpPr/>
            <p:nvPr/>
          </p:nvGrpSpPr>
          <p:grpSpPr>
            <a:xfrm>
              <a:off x="8756280" y="539640"/>
              <a:ext cx="173160" cy="112320"/>
              <a:chOff x="8756280" y="539640"/>
              <a:chExt cx="173160" cy="112320"/>
            </a:xfrm>
          </p:grpSpPr>
          <p:grpSp>
            <p:nvGrpSpPr>
              <p:cNvPr id="510" name="Google Shape;712;p23"/>
              <p:cNvGrpSpPr/>
              <p:nvPr/>
            </p:nvGrpSpPr>
            <p:grpSpPr>
              <a:xfrm>
                <a:off x="8756280" y="553320"/>
                <a:ext cx="173160" cy="89640"/>
                <a:chOff x="8756280" y="553320"/>
                <a:chExt cx="173160" cy="89640"/>
              </a:xfrm>
            </p:grpSpPr>
            <p:sp>
              <p:nvSpPr>
                <p:cNvPr id="511" name="Google Shape;713;p23"/>
                <p:cNvSpPr/>
                <p:nvPr/>
              </p:nvSpPr>
              <p:spPr>
                <a:xfrm>
                  <a:off x="8756280" y="553320"/>
                  <a:ext cx="173160" cy="89640"/>
                </a:xfrm>
                <a:custGeom>
                  <a:avLst/>
                  <a:gdLst>
                    <a:gd name="textAreaLeft" fmla="*/ 0 w 173160"/>
                    <a:gd name="textAreaRight" fmla="*/ 173520 w 173160"/>
                    <a:gd name="textAreaTop" fmla="*/ 0 h 89640"/>
                    <a:gd name="textAreaBottom" fmla="*/ 90000 h 89640"/>
                  </a:gdLst>
                  <a:ahLst/>
                  <a:cxnLst/>
                  <a:rect l="textAreaLeft" t="textAreaTop" r="textAreaRight" b="textAreaBottom"/>
                  <a:pathLst>
                    <a:path w="123062" h="63817">
                      <a:moveTo>
                        <a:pt x="61531" y="63817"/>
                      </a:moveTo>
                      <a:cubicBezTo>
                        <a:pt x="86963" y="63817"/>
                        <a:pt x="109442" y="51244"/>
                        <a:pt x="123063" y="31909"/>
                      </a:cubicBezTo>
                      <a:cubicBezTo>
                        <a:pt x="109442" y="12573"/>
                        <a:pt x="86963" y="0"/>
                        <a:pt x="61531" y="0"/>
                      </a:cubicBezTo>
                      <a:cubicBezTo>
                        <a:pt x="36100" y="0"/>
                        <a:pt x="13621" y="12573"/>
                        <a:pt x="0" y="31909"/>
                      </a:cubicBezTo>
                      <a:cubicBezTo>
                        <a:pt x="13621" y="51244"/>
                        <a:pt x="36100" y="63817"/>
                        <a:pt x="61531" y="63817"/>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2" name="Google Shape;714;p23"/>
                <p:cNvSpPr/>
                <p:nvPr/>
              </p:nvSpPr>
              <p:spPr>
                <a:xfrm>
                  <a:off x="8815320" y="570600"/>
                  <a:ext cx="55080" cy="55080"/>
                </a:xfrm>
                <a:custGeom>
                  <a:avLst/>
                  <a:gdLst>
                    <a:gd name="textAreaLeft" fmla="*/ 0 w 55080"/>
                    <a:gd name="textAreaRight" fmla="*/ 55440 w 55080"/>
                    <a:gd name="textAreaTop" fmla="*/ 0 h 55080"/>
                    <a:gd name="textAreaBottom" fmla="*/ 55440 h 55080"/>
                  </a:gdLst>
                  <a:ahLst/>
                  <a:cxnLst/>
                  <a:rect l="textAreaLeft" t="textAreaTop" r="textAreaRight" b="textAreaBottom"/>
                  <a:pathLst>
                    <a:path w="39242" h="39243">
                      <a:moveTo>
                        <a:pt x="39243" y="19621"/>
                      </a:moveTo>
                      <a:cubicBezTo>
                        <a:pt x="39243" y="30458"/>
                        <a:pt x="30458" y="39243"/>
                        <a:pt x="19621" y="39243"/>
                      </a:cubicBezTo>
                      <a:cubicBezTo>
                        <a:pt x="8785" y="39243"/>
                        <a:pt x="0" y="30458"/>
                        <a:pt x="0" y="19621"/>
                      </a:cubicBezTo>
                      <a:cubicBezTo>
                        <a:pt x="0" y="8785"/>
                        <a:pt x="8785" y="0"/>
                        <a:pt x="19621" y="0"/>
                      </a:cubicBezTo>
                      <a:cubicBezTo>
                        <a:pt x="30458" y="0"/>
                        <a:pt x="39243" y="8785"/>
                        <a:pt x="39243" y="1962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720" bIns="27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513" name="Google Shape;715;p23"/>
              <p:cNvSpPr/>
              <p:nvPr/>
            </p:nvSpPr>
            <p:spPr>
              <a:xfrm rot="18900000">
                <a:off x="8768880" y="588960"/>
                <a:ext cx="145440" cy="13320"/>
              </a:xfrm>
              <a:custGeom>
                <a:avLst/>
                <a:gdLst>
                  <a:gd name="textAreaLeft" fmla="*/ 0 w 145440"/>
                  <a:gd name="textAreaRight" fmla="*/ 145800 w 145440"/>
                  <a:gd name="textAreaTop" fmla="*/ 0 h 13320"/>
                  <a:gd name="textAreaBottom" fmla="*/ 13680 h 13320"/>
                </a:gdLst>
                <a:ahLst/>
                <a:cxnLst/>
                <a:rect l="textAreaLeft" t="textAreaTop" r="textAreaRight" b="textAreaBottom"/>
                <a:pathLst>
                  <a:path w="103346" h="9715">
                    <a:moveTo>
                      <a:pt x="0" y="0"/>
                    </a:moveTo>
                    <a:lnTo>
                      <a:pt x="103346" y="0"/>
                    </a:lnTo>
                    <a:lnTo>
                      <a:pt x="103346" y="9716"/>
                    </a:lnTo>
                    <a:lnTo>
                      <a:pt x="0" y="9716"/>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6840" bIns="68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CUSTOM_9_1">
    <p:bg>
      <p:bgPr>
        <a:solidFill>
          <a:schemeClr val="lt1"/>
        </a:solidFill>
        <a:effectLst/>
      </p:bgPr>
    </p:bg>
    <p:spTree>
      <p:nvGrpSpPr>
        <p:cNvPr id="1" name=""/>
        <p:cNvGrpSpPr/>
        <p:nvPr/>
      </p:nvGrpSpPr>
      <p:grpSpPr>
        <a:xfrm>
          <a:off x="0" y="0"/>
          <a:ext cx="0" cy="0"/>
          <a:chOff x="0" y="0"/>
          <a:chExt cx="0" cy="0"/>
        </a:xfrm>
      </p:grpSpPr>
      <p:sp>
        <p:nvSpPr>
          <p:cNvPr id="514" name="Google Shape;717;p24"/>
          <p:cNvSpPr/>
          <p:nvPr/>
        </p:nvSpPr>
        <p:spPr>
          <a:xfrm rot="8820000" flipH="1">
            <a:off x="7035120" y="3934080"/>
            <a:ext cx="3158280" cy="2509200"/>
          </a:xfrm>
          <a:custGeom>
            <a:avLst/>
            <a:gdLst>
              <a:gd name="textAreaLeft" fmla="*/ -360 w 3158280"/>
              <a:gd name="textAreaRight" fmla="*/ 3158280 w 3158280"/>
              <a:gd name="textAreaTop" fmla="*/ 0 h 2509200"/>
              <a:gd name="textAreaBottom" fmla="*/ 2509560 h 250920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5" name="Google Shape;718;p24"/>
          <p:cNvSpPr/>
          <p:nvPr/>
        </p:nvSpPr>
        <p:spPr>
          <a:xfrm rot="17943000" flipH="1">
            <a:off x="-1336680" y="-858960"/>
            <a:ext cx="2745360" cy="1921320"/>
          </a:xfrm>
          <a:custGeom>
            <a:avLst/>
            <a:gdLst>
              <a:gd name="textAreaLeft" fmla="*/ 360 w 2745360"/>
              <a:gd name="textAreaRight" fmla="*/ 2746080 w 2745360"/>
              <a:gd name="textAreaTop" fmla="*/ 0 h 1921320"/>
              <a:gd name="textAreaBottom" fmla="*/ 1921680 h 19213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516" name="Google Shape;719;p24"/>
          <p:cNvGrpSpPr/>
          <p:nvPr/>
        </p:nvGrpSpPr>
        <p:grpSpPr>
          <a:xfrm>
            <a:off x="65160" y="4372920"/>
            <a:ext cx="877680" cy="654480"/>
            <a:chOff x="65160" y="4372920"/>
            <a:chExt cx="877680" cy="654480"/>
          </a:xfrm>
        </p:grpSpPr>
        <p:grpSp>
          <p:nvGrpSpPr>
            <p:cNvPr id="517" name="Google Shape;720;p24"/>
            <p:cNvGrpSpPr/>
            <p:nvPr/>
          </p:nvGrpSpPr>
          <p:grpSpPr>
            <a:xfrm>
              <a:off x="65160" y="4372920"/>
              <a:ext cx="877680" cy="654480"/>
              <a:chOff x="65160" y="4372920"/>
              <a:chExt cx="877680" cy="654480"/>
            </a:xfrm>
          </p:grpSpPr>
          <p:sp>
            <p:nvSpPr>
              <p:cNvPr id="518" name="Google Shape;721;p24"/>
              <p:cNvSpPr/>
              <p:nvPr/>
            </p:nvSpPr>
            <p:spPr>
              <a:xfrm>
                <a:off x="260640" y="437292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715"/>
                    </a:moveTo>
                    <a:lnTo>
                      <a:pt x="173450" y="42005"/>
                    </a:lnTo>
                    <a:cubicBezTo>
                      <a:pt x="178403" y="46958"/>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35363B"/>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9" name="Google Shape;722;p24"/>
              <p:cNvSpPr/>
              <p:nvPr/>
            </p:nvSpPr>
            <p:spPr>
              <a:xfrm>
                <a:off x="162720" y="447084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42444F"/>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0" name="Google Shape;723;p24"/>
              <p:cNvSpPr/>
              <p:nvPr/>
            </p:nvSpPr>
            <p:spPr>
              <a:xfrm>
                <a:off x="65160" y="456876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80" y="299466"/>
                    </a:lnTo>
                    <a:cubicBezTo>
                      <a:pt x="11811" y="299466"/>
                      <a:pt x="0" y="287560"/>
                      <a:pt x="0" y="272987"/>
                    </a:cubicBezTo>
                    <a:lnTo>
                      <a:pt x="0" y="26479"/>
                    </a:lnTo>
                    <a:cubicBezTo>
                      <a:pt x="0" y="11811"/>
                      <a:pt x="11906" y="0"/>
                      <a:pt x="26480" y="0"/>
                    </a:cubicBezTo>
                    <a:lnTo>
                      <a:pt x="120396" y="0"/>
                    </a:lnTo>
                    <a:cubicBezTo>
                      <a:pt x="127445" y="0"/>
                      <a:pt x="134207" y="2762"/>
                      <a:pt x="139160" y="7811"/>
                    </a:cubicBezTo>
                    <a:close/>
                  </a:path>
                </a:pathLst>
              </a:custGeom>
              <a:solidFill>
                <a:srgbClr val="6F708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521" name="Google Shape;724;p24"/>
            <p:cNvSpPr/>
            <p:nvPr/>
          </p:nvSpPr>
          <p:spPr>
            <a:xfrm>
              <a:off x="354240" y="4783320"/>
              <a:ext cx="105120" cy="125280"/>
            </a:xfrm>
            <a:custGeom>
              <a:avLst/>
              <a:gdLst>
                <a:gd name="textAreaLeft" fmla="*/ 0 w 105120"/>
                <a:gd name="textAreaRight" fmla="*/ 105480 w 105120"/>
                <a:gd name="textAreaTop" fmla="*/ 0 h 125280"/>
                <a:gd name="textAreaBottom" fmla="*/ 125640 h 125280"/>
              </a:gdLst>
              <a:ahLst/>
              <a:cxnLst/>
              <a:rect l="textAreaLeft" t="textAreaTop" r="textAreaRight" b="textAreaBottom"/>
              <a:pathLst>
                <a:path w="68735" h="82063">
                  <a:moveTo>
                    <a:pt x="0" y="6471"/>
                  </a:moveTo>
                  <a:lnTo>
                    <a:pt x="0" y="75527"/>
                  </a:lnTo>
                  <a:cubicBezTo>
                    <a:pt x="0" y="80575"/>
                    <a:pt x="5524" y="83719"/>
                    <a:pt x="9811" y="81147"/>
                  </a:cubicBezTo>
                  <a:lnTo>
                    <a:pt x="65532" y="48095"/>
                  </a:lnTo>
                  <a:cubicBezTo>
                    <a:pt x="69723" y="45619"/>
                    <a:pt x="69818" y="39618"/>
                    <a:pt x="65723" y="37046"/>
                  </a:cubicBezTo>
                  <a:lnTo>
                    <a:pt x="10001" y="1042"/>
                  </a:lnTo>
                  <a:cubicBezTo>
                    <a:pt x="5715" y="-1721"/>
                    <a:pt x="0" y="1327"/>
                    <a:pt x="0" y="647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522" name="Google Shape;725;p24"/>
          <p:cNvGrpSpPr/>
          <p:nvPr/>
        </p:nvGrpSpPr>
        <p:grpSpPr>
          <a:xfrm>
            <a:off x="8115120" y="266760"/>
            <a:ext cx="829800" cy="750600"/>
            <a:chOff x="8115120" y="266760"/>
            <a:chExt cx="829800" cy="750600"/>
          </a:xfrm>
        </p:grpSpPr>
        <p:grpSp>
          <p:nvGrpSpPr>
            <p:cNvPr id="523" name="Google Shape;726;p24"/>
            <p:cNvGrpSpPr/>
            <p:nvPr/>
          </p:nvGrpSpPr>
          <p:grpSpPr>
            <a:xfrm>
              <a:off x="8115120" y="266760"/>
              <a:ext cx="829800" cy="750600"/>
              <a:chOff x="8115120" y="266760"/>
              <a:chExt cx="829800" cy="750600"/>
            </a:xfrm>
          </p:grpSpPr>
          <p:sp>
            <p:nvSpPr>
              <p:cNvPr id="524" name="Google Shape;727;p24"/>
              <p:cNvSpPr/>
              <p:nvPr/>
            </p:nvSpPr>
            <p:spPr>
              <a:xfrm>
                <a:off x="8115120" y="266760"/>
                <a:ext cx="829800" cy="750600"/>
              </a:xfrm>
              <a:custGeom>
                <a:avLst/>
                <a:gdLst>
                  <a:gd name="textAreaLeft" fmla="*/ 0 w 829800"/>
                  <a:gd name="textAreaRight" fmla="*/ 830160 w 829800"/>
                  <a:gd name="textAreaTop" fmla="*/ 0 h 750600"/>
                  <a:gd name="textAreaBottom" fmla="*/ 750960 h 750600"/>
                </a:gdLst>
                <a:ahLst/>
                <a:cxnLst/>
                <a:rect l="textAreaLeft" t="textAreaTop" r="textAreaRight" b="textAreaBottom"/>
                <a:pathLst>
                  <a:path w="598074" h="541115">
                    <a:moveTo>
                      <a:pt x="557022" y="0"/>
                    </a:moveTo>
                    <a:cubicBezTo>
                      <a:pt x="579695" y="0"/>
                      <a:pt x="598075" y="18380"/>
                      <a:pt x="598075" y="41053"/>
                    </a:cubicBezTo>
                    <a:lnTo>
                      <a:pt x="598075" y="500063"/>
                    </a:lnTo>
                    <a:cubicBezTo>
                      <a:pt x="598075" y="522735"/>
                      <a:pt x="579695" y="541115"/>
                      <a:pt x="557022" y="541115"/>
                    </a:cubicBezTo>
                    <a:lnTo>
                      <a:pt x="41053" y="541115"/>
                    </a:lnTo>
                    <a:cubicBezTo>
                      <a:pt x="18380" y="541115"/>
                      <a:pt x="0" y="522735"/>
                      <a:pt x="0" y="500063"/>
                    </a:cubicBezTo>
                    <a:lnTo>
                      <a:pt x="0" y="41053"/>
                    </a:lnTo>
                    <a:cubicBezTo>
                      <a:pt x="0" y="18380"/>
                      <a:pt x="18380" y="0"/>
                      <a:pt x="4105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25" name="Google Shape;728;p24"/>
              <p:cNvGrpSpPr/>
              <p:nvPr/>
            </p:nvGrpSpPr>
            <p:grpSpPr>
              <a:xfrm>
                <a:off x="8655480" y="309960"/>
                <a:ext cx="228240" cy="57240"/>
                <a:chOff x="8655480" y="309960"/>
                <a:chExt cx="228240" cy="57240"/>
              </a:xfrm>
            </p:grpSpPr>
            <p:sp>
              <p:nvSpPr>
                <p:cNvPr id="526" name="Google Shape;729;p24"/>
                <p:cNvSpPr/>
                <p:nvPr/>
              </p:nvSpPr>
              <p:spPr>
                <a:xfrm>
                  <a:off x="8826480" y="309960"/>
                  <a:ext cx="57240" cy="57240"/>
                </a:xfrm>
                <a:custGeom>
                  <a:avLst/>
                  <a:gdLst>
                    <a:gd name="textAreaLeft" fmla="*/ 0 w 57240"/>
                    <a:gd name="textAreaRight" fmla="*/ 5760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7" name="Google Shape;730;p24"/>
                <p:cNvSpPr/>
                <p:nvPr/>
              </p:nvSpPr>
              <p:spPr>
                <a:xfrm>
                  <a:off x="8741160" y="309960"/>
                  <a:ext cx="57240" cy="57240"/>
                </a:xfrm>
                <a:custGeom>
                  <a:avLst/>
                  <a:gdLst>
                    <a:gd name="textAreaLeft" fmla="*/ 0 w 57240"/>
                    <a:gd name="textAreaRight" fmla="*/ 5760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8" name="Google Shape;731;p24"/>
                <p:cNvSpPr/>
                <p:nvPr/>
              </p:nvSpPr>
              <p:spPr>
                <a:xfrm>
                  <a:off x="8655480" y="309960"/>
                  <a:ext cx="57240" cy="57240"/>
                </a:xfrm>
                <a:custGeom>
                  <a:avLst/>
                  <a:gdLst>
                    <a:gd name="textAreaLeft" fmla="*/ 0 w 57240"/>
                    <a:gd name="textAreaRight" fmla="*/ 5760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529" name="Google Shape;732;p24"/>
            <p:cNvGrpSpPr/>
            <p:nvPr/>
          </p:nvGrpSpPr>
          <p:grpSpPr>
            <a:xfrm>
              <a:off x="8207280" y="495720"/>
              <a:ext cx="652680" cy="336960"/>
              <a:chOff x="8207280" y="495720"/>
              <a:chExt cx="652680" cy="336960"/>
            </a:xfrm>
          </p:grpSpPr>
          <p:sp>
            <p:nvSpPr>
              <p:cNvPr id="530" name="Google Shape;733;p24"/>
              <p:cNvSpPr/>
              <p:nvPr/>
            </p:nvSpPr>
            <p:spPr>
              <a:xfrm>
                <a:off x="8207280" y="508320"/>
                <a:ext cx="302760" cy="302400"/>
              </a:xfrm>
              <a:custGeom>
                <a:avLst/>
                <a:gdLst>
                  <a:gd name="textAreaLeft" fmla="*/ 0 w 302760"/>
                  <a:gd name="textAreaRight" fmla="*/ 303120 w 302760"/>
                  <a:gd name="textAreaTop" fmla="*/ 0 h 302400"/>
                  <a:gd name="textAreaBottom" fmla="*/ 302760 h 302400"/>
                </a:gdLst>
                <a:ahLst/>
                <a:cxnLst/>
                <a:rect l="textAreaLeft" t="textAreaTop" r="textAreaRight" b="textAreaBottom"/>
                <a:pathLst>
                  <a:path w="218503" h="218217">
                    <a:moveTo>
                      <a:pt x="216598" y="129540"/>
                    </a:moveTo>
                    <a:cubicBezTo>
                      <a:pt x="217837" y="122968"/>
                      <a:pt x="218504" y="116110"/>
                      <a:pt x="218504" y="109156"/>
                    </a:cubicBezTo>
                    <a:cubicBezTo>
                      <a:pt x="218504" y="102203"/>
                      <a:pt x="217837" y="95440"/>
                      <a:pt x="216598" y="88773"/>
                    </a:cubicBezTo>
                    <a:lnTo>
                      <a:pt x="181261" y="88773"/>
                    </a:lnTo>
                    <a:cubicBezTo>
                      <a:pt x="179641" y="83058"/>
                      <a:pt x="177451" y="77724"/>
                      <a:pt x="174593" y="72676"/>
                    </a:cubicBezTo>
                    <a:lnTo>
                      <a:pt x="199549" y="47720"/>
                    </a:lnTo>
                    <a:cubicBezTo>
                      <a:pt x="191834" y="36385"/>
                      <a:pt x="182118" y="26670"/>
                      <a:pt x="170783" y="18955"/>
                    </a:cubicBezTo>
                    <a:lnTo>
                      <a:pt x="145732" y="44005"/>
                    </a:lnTo>
                    <a:cubicBezTo>
                      <a:pt x="140684" y="41148"/>
                      <a:pt x="135255" y="38957"/>
                      <a:pt x="129635" y="37338"/>
                    </a:cubicBezTo>
                    <a:lnTo>
                      <a:pt x="129635" y="1905"/>
                    </a:lnTo>
                    <a:cubicBezTo>
                      <a:pt x="123063" y="667"/>
                      <a:pt x="116205" y="0"/>
                      <a:pt x="109252" y="0"/>
                    </a:cubicBezTo>
                    <a:cubicBezTo>
                      <a:pt x="102298" y="0"/>
                      <a:pt x="95536" y="667"/>
                      <a:pt x="88868" y="1905"/>
                    </a:cubicBezTo>
                    <a:lnTo>
                      <a:pt x="88868" y="37338"/>
                    </a:lnTo>
                    <a:cubicBezTo>
                      <a:pt x="83154" y="38957"/>
                      <a:pt x="77819" y="41148"/>
                      <a:pt x="72771" y="44005"/>
                    </a:cubicBezTo>
                    <a:lnTo>
                      <a:pt x="47720" y="18955"/>
                    </a:lnTo>
                    <a:cubicBezTo>
                      <a:pt x="36386" y="26670"/>
                      <a:pt x="26670" y="36481"/>
                      <a:pt x="18955" y="47720"/>
                    </a:cubicBezTo>
                    <a:lnTo>
                      <a:pt x="43910" y="72676"/>
                    </a:lnTo>
                    <a:cubicBezTo>
                      <a:pt x="41053" y="77724"/>
                      <a:pt x="38862" y="83153"/>
                      <a:pt x="37243" y="88773"/>
                    </a:cubicBezTo>
                    <a:lnTo>
                      <a:pt x="1905" y="88773"/>
                    </a:lnTo>
                    <a:cubicBezTo>
                      <a:pt x="667" y="95345"/>
                      <a:pt x="0" y="102203"/>
                      <a:pt x="0" y="109156"/>
                    </a:cubicBezTo>
                    <a:cubicBezTo>
                      <a:pt x="0" y="116110"/>
                      <a:pt x="667" y="122873"/>
                      <a:pt x="1905" y="129540"/>
                    </a:cubicBezTo>
                    <a:lnTo>
                      <a:pt x="37243" y="129540"/>
                    </a:lnTo>
                    <a:cubicBezTo>
                      <a:pt x="38862" y="135255"/>
                      <a:pt x="41053" y="140589"/>
                      <a:pt x="43910" y="145637"/>
                    </a:cubicBezTo>
                    <a:lnTo>
                      <a:pt x="18955" y="170593"/>
                    </a:lnTo>
                    <a:cubicBezTo>
                      <a:pt x="26670" y="181928"/>
                      <a:pt x="36386" y="191643"/>
                      <a:pt x="47720" y="199358"/>
                    </a:cubicBezTo>
                    <a:lnTo>
                      <a:pt x="72771" y="174308"/>
                    </a:lnTo>
                    <a:cubicBezTo>
                      <a:pt x="77819" y="177165"/>
                      <a:pt x="83248" y="179356"/>
                      <a:pt x="88868" y="180975"/>
                    </a:cubicBezTo>
                    <a:lnTo>
                      <a:pt x="88868" y="216313"/>
                    </a:lnTo>
                    <a:cubicBezTo>
                      <a:pt x="95441" y="217551"/>
                      <a:pt x="102298" y="218218"/>
                      <a:pt x="109252" y="218218"/>
                    </a:cubicBezTo>
                    <a:cubicBezTo>
                      <a:pt x="116205" y="218218"/>
                      <a:pt x="122968" y="217551"/>
                      <a:pt x="129635" y="216313"/>
                    </a:cubicBezTo>
                    <a:lnTo>
                      <a:pt x="129635" y="180975"/>
                    </a:lnTo>
                    <a:cubicBezTo>
                      <a:pt x="135350" y="179356"/>
                      <a:pt x="140684" y="177070"/>
                      <a:pt x="145732" y="174308"/>
                    </a:cubicBezTo>
                    <a:lnTo>
                      <a:pt x="170783" y="199358"/>
                    </a:lnTo>
                    <a:cubicBezTo>
                      <a:pt x="182118" y="191643"/>
                      <a:pt x="191834" y="181928"/>
                      <a:pt x="199549" y="170593"/>
                    </a:cubicBezTo>
                    <a:lnTo>
                      <a:pt x="174593" y="145542"/>
                    </a:lnTo>
                    <a:cubicBezTo>
                      <a:pt x="177451" y="140494"/>
                      <a:pt x="179641" y="135064"/>
                      <a:pt x="181261" y="129445"/>
                    </a:cubicBezTo>
                    <a:lnTo>
                      <a:pt x="216598" y="129445"/>
                    </a:lnTo>
                    <a:close/>
                    <a:moveTo>
                      <a:pt x="109252" y="131255"/>
                    </a:moveTo>
                    <a:cubicBezTo>
                      <a:pt x="97060" y="131255"/>
                      <a:pt x="87249" y="121349"/>
                      <a:pt x="87249" y="109252"/>
                    </a:cubicBezTo>
                    <a:cubicBezTo>
                      <a:pt x="87249" y="97155"/>
                      <a:pt x="97155" y="87249"/>
                      <a:pt x="109252" y="87249"/>
                    </a:cubicBezTo>
                    <a:cubicBezTo>
                      <a:pt x="121348" y="87249"/>
                      <a:pt x="131255" y="97155"/>
                      <a:pt x="131255" y="109252"/>
                    </a:cubicBezTo>
                    <a:cubicBezTo>
                      <a:pt x="131255" y="121349"/>
                      <a:pt x="121348" y="131255"/>
                      <a:pt x="109252" y="13125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531" name="Google Shape;734;p24"/>
              <p:cNvGrpSpPr/>
              <p:nvPr/>
            </p:nvGrpSpPr>
            <p:grpSpPr>
              <a:xfrm>
                <a:off x="8563320" y="495720"/>
                <a:ext cx="296640" cy="336960"/>
                <a:chOff x="8563320" y="495720"/>
                <a:chExt cx="296640" cy="336960"/>
              </a:xfrm>
            </p:grpSpPr>
            <p:grpSp>
              <p:nvGrpSpPr>
                <p:cNvPr id="532" name="Google Shape;735;p24"/>
                <p:cNvGrpSpPr/>
                <p:nvPr/>
              </p:nvGrpSpPr>
              <p:grpSpPr>
                <a:xfrm>
                  <a:off x="8563320" y="704880"/>
                  <a:ext cx="296640" cy="127800"/>
                  <a:chOff x="8563320" y="704880"/>
                  <a:chExt cx="296640" cy="127800"/>
                </a:xfrm>
              </p:grpSpPr>
              <p:sp>
                <p:nvSpPr>
                  <p:cNvPr id="533" name="Google Shape;736;p24"/>
                  <p:cNvSpPr/>
                  <p:nvPr/>
                </p:nvSpPr>
                <p:spPr>
                  <a:xfrm>
                    <a:off x="8563320" y="731880"/>
                    <a:ext cx="296640" cy="100800"/>
                  </a:xfrm>
                  <a:custGeom>
                    <a:avLst/>
                    <a:gdLst>
                      <a:gd name="textAreaLeft" fmla="*/ 0 w 296640"/>
                      <a:gd name="textAreaRight" fmla="*/ 29700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4" name="Google Shape;737;p24"/>
                  <p:cNvSpPr/>
                  <p:nvPr/>
                </p:nvSpPr>
                <p:spPr>
                  <a:xfrm>
                    <a:off x="8563320" y="704880"/>
                    <a:ext cx="296640" cy="53640"/>
                  </a:xfrm>
                  <a:custGeom>
                    <a:avLst/>
                    <a:gdLst>
                      <a:gd name="textAreaLeft" fmla="*/ 0 w 296640"/>
                      <a:gd name="textAreaRight" fmla="*/ 29700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35" name="Google Shape;738;p24"/>
                <p:cNvGrpSpPr/>
                <p:nvPr/>
              </p:nvGrpSpPr>
              <p:grpSpPr>
                <a:xfrm>
                  <a:off x="8563320" y="600480"/>
                  <a:ext cx="296640" cy="127800"/>
                  <a:chOff x="8563320" y="600480"/>
                  <a:chExt cx="296640" cy="127800"/>
                </a:xfrm>
              </p:grpSpPr>
              <p:sp>
                <p:nvSpPr>
                  <p:cNvPr id="536" name="Google Shape;739;p24"/>
                  <p:cNvSpPr/>
                  <p:nvPr/>
                </p:nvSpPr>
                <p:spPr>
                  <a:xfrm>
                    <a:off x="8563320" y="627480"/>
                    <a:ext cx="296640" cy="100800"/>
                  </a:xfrm>
                  <a:custGeom>
                    <a:avLst/>
                    <a:gdLst>
                      <a:gd name="textAreaLeft" fmla="*/ 0 w 296640"/>
                      <a:gd name="textAreaRight" fmla="*/ 29700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7" name="Google Shape;740;p24"/>
                  <p:cNvSpPr/>
                  <p:nvPr/>
                </p:nvSpPr>
                <p:spPr>
                  <a:xfrm>
                    <a:off x="8563320" y="600480"/>
                    <a:ext cx="296640" cy="53640"/>
                  </a:xfrm>
                  <a:custGeom>
                    <a:avLst/>
                    <a:gdLst>
                      <a:gd name="textAreaLeft" fmla="*/ 0 w 296640"/>
                      <a:gd name="textAreaRight" fmla="*/ 29700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38" name="Google Shape;741;p24"/>
                <p:cNvGrpSpPr/>
                <p:nvPr/>
              </p:nvGrpSpPr>
              <p:grpSpPr>
                <a:xfrm>
                  <a:off x="8563320" y="495720"/>
                  <a:ext cx="296640" cy="127800"/>
                  <a:chOff x="8563320" y="495720"/>
                  <a:chExt cx="296640" cy="127800"/>
                </a:xfrm>
              </p:grpSpPr>
              <p:sp>
                <p:nvSpPr>
                  <p:cNvPr id="539" name="Google Shape;742;p24"/>
                  <p:cNvSpPr/>
                  <p:nvPr/>
                </p:nvSpPr>
                <p:spPr>
                  <a:xfrm>
                    <a:off x="8563320" y="522720"/>
                    <a:ext cx="296640" cy="100800"/>
                  </a:xfrm>
                  <a:custGeom>
                    <a:avLst/>
                    <a:gdLst>
                      <a:gd name="textAreaLeft" fmla="*/ 0 w 296640"/>
                      <a:gd name="textAreaRight" fmla="*/ 29700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8"/>
                          <a:pt x="47911" y="72866"/>
                          <a:pt x="106966" y="72866"/>
                        </a:cubicBezTo>
                        <a:cubicBezTo>
                          <a:pt x="166021" y="72866"/>
                          <a:pt x="213932" y="64198"/>
                          <a:pt x="213932" y="53435"/>
                        </a:cubicBezTo>
                        <a:lnTo>
                          <a:pt x="213932" y="0"/>
                        </a:ln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40" name="Google Shape;743;p24"/>
                  <p:cNvSpPr/>
                  <p:nvPr/>
                </p:nvSpPr>
                <p:spPr>
                  <a:xfrm>
                    <a:off x="8563320" y="495720"/>
                    <a:ext cx="296640" cy="53640"/>
                  </a:xfrm>
                  <a:custGeom>
                    <a:avLst/>
                    <a:gdLst>
                      <a:gd name="textAreaLeft" fmla="*/ 0 w 296640"/>
                      <a:gd name="textAreaRight" fmla="*/ 29700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sp>
        <p:nvSpPr>
          <p:cNvPr id="541"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542" name="PlaceHolder 2"/>
          <p:cNvSpPr>
            <a:spLocks noGrp="1"/>
          </p:cNvSpPr>
          <p:nvPr>
            <p:ph type="body"/>
          </p:nvPr>
        </p:nvSpPr>
        <p:spPr>
          <a:xfrm>
            <a:off x="720000" y="1215720"/>
            <a:ext cx="7703640" cy="341604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sp>
        <p:nvSpPr>
          <p:cNvPr id="543" name="Google Shape;23;p4"/>
          <p:cNvSpPr/>
          <p:nvPr/>
        </p:nvSpPr>
        <p:spPr>
          <a:xfrm rot="17584800" flipH="1">
            <a:off x="-1798920" y="-1029240"/>
            <a:ext cx="3158280" cy="2509560"/>
          </a:xfrm>
          <a:custGeom>
            <a:avLst/>
            <a:gdLst>
              <a:gd name="textAreaLeft" fmla="*/ 360 w 3158280"/>
              <a:gd name="textAreaRight" fmla="*/ 3159000 w 3158280"/>
              <a:gd name="textAreaTop" fmla="*/ 0 h 2509560"/>
              <a:gd name="textAreaBottom" fmla="*/ 2509920 h 250956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4" name="Google Shape;24;p4"/>
          <p:cNvSpPr/>
          <p:nvPr/>
        </p:nvSpPr>
        <p:spPr>
          <a:xfrm flipH="1">
            <a:off x="8355960" y="2667240"/>
            <a:ext cx="733680" cy="45000"/>
          </a:xfrm>
          <a:custGeom>
            <a:avLst/>
            <a:gdLst>
              <a:gd name="textAreaLeft" fmla="*/ 360 w 733680"/>
              <a:gd name="textAreaRight" fmla="*/ 734400 w 733680"/>
              <a:gd name="textAreaTop" fmla="*/ 0 h 45000"/>
              <a:gd name="textAreaBottom" fmla="*/ 45360 h 45000"/>
            </a:gdLst>
            <a:ahLst/>
            <a:cxnLst/>
            <a:rect l="textAreaLeft" t="textAreaTop" r="textAreaRight" b="textAreaBottom"/>
            <a:pathLst>
              <a:path w="824770" h="50863">
                <a:moveTo>
                  <a:pt x="799338" y="50863"/>
                </a:moveTo>
                <a:lnTo>
                  <a:pt x="25432" y="50863"/>
                </a:lnTo>
                <a:cubicBezTo>
                  <a:pt x="11430" y="50863"/>
                  <a:pt x="0" y="39433"/>
                  <a:pt x="0" y="25432"/>
                </a:cubicBezTo>
                <a:lnTo>
                  <a:pt x="0" y="25432"/>
                </a:lnTo>
                <a:cubicBezTo>
                  <a:pt x="0" y="11430"/>
                  <a:pt x="11430" y="0"/>
                  <a:pt x="25432" y="0"/>
                </a:cubicBezTo>
                <a:lnTo>
                  <a:pt x="799338" y="0"/>
                </a:lnTo>
                <a:cubicBezTo>
                  <a:pt x="813339" y="0"/>
                  <a:pt x="824770" y="11430"/>
                  <a:pt x="824770" y="25432"/>
                </a:cubicBezTo>
                <a:lnTo>
                  <a:pt x="824770" y="25432"/>
                </a:lnTo>
                <a:cubicBezTo>
                  <a:pt x="824770" y="39433"/>
                  <a:pt x="813339" y="50863"/>
                  <a:pt x="799338" y="50863"/>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45" name="Google Shape;25;p4"/>
          <p:cNvGrpSpPr/>
          <p:nvPr/>
        </p:nvGrpSpPr>
        <p:grpSpPr>
          <a:xfrm>
            <a:off x="8379000" y="1729800"/>
            <a:ext cx="669960" cy="959400"/>
            <a:chOff x="8379000" y="1729800"/>
            <a:chExt cx="669960" cy="959400"/>
          </a:xfrm>
        </p:grpSpPr>
        <p:grpSp>
          <p:nvGrpSpPr>
            <p:cNvPr id="546" name="Google Shape;26;p4"/>
            <p:cNvGrpSpPr/>
            <p:nvPr/>
          </p:nvGrpSpPr>
          <p:grpSpPr>
            <a:xfrm>
              <a:off x="8491680" y="1729800"/>
              <a:ext cx="557280" cy="959400"/>
              <a:chOff x="8491680" y="1729800"/>
              <a:chExt cx="557280" cy="959400"/>
            </a:xfrm>
          </p:grpSpPr>
          <p:grpSp>
            <p:nvGrpSpPr>
              <p:cNvPr id="547" name="Google Shape;27;p4"/>
              <p:cNvGrpSpPr/>
              <p:nvPr/>
            </p:nvGrpSpPr>
            <p:grpSpPr>
              <a:xfrm>
                <a:off x="8491680" y="1872000"/>
                <a:ext cx="215280" cy="817200"/>
                <a:chOff x="8491680" y="1872000"/>
                <a:chExt cx="215280" cy="817200"/>
              </a:xfrm>
            </p:grpSpPr>
            <p:sp>
              <p:nvSpPr>
                <p:cNvPr id="548" name="Google Shape;28;p4"/>
                <p:cNvSpPr/>
                <p:nvPr/>
              </p:nvSpPr>
              <p:spPr>
                <a:xfrm rot="447600" flipH="1">
                  <a:off x="8543520" y="1875600"/>
                  <a:ext cx="111240" cy="809640"/>
                </a:xfrm>
                <a:custGeom>
                  <a:avLst/>
                  <a:gdLst>
                    <a:gd name="textAreaLeft" fmla="*/ -360 w 111240"/>
                    <a:gd name="textAreaRight" fmla="*/ 111240 w 111240"/>
                    <a:gd name="textAreaTop" fmla="*/ 0 h 809640"/>
                    <a:gd name="textAreaBottom" fmla="*/ 810000 h 809640"/>
                  </a:gdLst>
                  <a:ahLst/>
                  <a:cxnLst/>
                  <a:rect l="textAreaLeft" t="textAreaTop" r="textAreaRight" b="textAreaBottom"/>
                  <a:pathLst>
                    <a:path w="125444" h="909637">
                      <a:moveTo>
                        <a:pt x="0" y="0"/>
                      </a:moveTo>
                      <a:lnTo>
                        <a:pt x="125445" y="0"/>
                      </a:lnTo>
                      <a:lnTo>
                        <a:pt x="125445" y="909637"/>
                      </a:lnTo>
                      <a:lnTo>
                        <a:pt x="0" y="909637"/>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9" name="Google Shape;29;p4"/>
                <p:cNvSpPr/>
                <p:nvPr/>
              </p:nvSpPr>
              <p:spPr>
                <a:xfrm flipH="1">
                  <a:off x="8625960" y="1911960"/>
                  <a:ext cx="37080" cy="37080"/>
                </a:xfrm>
                <a:custGeom>
                  <a:avLst/>
                  <a:gdLst>
                    <a:gd name="textAreaLeft" fmla="*/ -360 w 37080"/>
                    <a:gd name="textAreaRight" fmla="*/ 37080 w 37080"/>
                    <a:gd name="textAreaTop" fmla="*/ 0 h 37080"/>
                    <a:gd name="textAreaBottom" fmla="*/ 37440 h 37080"/>
                  </a:gdLst>
                  <a:ahLst/>
                  <a:cxnLst/>
                  <a:rect l="textAreaLeft" t="textAreaTop" r="textAreaRight" b="textAreaBottom"/>
                  <a:pathLst>
                    <a:path w="42088" h="42088">
                      <a:moveTo>
                        <a:pt x="41904" y="18282"/>
                      </a:moveTo>
                      <a:cubicBezTo>
                        <a:pt x="43428" y="29807"/>
                        <a:pt x="35331" y="40380"/>
                        <a:pt x="23806" y="41904"/>
                      </a:cubicBezTo>
                      <a:cubicBezTo>
                        <a:pt x="12281" y="43428"/>
                        <a:pt x="1709" y="35332"/>
                        <a:pt x="184" y="23806"/>
                      </a:cubicBezTo>
                      <a:cubicBezTo>
                        <a:pt x="-1340" y="12281"/>
                        <a:pt x="6756" y="1708"/>
                        <a:pt x="18282" y="184"/>
                      </a:cubicBezTo>
                      <a:cubicBezTo>
                        <a:pt x="29807" y="-1340"/>
                        <a:pt x="40380" y="6757"/>
                        <a:pt x="41904" y="18282"/>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8720" bIns="18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50" name="Google Shape;30;p4"/>
                <p:cNvSpPr/>
                <p:nvPr/>
              </p:nvSpPr>
              <p:spPr>
                <a:xfrm flipH="1">
                  <a:off x="8618040" y="1971720"/>
                  <a:ext cx="37080" cy="37080"/>
                </a:xfrm>
                <a:custGeom>
                  <a:avLst/>
                  <a:gdLst>
                    <a:gd name="textAreaLeft" fmla="*/ -360 w 37080"/>
                    <a:gd name="textAreaRight" fmla="*/ 37080 w 37080"/>
                    <a:gd name="textAreaTop" fmla="*/ 0 h 37080"/>
                    <a:gd name="textAreaBottom" fmla="*/ 37440 h 37080"/>
                  </a:gdLst>
                  <a:ahLst/>
                  <a:cxnLst/>
                  <a:rect l="textAreaLeft" t="textAreaTop" r="textAreaRight" b="textAreaBottom"/>
                  <a:pathLst>
                    <a:path w="42087" h="42087">
                      <a:moveTo>
                        <a:pt x="41904" y="18282"/>
                      </a:moveTo>
                      <a:cubicBezTo>
                        <a:pt x="43427" y="29807"/>
                        <a:pt x="35331" y="40380"/>
                        <a:pt x="23806" y="41904"/>
                      </a:cubicBezTo>
                      <a:cubicBezTo>
                        <a:pt x="12280" y="43428"/>
                        <a:pt x="1708" y="35332"/>
                        <a:pt x="184" y="23806"/>
                      </a:cubicBezTo>
                      <a:cubicBezTo>
                        <a:pt x="-1340" y="12281"/>
                        <a:pt x="6756" y="1708"/>
                        <a:pt x="18281" y="184"/>
                      </a:cubicBezTo>
                      <a:cubicBezTo>
                        <a:pt x="29807" y="-1340"/>
                        <a:pt x="40380" y="6757"/>
                        <a:pt x="41904" y="18282"/>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8720" bIns="18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51" name="Google Shape;31;p4"/>
                <p:cNvGrpSpPr/>
                <p:nvPr/>
              </p:nvGrpSpPr>
              <p:grpSpPr>
                <a:xfrm>
                  <a:off x="8519760" y="2495160"/>
                  <a:ext cx="88560" cy="101880"/>
                  <a:chOff x="8519760" y="2495160"/>
                  <a:chExt cx="88560" cy="101880"/>
                </a:xfrm>
              </p:grpSpPr>
              <p:sp>
                <p:nvSpPr>
                  <p:cNvPr id="552" name="Google Shape;32;p4"/>
                  <p:cNvSpPr/>
                  <p:nvPr/>
                </p:nvSpPr>
                <p:spPr>
                  <a:xfrm rot="447600" flipH="1">
                    <a:off x="8529480" y="2499840"/>
                    <a:ext cx="77760" cy="12960"/>
                  </a:xfrm>
                  <a:custGeom>
                    <a:avLst/>
                    <a:gdLst>
                      <a:gd name="textAreaLeft" fmla="*/ 360 w 77760"/>
                      <a:gd name="textAreaRight" fmla="*/ 78480 w 77760"/>
                      <a:gd name="textAreaTop" fmla="*/ 0 h 12960"/>
                      <a:gd name="textAreaBottom" fmla="*/ 13320 h 12960"/>
                    </a:gdLst>
                    <a:ahLst/>
                    <a:cxnLst/>
                    <a:rect l="textAreaLeft" t="textAreaTop" r="textAreaRight" b="textAreaBottom"/>
                    <a:pathLst>
                      <a:path w="87915" h="15049">
                        <a:moveTo>
                          <a:pt x="0" y="0"/>
                        </a:moveTo>
                        <a:lnTo>
                          <a:pt x="87916" y="0"/>
                        </a:lnTo>
                        <a:lnTo>
                          <a:pt x="87916" y="15049"/>
                        </a:lnTo>
                        <a:lnTo>
                          <a:pt x="0" y="15049"/>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53" name="Google Shape;33;p4"/>
                  <p:cNvSpPr/>
                  <p:nvPr/>
                </p:nvSpPr>
                <p:spPr>
                  <a:xfrm rot="447600" flipH="1">
                    <a:off x="8525880" y="2525400"/>
                    <a:ext cx="77760" cy="12960"/>
                  </a:xfrm>
                  <a:custGeom>
                    <a:avLst/>
                    <a:gdLst>
                      <a:gd name="textAreaLeft" fmla="*/ 360 w 77760"/>
                      <a:gd name="textAreaRight" fmla="*/ 78480 w 77760"/>
                      <a:gd name="textAreaTop" fmla="*/ 0 h 12960"/>
                      <a:gd name="textAreaBottom" fmla="*/ 13320 h 12960"/>
                    </a:gdLst>
                    <a:ahLst/>
                    <a:cxnLst/>
                    <a:rect l="textAreaLeft" t="textAreaTop" r="textAreaRight" b="textAreaBottom"/>
                    <a:pathLst>
                      <a:path w="87915" h="15049">
                        <a:moveTo>
                          <a:pt x="0" y="0"/>
                        </a:moveTo>
                        <a:lnTo>
                          <a:pt x="87916" y="0"/>
                        </a:lnTo>
                        <a:lnTo>
                          <a:pt x="87916" y="15050"/>
                        </a:lnTo>
                        <a:lnTo>
                          <a:pt x="0" y="1505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54" name="Google Shape;34;p4"/>
                  <p:cNvSpPr/>
                  <p:nvPr/>
                </p:nvSpPr>
                <p:spPr>
                  <a:xfrm rot="447600" flipH="1">
                    <a:off x="8523000" y="2552760"/>
                    <a:ext cx="77760" cy="12960"/>
                  </a:xfrm>
                  <a:custGeom>
                    <a:avLst/>
                    <a:gdLst>
                      <a:gd name="textAreaLeft" fmla="*/ 360 w 77760"/>
                      <a:gd name="textAreaRight" fmla="*/ 78480 w 77760"/>
                      <a:gd name="textAreaTop" fmla="*/ 0 h 12960"/>
                      <a:gd name="textAreaBottom" fmla="*/ 13320 h 12960"/>
                    </a:gdLst>
                    <a:ahLst/>
                    <a:cxnLst/>
                    <a:rect l="textAreaLeft" t="textAreaTop" r="textAreaRight" b="textAreaBottom"/>
                    <a:pathLst>
                      <a:path w="87915" h="15049">
                        <a:moveTo>
                          <a:pt x="0" y="0"/>
                        </a:moveTo>
                        <a:lnTo>
                          <a:pt x="87916" y="0"/>
                        </a:lnTo>
                        <a:lnTo>
                          <a:pt x="87916" y="15050"/>
                        </a:lnTo>
                        <a:lnTo>
                          <a:pt x="0" y="1505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55" name="Google Shape;35;p4"/>
                  <p:cNvSpPr/>
                  <p:nvPr/>
                </p:nvSpPr>
                <p:spPr>
                  <a:xfrm rot="447600" flipH="1">
                    <a:off x="8519760" y="2578680"/>
                    <a:ext cx="77760" cy="12960"/>
                  </a:xfrm>
                  <a:custGeom>
                    <a:avLst/>
                    <a:gdLst>
                      <a:gd name="textAreaLeft" fmla="*/ 360 w 77760"/>
                      <a:gd name="textAreaRight" fmla="*/ 78480 w 77760"/>
                      <a:gd name="textAreaTop" fmla="*/ 0 h 12960"/>
                      <a:gd name="textAreaBottom" fmla="*/ 13320 h 12960"/>
                    </a:gdLst>
                    <a:ahLst/>
                    <a:cxnLst/>
                    <a:rect l="textAreaLeft" t="textAreaTop" r="textAreaRight" b="textAreaBottom"/>
                    <a:pathLst>
                      <a:path w="87915" h="15049">
                        <a:moveTo>
                          <a:pt x="0" y="0"/>
                        </a:moveTo>
                        <a:lnTo>
                          <a:pt x="87915" y="0"/>
                        </a:lnTo>
                        <a:lnTo>
                          <a:pt x="87915" y="15050"/>
                        </a:lnTo>
                        <a:lnTo>
                          <a:pt x="0" y="1505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556" name="Google Shape;36;p4"/>
              <p:cNvGrpSpPr/>
              <p:nvPr/>
            </p:nvGrpSpPr>
            <p:grpSpPr>
              <a:xfrm>
                <a:off x="8667720" y="1729800"/>
                <a:ext cx="204120" cy="957240"/>
                <a:chOff x="8667720" y="1729800"/>
                <a:chExt cx="204120" cy="957240"/>
              </a:xfrm>
            </p:grpSpPr>
            <p:sp>
              <p:nvSpPr>
                <p:cNvPr id="557" name="Google Shape;37;p4"/>
                <p:cNvSpPr/>
                <p:nvPr/>
              </p:nvSpPr>
              <p:spPr>
                <a:xfrm rot="172200" flipH="1">
                  <a:off x="8691120" y="1733040"/>
                  <a:ext cx="156240" cy="950400"/>
                </a:xfrm>
                <a:custGeom>
                  <a:avLst/>
                  <a:gdLst>
                    <a:gd name="textAreaLeft" fmla="*/ 360 w 156240"/>
                    <a:gd name="textAreaRight" fmla="*/ 156960 w 156240"/>
                    <a:gd name="textAreaTop" fmla="*/ 0 h 950400"/>
                    <a:gd name="textAreaBottom" fmla="*/ 950760 h 950400"/>
                  </a:gdLst>
                  <a:ahLst/>
                  <a:cxnLst/>
                  <a:rect l="textAreaLeft" t="textAreaTop" r="textAreaRight" b="textAreaBottom"/>
                  <a:pathLst>
                    <a:path w="176117" h="1069848">
                      <a:moveTo>
                        <a:pt x="0" y="0"/>
                      </a:moveTo>
                      <a:lnTo>
                        <a:pt x="176117" y="0"/>
                      </a:lnTo>
                      <a:lnTo>
                        <a:pt x="176117" y="1069848"/>
                      </a:lnTo>
                      <a:lnTo>
                        <a:pt x="0" y="1069848"/>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8" name="Google Shape;38;p4"/>
                <p:cNvSpPr/>
                <p:nvPr/>
              </p:nvSpPr>
              <p:spPr>
                <a:xfrm flipH="1">
                  <a:off x="8732520" y="2134080"/>
                  <a:ext cx="77760" cy="77760"/>
                </a:xfrm>
                <a:custGeom>
                  <a:avLst/>
                  <a:gdLst>
                    <a:gd name="textAreaLeft" fmla="*/ 360 w 77760"/>
                    <a:gd name="textAreaRight" fmla="*/ 78480 w 77760"/>
                    <a:gd name="textAreaTop" fmla="*/ 0 h 77760"/>
                    <a:gd name="textAreaBottom" fmla="*/ 78120 h 77760"/>
                  </a:gdLst>
                  <a:ahLst/>
                  <a:cxnLst/>
                  <a:rect l="textAreaLeft" t="textAreaTop" r="textAreaRight" b="textAreaBottom"/>
                  <a:pathLst>
                    <a:path w="87629" h="87630">
                      <a:moveTo>
                        <a:pt x="87630" y="43815"/>
                      </a:moveTo>
                      <a:cubicBezTo>
                        <a:pt x="87630" y="68013"/>
                        <a:pt x="68014" y="87630"/>
                        <a:pt x="43815" y="87630"/>
                      </a:cubicBezTo>
                      <a:cubicBezTo>
                        <a:pt x="19617" y="87630"/>
                        <a:pt x="1" y="68014"/>
                        <a:pt x="1" y="43815"/>
                      </a:cubicBezTo>
                      <a:cubicBezTo>
                        <a:pt x="1" y="19617"/>
                        <a:pt x="19617" y="0"/>
                        <a:pt x="43815" y="0"/>
                      </a:cubicBezTo>
                      <a:cubicBezTo>
                        <a:pt x="68014" y="0"/>
                        <a:pt x="87630" y="19616"/>
                        <a:pt x="87630" y="43815"/>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59" name="Google Shape;39;p4"/>
                <p:cNvGrpSpPr/>
                <p:nvPr/>
              </p:nvGrpSpPr>
              <p:grpSpPr>
                <a:xfrm>
                  <a:off x="8726400" y="2007000"/>
                  <a:ext cx="103680" cy="43920"/>
                  <a:chOff x="8726400" y="2007000"/>
                  <a:chExt cx="103680" cy="43920"/>
                </a:xfrm>
              </p:grpSpPr>
              <p:sp>
                <p:nvSpPr>
                  <p:cNvPr id="560" name="Google Shape;40;p4"/>
                  <p:cNvSpPr/>
                  <p:nvPr/>
                </p:nvSpPr>
                <p:spPr>
                  <a:xfrm rot="172200" flipH="1">
                    <a:off x="8727840" y="2009160"/>
                    <a:ext cx="101520" cy="12960"/>
                  </a:xfrm>
                  <a:custGeom>
                    <a:avLst/>
                    <a:gdLst>
                      <a:gd name="textAreaLeft" fmla="*/ 360 w 101520"/>
                      <a:gd name="textAreaRight" fmla="*/ 102240 w 101520"/>
                      <a:gd name="textAreaTop" fmla="*/ 0 h 12960"/>
                      <a:gd name="textAreaBottom" fmla="*/ 13320 h 12960"/>
                    </a:gdLst>
                    <a:ahLst/>
                    <a:cxnLst/>
                    <a:rect l="textAreaLeft" t="textAreaTop" r="textAreaRight" b="textAreaBottom"/>
                    <a:pathLst>
                      <a:path w="114490" h="14954">
                        <a:moveTo>
                          <a:pt x="0" y="0"/>
                        </a:moveTo>
                        <a:lnTo>
                          <a:pt x="114490" y="0"/>
                        </a:lnTo>
                        <a:lnTo>
                          <a:pt x="114490" y="14954"/>
                        </a:lnTo>
                        <a:lnTo>
                          <a:pt x="0" y="1495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1" name="Google Shape;41;p4"/>
                  <p:cNvSpPr/>
                  <p:nvPr/>
                </p:nvSpPr>
                <p:spPr>
                  <a:xfrm rot="172200" flipH="1">
                    <a:off x="8726400" y="2035080"/>
                    <a:ext cx="101520" cy="12960"/>
                  </a:xfrm>
                  <a:custGeom>
                    <a:avLst/>
                    <a:gdLst>
                      <a:gd name="textAreaLeft" fmla="*/ 360 w 101520"/>
                      <a:gd name="textAreaRight" fmla="*/ 102240 w 101520"/>
                      <a:gd name="textAreaTop" fmla="*/ 0 h 12960"/>
                      <a:gd name="textAreaBottom" fmla="*/ 13320 h 12960"/>
                    </a:gdLst>
                    <a:ahLst/>
                    <a:cxnLst/>
                    <a:rect l="textAreaLeft" t="textAreaTop" r="textAreaRight" b="textAreaBottom"/>
                    <a:pathLst>
                      <a:path w="114490" h="14954">
                        <a:moveTo>
                          <a:pt x="0" y="0"/>
                        </a:moveTo>
                        <a:lnTo>
                          <a:pt x="114491" y="0"/>
                        </a:lnTo>
                        <a:lnTo>
                          <a:pt x="114491" y="14954"/>
                        </a:lnTo>
                        <a:lnTo>
                          <a:pt x="0" y="1495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562" name="Google Shape;42;p4"/>
                <p:cNvGrpSpPr/>
                <p:nvPr/>
              </p:nvGrpSpPr>
              <p:grpSpPr>
                <a:xfrm>
                  <a:off x="8708760" y="2359800"/>
                  <a:ext cx="103680" cy="43920"/>
                  <a:chOff x="8708760" y="2359800"/>
                  <a:chExt cx="103680" cy="43920"/>
                </a:xfrm>
              </p:grpSpPr>
              <p:sp>
                <p:nvSpPr>
                  <p:cNvPr id="563" name="Google Shape;43;p4"/>
                  <p:cNvSpPr/>
                  <p:nvPr/>
                </p:nvSpPr>
                <p:spPr>
                  <a:xfrm rot="172200" flipH="1">
                    <a:off x="8710200" y="2361960"/>
                    <a:ext cx="101520" cy="12960"/>
                  </a:xfrm>
                  <a:custGeom>
                    <a:avLst/>
                    <a:gdLst>
                      <a:gd name="textAreaLeft" fmla="*/ 360 w 101520"/>
                      <a:gd name="textAreaRight" fmla="*/ 102240 w 101520"/>
                      <a:gd name="textAreaTop" fmla="*/ 0 h 12960"/>
                      <a:gd name="textAreaBottom" fmla="*/ 13320 h 12960"/>
                    </a:gdLst>
                    <a:ahLst/>
                    <a:cxnLst/>
                    <a:rect l="textAreaLeft" t="textAreaTop" r="textAreaRight" b="textAreaBottom"/>
                    <a:pathLst>
                      <a:path w="114490" h="14954">
                        <a:moveTo>
                          <a:pt x="0" y="0"/>
                        </a:moveTo>
                        <a:lnTo>
                          <a:pt x="114491" y="0"/>
                        </a:lnTo>
                        <a:lnTo>
                          <a:pt x="114491" y="14955"/>
                        </a:lnTo>
                        <a:lnTo>
                          <a:pt x="0" y="149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4" name="Google Shape;44;p4"/>
                  <p:cNvSpPr/>
                  <p:nvPr/>
                </p:nvSpPr>
                <p:spPr>
                  <a:xfrm rot="172200" flipH="1">
                    <a:off x="8708760" y="2387880"/>
                    <a:ext cx="101520" cy="12960"/>
                  </a:xfrm>
                  <a:custGeom>
                    <a:avLst/>
                    <a:gdLst>
                      <a:gd name="textAreaLeft" fmla="*/ 360 w 101520"/>
                      <a:gd name="textAreaRight" fmla="*/ 102240 w 101520"/>
                      <a:gd name="textAreaTop" fmla="*/ 0 h 12960"/>
                      <a:gd name="textAreaBottom" fmla="*/ 13320 h 12960"/>
                    </a:gdLst>
                    <a:ahLst/>
                    <a:cxnLst/>
                    <a:rect l="textAreaLeft" t="textAreaTop" r="textAreaRight" b="textAreaBottom"/>
                    <a:pathLst>
                      <a:path w="114490" h="14954">
                        <a:moveTo>
                          <a:pt x="0" y="0"/>
                        </a:moveTo>
                        <a:lnTo>
                          <a:pt x="114490" y="0"/>
                        </a:lnTo>
                        <a:lnTo>
                          <a:pt x="114490" y="14955"/>
                        </a:lnTo>
                        <a:lnTo>
                          <a:pt x="0" y="149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565" name="Google Shape;45;p4"/>
              <p:cNvGrpSpPr/>
              <p:nvPr/>
            </p:nvGrpSpPr>
            <p:grpSpPr>
              <a:xfrm>
                <a:off x="8869680" y="1805400"/>
                <a:ext cx="179280" cy="882360"/>
                <a:chOff x="8869680" y="1805400"/>
                <a:chExt cx="179280" cy="882360"/>
              </a:xfrm>
            </p:grpSpPr>
            <p:sp>
              <p:nvSpPr>
                <p:cNvPr id="566" name="Google Shape;46;p4"/>
                <p:cNvSpPr/>
                <p:nvPr/>
              </p:nvSpPr>
              <p:spPr>
                <a:xfrm flipH="1">
                  <a:off x="8869680" y="1805400"/>
                  <a:ext cx="179280" cy="882360"/>
                </a:xfrm>
                <a:custGeom>
                  <a:avLst/>
                  <a:gdLst>
                    <a:gd name="textAreaLeft" fmla="*/ 360 w 179280"/>
                    <a:gd name="textAreaRight" fmla="*/ 180000 w 179280"/>
                    <a:gd name="textAreaTop" fmla="*/ 0 h 882360"/>
                    <a:gd name="textAreaBottom" fmla="*/ 882720 h 882360"/>
                  </a:gdLst>
                  <a:ahLst/>
                  <a:cxnLst/>
                  <a:rect l="textAreaLeft" t="textAreaTop" r="textAreaRight" b="textAreaBottom"/>
                  <a:pathLst>
                    <a:path w="202120" h="992123">
                      <a:moveTo>
                        <a:pt x="0" y="0"/>
                      </a:moveTo>
                      <a:lnTo>
                        <a:pt x="202120" y="0"/>
                      </a:lnTo>
                      <a:lnTo>
                        <a:pt x="202120" y="992124"/>
                      </a:lnTo>
                      <a:lnTo>
                        <a:pt x="0" y="992124"/>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7" name="Google Shape;47;p4"/>
                <p:cNvSpPr/>
                <p:nvPr/>
              </p:nvSpPr>
              <p:spPr>
                <a:xfrm flipH="1">
                  <a:off x="8903880" y="1874880"/>
                  <a:ext cx="109080" cy="109080"/>
                </a:xfrm>
                <a:custGeom>
                  <a:avLst/>
                  <a:gdLst>
                    <a:gd name="textAreaLeft" fmla="*/ -360 w 109080"/>
                    <a:gd name="textAreaRight" fmla="*/ 109080 w 109080"/>
                    <a:gd name="textAreaTop" fmla="*/ 0 h 109080"/>
                    <a:gd name="textAreaBottom" fmla="*/ 109440 h 109080"/>
                  </a:gdLst>
                  <a:ahLst/>
                  <a:cxnLst/>
                  <a:rect l="textAreaLeft" t="textAreaTop" r="textAreaRight" b="textAreaBottom"/>
                  <a:pathLst>
                    <a:path w="123063" h="123062">
                      <a:moveTo>
                        <a:pt x="123063" y="61532"/>
                      </a:moveTo>
                      <a:cubicBezTo>
                        <a:pt x="123063" y="95514"/>
                        <a:pt x="95514" y="123063"/>
                        <a:pt x="61531" y="123063"/>
                      </a:cubicBezTo>
                      <a:cubicBezTo>
                        <a:pt x="27548" y="123063"/>
                        <a:pt x="-1" y="95514"/>
                        <a:pt x="-1" y="61532"/>
                      </a:cubicBezTo>
                      <a:cubicBezTo>
                        <a:pt x="-1" y="27549"/>
                        <a:pt x="27548" y="0"/>
                        <a:pt x="61531" y="0"/>
                      </a:cubicBezTo>
                      <a:cubicBezTo>
                        <a:pt x="95514" y="0"/>
                        <a:pt x="123063" y="27549"/>
                        <a:pt x="123063" y="61532"/>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68" name="Google Shape;48;p4"/>
                <p:cNvGrpSpPr/>
                <p:nvPr/>
              </p:nvGrpSpPr>
              <p:grpSpPr>
                <a:xfrm>
                  <a:off x="8902440" y="2385720"/>
                  <a:ext cx="113760" cy="38880"/>
                  <a:chOff x="8902440" y="2385720"/>
                  <a:chExt cx="113760" cy="38880"/>
                </a:xfrm>
              </p:grpSpPr>
              <p:sp>
                <p:nvSpPr>
                  <p:cNvPr id="569" name="Google Shape;49;p4"/>
                  <p:cNvSpPr/>
                  <p:nvPr/>
                </p:nvSpPr>
                <p:spPr>
                  <a:xfrm flipH="1">
                    <a:off x="8902440" y="2385720"/>
                    <a:ext cx="113760" cy="12960"/>
                  </a:xfrm>
                  <a:custGeom>
                    <a:avLst/>
                    <a:gdLst>
                      <a:gd name="textAreaLeft" fmla="*/ 360 w 113760"/>
                      <a:gd name="textAreaRight" fmla="*/ 114480 w 113760"/>
                      <a:gd name="textAreaTop" fmla="*/ 0 h 12960"/>
                      <a:gd name="textAreaBottom" fmla="*/ 13320 h 12960"/>
                    </a:gdLst>
                    <a:ahLst/>
                    <a:cxnLst/>
                    <a:rect l="textAreaLeft" t="textAreaTop" r="textAreaRight" b="textAreaBottom"/>
                    <a:pathLst>
                      <a:path w="128397" h="14954">
                        <a:moveTo>
                          <a:pt x="0" y="0"/>
                        </a:moveTo>
                        <a:lnTo>
                          <a:pt x="128397" y="0"/>
                        </a:lnTo>
                        <a:lnTo>
                          <a:pt x="128397" y="14954"/>
                        </a:lnTo>
                        <a:lnTo>
                          <a:pt x="0" y="1495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0" name="Google Shape;50;p4"/>
                  <p:cNvSpPr/>
                  <p:nvPr/>
                </p:nvSpPr>
                <p:spPr>
                  <a:xfrm flipH="1">
                    <a:off x="8902440" y="2411640"/>
                    <a:ext cx="113760" cy="12960"/>
                  </a:xfrm>
                  <a:custGeom>
                    <a:avLst/>
                    <a:gdLst>
                      <a:gd name="textAreaLeft" fmla="*/ 360 w 113760"/>
                      <a:gd name="textAreaRight" fmla="*/ 114480 w 113760"/>
                      <a:gd name="textAreaTop" fmla="*/ 0 h 12960"/>
                      <a:gd name="textAreaBottom" fmla="*/ 13320 h 12960"/>
                    </a:gdLst>
                    <a:ahLst/>
                    <a:cxnLst/>
                    <a:rect l="textAreaLeft" t="textAreaTop" r="textAreaRight" b="textAreaBottom"/>
                    <a:pathLst>
                      <a:path w="128397" h="14954">
                        <a:moveTo>
                          <a:pt x="0" y="0"/>
                        </a:moveTo>
                        <a:lnTo>
                          <a:pt x="128397" y="0"/>
                        </a:lnTo>
                        <a:lnTo>
                          <a:pt x="128397" y="14955"/>
                        </a:lnTo>
                        <a:lnTo>
                          <a:pt x="0" y="1495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571" name="Google Shape;51;p4"/>
                <p:cNvGrpSpPr/>
                <p:nvPr/>
              </p:nvGrpSpPr>
              <p:grpSpPr>
                <a:xfrm>
                  <a:off x="8902440" y="2584440"/>
                  <a:ext cx="113760" cy="39240"/>
                  <a:chOff x="8902440" y="2584440"/>
                  <a:chExt cx="113760" cy="39240"/>
                </a:xfrm>
              </p:grpSpPr>
              <p:sp>
                <p:nvSpPr>
                  <p:cNvPr id="572" name="Google Shape;52;p4"/>
                  <p:cNvSpPr/>
                  <p:nvPr/>
                </p:nvSpPr>
                <p:spPr>
                  <a:xfrm flipH="1">
                    <a:off x="8902440" y="2584440"/>
                    <a:ext cx="113760" cy="12960"/>
                  </a:xfrm>
                  <a:custGeom>
                    <a:avLst/>
                    <a:gdLst>
                      <a:gd name="textAreaLeft" fmla="*/ 360 w 113760"/>
                      <a:gd name="textAreaRight" fmla="*/ 114480 w 113760"/>
                      <a:gd name="textAreaTop" fmla="*/ 0 h 12960"/>
                      <a:gd name="textAreaBottom" fmla="*/ 13320 h 12960"/>
                    </a:gdLst>
                    <a:ahLst/>
                    <a:cxnLst/>
                    <a:rect l="textAreaLeft" t="textAreaTop" r="textAreaRight" b="textAreaBottom"/>
                    <a:pathLst>
                      <a:path w="128397" h="14954">
                        <a:moveTo>
                          <a:pt x="0" y="0"/>
                        </a:moveTo>
                        <a:lnTo>
                          <a:pt x="128397" y="0"/>
                        </a:lnTo>
                        <a:lnTo>
                          <a:pt x="128397" y="14954"/>
                        </a:lnTo>
                        <a:lnTo>
                          <a:pt x="0" y="1495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3" name="Google Shape;53;p4"/>
                  <p:cNvSpPr/>
                  <p:nvPr/>
                </p:nvSpPr>
                <p:spPr>
                  <a:xfrm flipH="1">
                    <a:off x="8902440" y="2610720"/>
                    <a:ext cx="113760" cy="12960"/>
                  </a:xfrm>
                  <a:custGeom>
                    <a:avLst/>
                    <a:gdLst>
                      <a:gd name="textAreaLeft" fmla="*/ 360 w 113760"/>
                      <a:gd name="textAreaRight" fmla="*/ 114480 w 113760"/>
                      <a:gd name="textAreaTop" fmla="*/ 0 h 12960"/>
                      <a:gd name="textAreaBottom" fmla="*/ 13320 h 12960"/>
                    </a:gdLst>
                    <a:ahLst/>
                    <a:cxnLst/>
                    <a:rect l="textAreaLeft" t="textAreaTop" r="textAreaRight" b="textAreaBottom"/>
                    <a:pathLst>
                      <a:path w="128397" h="14954">
                        <a:moveTo>
                          <a:pt x="0" y="0"/>
                        </a:moveTo>
                        <a:lnTo>
                          <a:pt x="128397" y="0"/>
                        </a:lnTo>
                        <a:lnTo>
                          <a:pt x="128397" y="14954"/>
                        </a:lnTo>
                        <a:lnTo>
                          <a:pt x="0" y="1495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grpSp>
          <p:nvGrpSpPr>
            <p:cNvPr id="574" name="Google Shape;54;p4"/>
            <p:cNvGrpSpPr/>
            <p:nvPr/>
          </p:nvGrpSpPr>
          <p:grpSpPr>
            <a:xfrm>
              <a:off x="8379000" y="2049840"/>
              <a:ext cx="190080" cy="638640"/>
              <a:chOff x="8379000" y="2049840"/>
              <a:chExt cx="190080" cy="638640"/>
            </a:xfrm>
          </p:grpSpPr>
          <p:sp>
            <p:nvSpPr>
              <p:cNvPr id="575" name="Google Shape;55;p4"/>
              <p:cNvSpPr/>
              <p:nvPr/>
            </p:nvSpPr>
            <p:spPr>
              <a:xfrm rot="631200" flipH="1">
                <a:off x="8436600" y="2050920"/>
                <a:ext cx="74520" cy="635760"/>
              </a:xfrm>
              <a:custGeom>
                <a:avLst/>
                <a:gdLst>
                  <a:gd name="textAreaLeft" fmla="*/ -360 w 74520"/>
                  <a:gd name="textAreaRight" fmla="*/ 74520 w 74520"/>
                  <a:gd name="textAreaTop" fmla="*/ 0 h 635760"/>
                  <a:gd name="textAreaBottom" fmla="*/ 636120 h 635760"/>
                </a:gdLst>
                <a:ahLst/>
                <a:cxnLst/>
                <a:rect l="textAreaLeft" t="textAreaTop" r="textAreaRight" b="textAreaBottom"/>
                <a:pathLst>
                  <a:path w="84010" h="715136">
                    <a:moveTo>
                      <a:pt x="0" y="0"/>
                    </a:moveTo>
                    <a:lnTo>
                      <a:pt x="84010" y="0"/>
                    </a:lnTo>
                    <a:lnTo>
                      <a:pt x="84010" y="715137"/>
                    </a:lnTo>
                    <a:lnTo>
                      <a:pt x="0" y="715137"/>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6" name="Google Shape;56;p4"/>
              <p:cNvSpPr/>
              <p:nvPr/>
            </p:nvSpPr>
            <p:spPr>
              <a:xfrm rot="631200" flipH="1">
                <a:off x="8458560" y="2212560"/>
                <a:ext cx="22680" cy="365400"/>
              </a:xfrm>
              <a:custGeom>
                <a:avLst/>
                <a:gdLst>
                  <a:gd name="textAreaLeft" fmla="*/ -360 w 22680"/>
                  <a:gd name="textAreaRight" fmla="*/ 22680 w 22680"/>
                  <a:gd name="textAreaTop" fmla="*/ 0 h 365400"/>
                  <a:gd name="textAreaBottom" fmla="*/ 365760 h 365400"/>
                </a:gdLst>
                <a:ahLst/>
                <a:cxnLst/>
                <a:rect l="textAreaLeft" t="textAreaTop" r="textAreaRight" b="textAreaBottom"/>
                <a:pathLst>
                  <a:path w="26003" h="411289">
                    <a:moveTo>
                      <a:pt x="0" y="0"/>
                    </a:moveTo>
                    <a:lnTo>
                      <a:pt x="26003" y="0"/>
                    </a:lnTo>
                    <a:lnTo>
                      <a:pt x="26003" y="411289"/>
                    </a:lnTo>
                    <a:lnTo>
                      <a:pt x="0" y="411289"/>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577" name="Google Shape;57;p4"/>
          <p:cNvGrpSpPr/>
          <p:nvPr/>
        </p:nvGrpSpPr>
        <p:grpSpPr>
          <a:xfrm>
            <a:off x="8485560" y="662400"/>
            <a:ext cx="515520" cy="778680"/>
            <a:chOff x="8485560" y="662400"/>
            <a:chExt cx="515520" cy="778680"/>
          </a:xfrm>
        </p:grpSpPr>
        <p:grpSp>
          <p:nvGrpSpPr>
            <p:cNvPr id="578" name="Google Shape;58;p4"/>
            <p:cNvGrpSpPr/>
            <p:nvPr/>
          </p:nvGrpSpPr>
          <p:grpSpPr>
            <a:xfrm>
              <a:off x="8485560" y="662400"/>
              <a:ext cx="389880" cy="663840"/>
              <a:chOff x="8485560" y="662400"/>
              <a:chExt cx="389880" cy="663840"/>
            </a:xfrm>
          </p:grpSpPr>
          <p:sp>
            <p:nvSpPr>
              <p:cNvPr id="579" name="Google Shape;59;p4"/>
              <p:cNvSpPr/>
              <p:nvPr/>
            </p:nvSpPr>
            <p:spPr>
              <a:xfrm flipH="1">
                <a:off x="8485200" y="662400"/>
                <a:ext cx="389880" cy="663840"/>
              </a:xfrm>
              <a:custGeom>
                <a:avLst/>
                <a:gdLst>
                  <a:gd name="textAreaLeft" fmla="*/ -360 w 389880"/>
                  <a:gd name="textAreaRight" fmla="*/ 389880 w 389880"/>
                  <a:gd name="textAreaTop" fmla="*/ 0 h 663840"/>
                  <a:gd name="textAreaBottom" fmla="*/ 664200 h 663840"/>
                </a:gdLst>
                <a:ahLst/>
                <a:cxnLst/>
                <a:rect l="textAreaLeft" t="textAreaTop" r="textAreaRight" b="textAreaBottom"/>
                <a:pathLst>
                  <a:path w="438816" h="746664">
                    <a:moveTo>
                      <a:pt x="438721" y="746569"/>
                    </a:moveTo>
                    <a:lnTo>
                      <a:pt x="0" y="746569"/>
                    </a:lnTo>
                    <a:lnTo>
                      <a:pt x="0" y="0"/>
                    </a:lnTo>
                    <a:lnTo>
                      <a:pt x="326231" y="0"/>
                    </a:lnTo>
                    <a:cubicBezTo>
                      <a:pt x="370141" y="43910"/>
                      <a:pt x="394811" y="68580"/>
                      <a:pt x="438816" y="112585"/>
                    </a:cubicBezTo>
                    <a:lnTo>
                      <a:pt x="438816" y="746665"/>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580" name="Google Shape;60;p4"/>
              <p:cNvGrpSpPr/>
              <p:nvPr/>
            </p:nvGrpSpPr>
            <p:grpSpPr>
              <a:xfrm>
                <a:off x="8541000" y="748440"/>
                <a:ext cx="279000" cy="255960"/>
                <a:chOff x="8541000" y="748440"/>
                <a:chExt cx="279000" cy="255960"/>
              </a:xfrm>
            </p:grpSpPr>
            <p:sp>
              <p:nvSpPr>
                <p:cNvPr id="581" name="Google Shape;61;p4"/>
                <p:cNvSpPr/>
                <p:nvPr/>
              </p:nvSpPr>
              <p:spPr>
                <a:xfrm flipH="1">
                  <a:off x="8540640" y="74844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2" name="Google Shape;62;p4"/>
                <p:cNvSpPr/>
                <p:nvPr/>
              </p:nvSpPr>
              <p:spPr>
                <a:xfrm flipH="1">
                  <a:off x="8540640" y="79596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3" name="Google Shape;63;p4"/>
                <p:cNvSpPr/>
                <p:nvPr/>
              </p:nvSpPr>
              <p:spPr>
                <a:xfrm flipH="1">
                  <a:off x="8540640" y="84312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4" name="Google Shape;64;p4"/>
                <p:cNvSpPr/>
                <p:nvPr/>
              </p:nvSpPr>
              <p:spPr>
                <a:xfrm flipH="1">
                  <a:off x="8540640" y="89064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5" name="Google Shape;65;p4"/>
                <p:cNvSpPr/>
                <p:nvPr/>
              </p:nvSpPr>
              <p:spPr>
                <a:xfrm flipH="1">
                  <a:off x="8540640" y="93816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6" name="Google Shape;66;p4"/>
                <p:cNvSpPr/>
                <p:nvPr/>
              </p:nvSpPr>
              <p:spPr>
                <a:xfrm flipH="1">
                  <a:off x="8655480" y="985680"/>
                  <a:ext cx="163800" cy="18720"/>
                </a:xfrm>
                <a:custGeom>
                  <a:avLst/>
                  <a:gdLst>
                    <a:gd name="textAreaLeft" fmla="*/ -360 w 163800"/>
                    <a:gd name="textAreaRight" fmla="*/ 163800 w 163800"/>
                    <a:gd name="textAreaTop" fmla="*/ 0 h 18720"/>
                    <a:gd name="textAreaBottom" fmla="*/ 19080 h 18720"/>
                  </a:gdLst>
                  <a:ahLst/>
                  <a:cxnLst/>
                  <a:rect l="textAreaLeft" t="textAreaTop" r="textAreaRight" b="textAreaBottom"/>
                  <a:pathLst>
                    <a:path w="184689" h="21431">
                      <a:moveTo>
                        <a:pt x="0" y="0"/>
                      </a:moveTo>
                      <a:lnTo>
                        <a:pt x="184690" y="0"/>
                      </a:lnTo>
                      <a:lnTo>
                        <a:pt x="184690" y="21431"/>
                      </a:lnTo>
                      <a:lnTo>
                        <a:pt x="0" y="21431"/>
                      </a:lnTo>
                      <a:close/>
                    </a:path>
                  </a:pathLst>
                </a:custGeom>
                <a:solidFill>
                  <a:srgbClr val="42444F"/>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87" name="Google Shape;67;p4"/>
              <p:cNvGrpSpPr/>
              <p:nvPr/>
            </p:nvGrpSpPr>
            <p:grpSpPr>
              <a:xfrm>
                <a:off x="8541000" y="1081440"/>
                <a:ext cx="279000" cy="160920"/>
                <a:chOff x="8541000" y="1081440"/>
                <a:chExt cx="279000" cy="160920"/>
              </a:xfrm>
            </p:grpSpPr>
            <p:sp>
              <p:nvSpPr>
                <p:cNvPr id="588" name="Google Shape;68;p4"/>
                <p:cNvSpPr/>
                <p:nvPr/>
              </p:nvSpPr>
              <p:spPr>
                <a:xfrm flipH="1">
                  <a:off x="8540640" y="108144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9" name="Google Shape;69;p4"/>
                <p:cNvSpPr/>
                <p:nvPr/>
              </p:nvSpPr>
              <p:spPr>
                <a:xfrm flipH="1">
                  <a:off x="8540640" y="112860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0" name="Google Shape;70;p4"/>
                <p:cNvSpPr/>
                <p:nvPr/>
              </p:nvSpPr>
              <p:spPr>
                <a:xfrm flipH="1">
                  <a:off x="8540640" y="117612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1" name="Google Shape;71;p4"/>
                <p:cNvSpPr/>
                <p:nvPr/>
              </p:nvSpPr>
              <p:spPr>
                <a:xfrm flipH="1">
                  <a:off x="8655480" y="1223640"/>
                  <a:ext cx="163800" cy="18720"/>
                </a:xfrm>
                <a:custGeom>
                  <a:avLst/>
                  <a:gdLst>
                    <a:gd name="textAreaLeft" fmla="*/ -360 w 163800"/>
                    <a:gd name="textAreaRight" fmla="*/ 163800 w 163800"/>
                    <a:gd name="textAreaTop" fmla="*/ 0 h 18720"/>
                    <a:gd name="textAreaBottom" fmla="*/ 19080 h 18720"/>
                  </a:gdLst>
                  <a:ahLst/>
                  <a:cxnLst/>
                  <a:rect l="textAreaLeft" t="textAreaTop" r="textAreaRight" b="textAreaBottom"/>
                  <a:pathLst>
                    <a:path w="184689" h="21431">
                      <a:moveTo>
                        <a:pt x="0" y="0"/>
                      </a:moveTo>
                      <a:lnTo>
                        <a:pt x="184690" y="0"/>
                      </a:lnTo>
                      <a:lnTo>
                        <a:pt x="184690" y="21431"/>
                      </a:lnTo>
                      <a:lnTo>
                        <a:pt x="0" y="21431"/>
                      </a:lnTo>
                      <a:close/>
                    </a:path>
                  </a:pathLst>
                </a:custGeom>
                <a:solidFill>
                  <a:srgbClr val="42444F"/>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592" name="Google Shape;72;p4"/>
              <p:cNvSpPr/>
              <p:nvPr/>
            </p:nvSpPr>
            <p:spPr>
              <a:xfrm flipH="1">
                <a:off x="8485200" y="662400"/>
                <a:ext cx="99720" cy="99720"/>
              </a:xfrm>
              <a:custGeom>
                <a:avLst/>
                <a:gdLst>
                  <a:gd name="textAreaLeft" fmla="*/ -360 w 99720"/>
                  <a:gd name="textAreaRight" fmla="*/ 99720 w 99720"/>
                  <a:gd name="textAreaTop" fmla="*/ 0 h 99720"/>
                  <a:gd name="textAreaBottom" fmla="*/ 100080 h 99720"/>
                </a:gdLst>
                <a:ahLst/>
                <a:cxnLst/>
                <a:rect l="textAreaLeft" t="textAreaTop" r="textAreaRight" b="textAreaBottom"/>
                <a:pathLst>
                  <a:path w="112584" h="112585">
                    <a:moveTo>
                      <a:pt x="112585" y="112585"/>
                    </a:moveTo>
                    <a:lnTo>
                      <a:pt x="0" y="112585"/>
                    </a:lnTo>
                    <a:lnTo>
                      <a:pt x="0" y="0"/>
                    </a:lnTo>
                    <a:lnTo>
                      <a:pt x="0" y="0"/>
                    </a:lnTo>
                    <a:cubicBezTo>
                      <a:pt x="43910" y="43910"/>
                      <a:pt x="68580" y="68580"/>
                      <a:pt x="112585" y="112585"/>
                    </a:cubicBezTo>
                    <a:lnTo>
                      <a:pt x="112585" y="112585"/>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93" name="Google Shape;73;p4"/>
            <p:cNvGrpSpPr/>
            <p:nvPr/>
          </p:nvGrpSpPr>
          <p:grpSpPr>
            <a:xfrm>
              <a:off x="8611200" y="777240"/>
              <a:ext cx="389880" cy="663840"/>
              <a:chOff x="8611200" y="777240"/>
              <a:chExt cx="389880" cy="663840"/>
            </a:xfrm>
          </p:grpSpPr>
          <p:sp>
            <p:nvSpPr>
              <p:cNvPr id="594" name="Google Shape;74;p4"/>
              <p:cNvSpPr/>
              <p:nvPr/>
            </p:nvSpPr>
            <p:spPr>
              <a:xfrm flipH="1">
                <a:off x="8610840" y="777240"/>
                <a:ext cx="389880" cy="663840"/>
              </a:xfrm>
              <a:custGeom>
                <a:avLst/>
                <a:gdLst>
                  <a:gd name="textAreaLeft" fmla="*/ -360 w 389880"/>
                  <a:gd name="textAreaRight" fmla="*/ 389880 w 389880"/>
                  <a:gd name="textAreaTop" fmla="*/ 0 h 663840"/>
                  <a:gd name="textAreaBottom" fmla="*/ 664200 h 663840"/>
                </a:gdLst>
                <a:ahLst/>
                <a:cxnLst/>
                <a:rect l="textAreaLeft" t="textAreaTop" r="textAreaRight" b="textAreaBottom"/>
                <a:pathLst>
                  <a:path w="438817" h="746569">
                    <a:moveTo>
                      <a:pt x="438722" y="746570"/>
                    </a:moveTo>
                    <a:lnTo>
                      <a:pt x="0" y="746570"/>
                    </a:lnTo>
                    <a:lnTo>
                      <a:pt x="0" y="0"/>
                    </a:lnTo>
                    <a:lnTo>
                      <a:pt x="326231" y="0"/>
                    </a:lnTo>
                    <a:cubicBezTo>
                      <a:pt x="370141" y="43910"/>
                      <a:pt x="394812" y="68580"/>
                      <a:pt x="438817" y="112586"/>
                    </a:cubicBezTo>
                    <a:lnTo>
                      <a:pt x="438817" y="746570"/>
                    </a:ln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95" name="Google Shape;75;p4"/>
              <p:cNvGrpSpPr/>
              <p:nvPr/>
            </p:nvGrpSpPr>
            <p:grpSpPr>
              <a:xfrm>
                <a:off x="8666640" y="863280"/>
                <a:ext cx="279000" cy="256320"/>
                <a:chOff x="8666640" y="863280"/>
                <a:chExt cx="279000" cy="256320"/>
              </a:xfrm>
            </p:grpSpPr>
            <p:sp>
              <p:nvSpPr>
                <p:cNvPr id="596" name="Google Shape;76;p4"/>
                <p:cNvSpPr/>
                <p:nvPr/>
              </p:nvSpPr>
              <p:spPr>
                <a:xfrm flipH="1">
                  <a:off x="8666280" y="86328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7" name="Google Shape;77;p4"/>
                <p:cNvSpPr/>
                <p:nvPr/>
              </p:nvSpPr>
              <p:spPr>
                <a:xfrm flipH="1">
                  <a:off x="8666280" y="91080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8" name="Google Shape;78;p4"/>
                <p:cNvSpPr/>
                <p:nvPr/>
              </p:nvSpPr>
              <p:spPr>
                <a:xfrm flipH="1">
                  <a:off x="8666280" y="95832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9" name="Google Shape;79;p4"/>
                <p:cNvSpPr/>
                <p:nvPr/>
              </p:nvSpPr>
              <p:spPr>
                <a:xfrm flipH="1">
                  <a:off x="8666280" y="100584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0" name="Google Shape;80;p4"/>
                <p:cNvSpPr/>
                <p:nvPr/>
              </p:nvSpPr>
              <p:spPr>
                <a:xfrm flipH="1">
                  <a:off x="8666280" y="105336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1" name="Google Shape;81;p4"/>
                <p:cNvSpPr/>
                <p:nvPr/>
              </p:nvSpPr>
              <p:spPr>
                <a:xfrm flipH="1">
                  <a:off x="8781120" y="1100880"/>
                  <a:ext cx="163800" cy="18720"/>
                </a:xfrm>
                <a:custGeom>
                  <a:avLst/>
                  <a:gdLst>
                    <a:gd name="textAreaLeft" fmla="*/ -360 w 163800"/>
                    <a:gd name="textAreaRight" fmla="*/ 163800 w 163800"/>
                    <a:gd name="textAreaTop" fmla="*/ 0 h 18720"/>
                    <a:gd name="textAreaBottom" fmla="*/ 19080 h 18720"/>
                  </a:gdLst>
                  <a:ahLst/>
                  <a:cxnLst/>
                  <a:rect l="textAreaLeft" t="textAreaTop" r="textAreaRight" b="textAreaBottom"/>
                  <a:pathLst>
                    <a:path w="184689" h="21431">
                      <a:moveTo>
                        <a:pt x="0" y="0"/>
                      </a:moveTo>
                      <a:lnTo>
                        <a:pt x="184689" y="0"/>
                      </a:lnTo>
                      <a:lnTo>
                        <a:pt x="184689" y="21431"/>
                      </a:lnTo>
                      <a:lnTo>
                        <a:pt x="-1"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02" name="Google Shape;82;p4"/>
              <p:cNvGrpSpPr/>
              <p:nvPr/>
            </p:nvGrpSpPr>
            <p:grpSpPr>
              <a:xfrm>
                <a:off x="8666640" y="1196280"/>
                <a:ext cx="279000" cy="161280"/>
                <a:chOff x="8666640" y="1196280"/>
                <a:chExt cx="279000" cy="161280"/>
              </a:xfrm>
            </p:grpSpPr>
            <p:sp>
              <p:nvSpPr>
                <p:cNvPr id="603" name="Google Shape;83;p4"/>
                <p:cNvSpPr/>
                <p:nvPr/>
              </p:nvSpPr>
              <p:spPr>
                <a:xfrm flipH="1">
                  <a:off x="8666280" y="119628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4" name="Google Shape;84;p4"/>
                <p:cNvSpPr/>
                <p:nvPr/>
              </p:nvSpPr>
              <p:spPr>
                <a:xfrm flipH="1">
                  <a:off x="8666280" y="124380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5" name="Google Shape;85;p4"/>
                <p:cNvSpPr/>
                <p:nvPr/>
              </p:nvSpPr>
              <p:spPr>
                <a:xfrm flipH="1">
                  <a:off x="8666280" y="129132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6" name="Google Shape;86;p4"/>
                <p:cNvSpPr/>
                <p:nvPr/>
              </p:nvSpPr>
              <p:spPr>
                <a:xfrm flipH="1">
                  <a:off x="8781120" y="1338840"/>
                  <a:ext cx="163800" cy="18720"/>
                </a:xfrm>
                <a:custGeom>
                  <a:avLst/>
                  <a:gdLst>
                    <a:gd name="textAreaLeft" fmla="*/ -360 w 163800"/>
                    <a:gd name="textAreaRight" fmla="*/ 163800 w 163800"/>
                    <a:gd name="textAreaTop" fmla="*/ 0 h 18720"/>
                    <a:gd name="textAreaBottom" fmla="*/ 19080 h 18720"/>
                  </a:gdLst>
                  <a:ahLst/>
                  <a:cxnLst/>
                  <a:rect l="textAreaLeft" t="textAreaTop" r="textAreaRight" b="textAreaBottom"/>
                  <a:pathLst>
                    <a:path w="184689" h="21431">
                      <a:moveTo>
                        <a:pt x="0" y="0"/>
                      </a:moveTo>
                      <a:lnTo>
                        <a:pt x="184689" y="0"/>
                      </a:lnTo>
                      <a:lnTo>
                        <a:pt x="184689" y="21431"/>
                      </a:lnTo>
                      <a:lnTo>
                        <a:pt x="-1" y="21431"/>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607" name="Google Shape;87;p4"/>
              <p:cNvSpPr/>
              <p:nvPr/>
            </p:nvSpPr>
            <p:spPr>
              <a:xfrm flipH="1">
                <a:off x="8611200" y="777240"/>
                <a:ext cx="99720" cy="99720"/>
              </a:xfrm>
              <a:custGeom>
                <a:avLst/>
                <a:gdLst>
                  <a:gd name="textAreaLeft" fmla="*/ -360 w 99720"/>
                  <a:gd name="textAreaRight" fmla="*/ 99720 w 99720"/>
                  <a:gd name="textAreaTop" fmla="*/ 0 h 99720"/>
                  <a:gd name="textAreaBottom" fmla="*/ 100080 h 99720"/>
                </a:gdLst>
                <a:ahLst/>
                <a:cxnLst/>
                <a:rect l="textAreaLeft" t="textAreaTop" r="textAreaRight" b="textAreaBottom"/>
                <a:pathLst>
                  <a:path w="112586" h="112585">
                    <a:moveTo>
                      <a:pt x="112586" y="112586"/>
                    </a:moveTo>
                    <a:lnTo>
                      <a:pt x="0" y="112586"/>
                    </a:lnTo>
                    <a:lnTo>
                      <a:pt x="0" y="0"/>
                    </a:lnTo>
                    <a:lnTo>
                      <a:pt x="0" y="0"/>
                    </a:lnTo>
                    <a:cubicBezTo>
                      <a:pt x="43910" y="43910"/>
                      <a:pt x="68581" y="68580"/>
                      <a:pt x="112586" y="112586"/>
                    </a:cubicBezTo>
                    <a:lnTo>
                      <a:pt x="112586" y="112586"/>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608" name="Google Shape;88;p4"/>
          <p:cNvGrpSpPr/>
          <p:nvPr/>
        </p:nvGrpSpPr>
        <p:grpSpPr>
          <a:xfrm>
            <a:off x="8768880" y="1439640"/>
            <a:ext cx="21600" cy="294120"/>
            <a:chOff x="8768880" y="1439640"/>
            <a:chExt cx="21600" cy="294120"/>
          </a:xfrm>
        </p:grpSpPr>
        <p:sp>
          <p:nvSpPr>
            <p:cNvPr id="609" name="Google Shape;89;p4"/>
            <p:cNvSpPr/>
            <p:nvPr/>
          </p:nvSpPr>
          <p:spPr>
            <a:xfrm flipH="1">
              <a:off x="8770680" y="1450440"/>
              <a:ext cx="8280" cy="273240"/>
            </a:xfrm>
            <a:custGeom>
              <a:avLst/>
              <a:gdLst>
                <a:gd name="textAreaLeft" fmla="*/ -360 w 8280"/>
                <a:gd name="textAreaRight" fmla="*/ 8280 w 8280"/>
                <a:gd name="textAreaTop" fmla="*/ 0 h 273240"/>
                <a:gd name="textAreaBottom" fmla="*/ 273600 h 273240"/>
              </a:gdLst>
              <a:ahLst/>
              <a:cxnLst/>
              <a:rect l="textAreaLeft" t="textAreaTop" r="textAreaRight" b="textAreaBottom"/>
              <a:pathLst>
                <a:path w="9525" h="307467">
                  <a:moveTo>
                    <a:pt x="-1" y="307467"/>
                  </a:moveTo>
                  <a:lnTo>
                    <a:pt x="-1" y="0"/>
                  </a:lnTo>
                </a:path>
              </a:pathLst>
            </a:custGeom>
            <a:solidFill>
              <a:schemeClr val="accent4"/>
            </a:solidFill>
            <a:ln w="10950">
              <a:solidFill>
                <a:srgbClr val="6F7082"/>
              </a:solidFill>
              <a:prstDash val="dashDot"/>
              <a:miter/>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0" name="Google Shape;90;p4"/>
            <p:cNvSpPr/>
            <p:nvPr/>
          </p:nvSpPr>
          <p:spPr>
            <a:xfrm flipH="1">
              <a:off x="8768880" y="1712160"/>
              <a:ext cx="21600" cy="21600"/>
            </a:xfrm>
            <a:custGeom>
              <a:avLst/>
              <a:gdLst>
                <a:gd name="textAreaLeft" fmla="*/ 360 w 21600"/>
                <a:gd name="textAreaRight" fmla="*/ 22320 w 21600"/>
                <a:gd name="textAreaTop" fmla="*/ 0 h 21600"/>
                <a:gd name="textAreaBottom" fmla="*/ 21960 h 21600"/>
              </a:gdLst>
              <a:ahLst/>
              <a:cxnLst/>
              <a:rect l="textAreaLeft" t="textAreaTop" r="textAreaRight" b="textAreaBottom"/>
              <a:pathLst>
                <a:path w="24764" h="24765">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a:solidFill>
                <a:srgbClr val="6F7082"/>
              </a:solidFill>
              <a:round/>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1" name="Google Shape;91;p4"/>
            <p:cNvSpPr/>
            <p:nvPr/>
          </p:nvSpPr>
          <p:spPr>
            <a:xfrm flipH="1">
              <a:off x="8768880" y="1439640"/>
              <a:ext cx="21600" cy="21600"/>
            </a:xfrm>
            <a:custGeom>
              <a:avLst/>
              <a:gdLst>
                <a:gd name="textAreaLeft" fmla="*/ 360 w 21600"/>
                <a:gd name="textAreaRight" fmla="*/ 22320 w 21600"/>
                <a:gd name="textAreaTop" fmla="*/ 0 h 21600"/>
                <a:gd name="textAreaBottom" fmla="*/ 21960 h 21600"/>
              </a:gdLst>
              <a:ahLst/>
              <a:cxnLst/>
              <a:rect l="textAreaLeft" t="textAreaTop" r="textAreaRight" b="textAreaBottom"/>
              <a:pathLst>
                <a:path w="24764" h="24764">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a:solidFill>
                <a:srgbClr val="6F7082"/>
              </a:solidFill>
              <a:round/>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612" name="Google Shape;92;p4"/>
          <p:cNvSpPr/>
          <p:nvPr/>
        </p:nvSpPr>
        <p:spPr>
          <a:xfrm rot="8662800" flipH="1">
            <a:off x="7371000" y="4169160"/>
            <a:ext cx="2745720" cy="1920960"/>
          </a:xfrm>
          <a:custGeom>
            <a:avLst/>
            <a:gdLst>
              <a:gd name="textAreaLeft" fmla="*/ -360 w 2745720"/>
              <a:gd name="textAreaRight" fmla="*/ 2745720 w 2745720"/>
              <a:gd name="textAreaTop" fmla="*/ 0 h 1920960"/>
              <a:gd name="textAreaBottom" fmla="*/ 1921320 h 192096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613" name="Google Shape;93;p4"/>
          <p:cNvGrpSpPr/>
          <p:nvPr/>
        </p:nvGrpSpPr>
        <p:grpSpPr>
          <a:xfrm>
            <a:off x="122760" y="4228560"/>
            <a:ext cx="829800" cy="750600"/>
            <a:chOff x="122760" y="4228560"/>
            <a:chExt cx="829800" cy="750600"/>
          </a:xfrm>
        </p:grpSpPr>
        <p:grpSp>
          <p:nvGrpSpPr>
            <p:cNvPr id="614" name="Google Shape;94;p4"/>
            <p:cNvGrpSpPr/>
            <p:nvPr/>
          </p:nvGrpSpPr>
          <p:grpSpPr>
            <a:xfrm>
              <a:off x="122760" y="4228560"/>
              <a:ext cx="829800" cy="750600"/>
              <a:chOff x="122760" y="4228560"/>
              <a:chExt cx="829800" cy="750600"/>
            </a:xfrm>
          </p:grpSpPr>
          <p:sp>
            <p:nvSpPr>
              <p:cNvPr id="615" name="Google Shape;95;p4"/>
              <p:cNvSpPr/>
              <p:nvPr/>
            </p:nvSpPr>
            <p:spPr>
              <a:xfrm flipH="1">
                <a:off x="122400" y="4228560"/>
                <a:ext cx="829800" cy="750600"/>
              </a:xfrm>
              <a:custGeom>
                <a:avLst/>
                <a:gdLst>
                  <a:gd name="textAreaLeft" fmla="*/ -360 w 829800"/>
                  <a:gd name="textAreaRight" fmla="*/ 829800 w 829800"/>
                  <a:gd name="textAreaTop" fmla="*/ 0 h 750600"/>
                  <a:gd name="textAreaBottom" fmla="*/ 750960 h 750600"/>
                </a:gdLst>
                <a:ahLst/>
                <a:cxnLst/>
                <a:rect l="textAreaLeft" t="textAreaTop" r="textAreaRight" b="textAreaBottom"/>
                <a:pathLst>
                  <a:path w="598074" h="541115">
                    <a:moveTo>
                      <a:pt x="557022" y="0"/>
                    </a:moveTo>
                    <a:cubicBezTo>
                      <a:pt x="579695" y="0"/>
                      <a:pt x="598075" y="18380"/>
                      <a:pt x="598075" y="41053"/>
                    </a:cubicBezTo>
                    <a:lnTo>
                      <a:pt x="598075" y="500063"/>
                    </a:lnTo>
                    <a:cubicBezTo>
                      <a:pt x="598075" y="522735"/>
                      <a:pt x="579695" y="541115"/>
                      <a:pt x="557022" y="541115"/>
                    </a:cubicBezTo>
                    <a:lnTo>
                      <a:pt x="41053" y="541115"/>
                    </a:lnTo>
                    <a:cubicBezTo>
                      <a:pt x="18380" y="541115"/>
                      <a:pt x="0" y="522735"/>
                      <a:pt x="0" y="500063"/>
                    </a:cubicBezTo>
                    <a:lnTo>
                      <a:pt x="0" y="41053"/>
                    </a:lnTo>
                    <a:cubicBezTo>
                      <a:pt x="0" y="18380"/>
                      <a:pt x="18380" y="0"/>
                      <a:pt x="4105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616" name="Google Shape;96;p4"/>
              <p:cNvGrpSpPr/>
              <p:nvPr/>
            </p:nvGrpSpPr>
            <p:grpSpPr>
              <a:xfrm>
                <a:off x="183240" y="4271760"/>
                <a:ext cx="228600" cy="57240"/>
                <a:chOff x="183240" y="4271760"/>
                <a:chExt cx="228600" cy="57240"/>
              </a:xfrm>
            </p:grpSpPr>
            <p:sp>
              <p:nvSpPr>
                <p:cNvPr id="617" name="Google Shape;97;p4"/>
                <p:cNvSpPr/>
                <p:nvPr/>
              </p:nvSpPr>
              <p:spPr>
                <a:xfrm flipH="1">
                  <a:off x="182880" y="4271760"/>
                  <a:ext cx="57240" cy="57240"/>
                </a:xfrm>
                <a:custGeom>
                  <a:avLst/>
                  <a:gdLst>
                    <a:gd name="textAreaLeft" fmla="*/ -360 w 57240"/>
                    <a:gd name="textAreaRight" fmla="*/ 5724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8" name="Google Shape;98;p4"/>
                <p:cNvSpPr/>
                <p:nvPr/>
              </p:nvSpPr>
              <p:spPr>
                <a:xfrm flipH="1">
                  <a:off x="268560" y="4271760"/>
                  <a:ext cx="57240" cy="57240"/>
                </a:xfrm>
                <a:custGeom>
                  <a:avLst/>
                  <a:gdLst>
                    <a:gd name="textAreaLeft" fmla="*/ -360 w 57240"/>
                    <a:gd name="textAreaRight" fmla="*/ 5724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9" name="Google Shape;99;p4"/>
                <p:cNvSpPr/>
                <p:nvPr/>
              </p:nvSpPr>
              <p:spPr>
                <a:xfrm flipH="1">
                  <a:off x="354240" y="4271760"/>
                  <a:ext cx="57240" cy="57240"/>
                </a:xfrm>
                <a:custGeom>
                  <a:avLst/>
                  <a:gdLst>
                    <a:gd name="textAreaLeft" fmla="*/ -360 w 57240"/>
                    <a:gd name="textAreaRight" fmla="*/ 5724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620" name="Google Shape;100;p4"/>
            <p:cNvGrpSpPr/>
            <p:nvPr/>
          </p:nvGrpSpPr>
          <p:grpSpPr>
            <a:xfrm>
              <a:off x="207720" y="4457520"/>
              <a:ext cx="651960" cy="336960"/>
              <a:chOff x="207720" y="4457520"/>
              <a:chExt cx="651960" cy="336960"/>
            </a:xfrm>
          </p:grpSpPr>
          <p:sp>
            <p:nvSpPr>
              <p:cNvPr id="621" name="Google Shape;101;p4"/>
              <p:cNvSpPr/>
              <p:nvPr/>
            </p:nvSpPr>
            <p:spPr>
              <a:xfrm flipH="1">
                <a:off x="556560" y="4469760"/>
                <a:ext cx="302760" cy="302400"/>
              </a:xfrm>
              <a:custGeom>
                <a:avLst/>
                <a:gdLst>
                  <a:gd name="textAreaLeft" fmla="*/ -360 w 302760"/>
                  <a:gd name="textAreaRight" fmla="*/ 302760 w 302760"/>
                  <a:gd name="textAreaTop" fmla="*/ 0 h 302400"/>
                  <a:gd name="textAreaBottom" fmla="*/ 302760 h 302400"/>
                </a:gdLst>
                <a:ahLst/>
                <a:cxnLst/>
                <a:rect l="textAreaLeft" t="textAreaTop" r="textAreaRight" b="textAreaBottom"/>
                <a:pathLst>
                  <a:path w="218503" h="218217">
                    <a:moveTo>
                      <a:pt x="216598" y="129540"/>
                    </a:moveTo>
                    <a:cubicBezTo>
                      <a:pt x="217837" y="122968"/>
                      <a:pt x="218504" y="116110"/>
                      <a:pt x="218504" y="109156"/>
                    </a:cubicBezTo>
                    <a:cubicBezTo>
                      <a:pt x="218504" y="102203"/>
                      <a:pt x="217837" y="95440"/>
                      <a:pt x="216598" y="88773"/>
                    </a:cubicBezTo>
                    <a:lnTo>
                      <a:pt x="181261" y="88773"/>
                    </a:lnTo>
                    <a:cubicBezTo>
                      <a:pt x="179641" y="83058"/>
                      <a:pt x="177451" y="77724"/>
                      <a:pt x="174593" y="72676"/>
                    </a:cubicBezTo>
                    <a:lnTo>
                      <a:pt x="199549" y="47720"/>
                    </a:lnTo>
                    <a:cubicBezTo>
                      <a:pt x="191834" y="36385"/>
                      <a:pt x="182118" y="26670"/>
                      <a:pt x="170783" y="18955"/>
                    </a:cubicBezTo>
                    <a:lnTo>
                      <a:pt x="145732" y="44005"/>
                    </a:lnTo>
                    <a:cubicBezTo>
                      <a:pt x="140684" y="41148"/>
                      <a:pt x="135255" y="38957"/>
                      <a:pt x="129635" y="37338"/>
                    </a:cubicBezTo>
                    <a:lnTo>
                      <a:pt x="129635" y="1905"/>
                    </a:lnTo>
                    <a:cubicBezTo>
                      <a:pt x="123063" y="667"/>
                      <a:pt x="116205" y="0"/>
                      <a:pt x="109252" y="0"/>
                    </a:cubicBezTo>
                    <a:cubicBezTo>
                      <a:pt x="102298" y="0"/>
                      <a:pt x="95536" y="667"/>
                      <a:pt x="88868" y="1905"/>
                    </a:cubicBezTo>
                    <a:lnTo>
                      <a:pt x="88868" y="37338"/>
                    </a:lnTo>
                    <a:cubicBezTo>
                      <a:pt x="83154" y="38957"/>
                      <a:pt x="77819" y="41148"/>
                      <a:pt x="72771" y="44005"/>
                    </a:cubicBezTo>
                    <a:lnTo>
                      <a:pt x="47720" y="18955"/>
                    </a:lnTo>
                    <a:cubicBezTo>
                      <a:pt x="36386" y="26670"/>
                      <a:pt x="26670" y="36481"/>
                      <a:pt x="18955" y="47720"/>
                    </a:cubicBezTo>
                    <a:lnTo>
                      <a:pt x="43910" y="72676"/>
                    </a:lnTo>
                    <a:cubicBezTo>
                      <a:pt x="41053" y="77724"/>
                      <a:pt x="38862" y="83153"/>
                      <a:pt x="37243" y="88773"/>
                    </a:cubicBezTo>
                    <a:lnTo>
                      <a:pt x="1905" y="88773"/>
                    </a:lnTo>
                    <a:cubicBezTo>
                      <a:pt x="667" y="95345"/>
                      <a:pt x="0" y="102203"/>
                      <a:pt x="0" y="109156"/>
                    </a:cubicBezTo>
                    <a:cubicBezTo>
                      <a:pt x="0" y="116110"/>
                      <a:pt x="667" y="122873"/>
                      <a:pt x="1905" y="129540"/>
                    </a:cubicBezTo>
                    <a:lnTo>
                      <a:pt x="37243" y="129540"/>
                    </a:lnTo>
                    <a:cubicBezTo>
                      <a:pt x="38862" y="135255"/>
                      <a:pt x="41053" y="140589"/>
                      <a:pt x="43910" y="145637"/>
                    </a:cubicBezTo>
                    <a:lnTo>
                      <a:pt x="18955" y="170593"/>
                    </a:lnTo>
                    <a:cubicBezTo>
                      <a:pt x="26670" y="181928"/>
                      <a:pt x="36386" y="191643"/>
                      <a:pt x="47720" y="199358"/>
                    </a:cubicBezTo>
                    <a:lnTo>
                      <a:pt x="72771" y="174308"/>
                    </a:lnTo>
                    <a:cubicBezTo>
                      <a:pt x="77819" y="177165"/>
                      <a:pt x="83248" y="179356"/>
                      <a:pt x="88868" y="180975"/>
                    </a:cubicBezTo>
                    <a:lnTo>
                      <a:pt x="88868" y="216313"/>
                    </a:lnTo>
                    <a:cubicBezTo>
                      <a:pt x="95441" y="217551"/>
                      <a:pt x="102298" y="218218"/>
                      <a:pt x="109252" y="218218"/>
                    </a:cubicBezTo>
                    <a:cubicBezTo>
                      <a:pt x="116205" y="218218"/>
                      <a:pt x="122968" y="217551"/>
                      <a:pt x="129635" y="216313"/>
                    </a:cubicBezTo>
                    <a:lnTo>
                      <a:pt x="129635" y="180975"/>
                    </a:lnTo>
                    <a:cubicBezTo>
                      <a:pt x="135350" y="179356"/>
                      <a:pt x="140684" y="177070"/>
                      <a:pt x="145732" y="174308"/>
                    </a:cubicBezTo>
                    <a:lnTo>
                      <a:pt x="170783" y="199358"/>
                    </a:lnTo>
                    <a:cubicBezTo>
                      <a:pt x="182118" y="191643"/>
                      <a:pt x="191834" y="181928"/>
                      <a:pt x="199549" y="170593"/>
                    </a:cubicBezTo>
                    <a:lnTo>
                      <a:pt x="174593" y="145542"/>
                    </a:lnTo>
                    <a:cubicBezTo>
                      <a:pt x="177451" y="140494"/>
                      <a:pt x="179641" y="135064"/>
                      <a:pt x="181261" y="129445"/>
                    </a:cubicBezTo>
                    <a:lnTo>
                      <a:pt x="216598" y="129445"/>
                    </a:lnTo>
                    <a:close/>
                    <a:moveTo>
                      <a:pt x="109252" y="131255"/>
                    </a:moveTo>
                    <a:cubicBezTo>
                      <a:pt x="97060" y="131255"/>
                      <a:pt x="87249" y="121349"/>
                      <a:pt x="87249" y="109252"/>
                    </a:cubicBezTo>
                    <a:cubicBezTo>
                      <a:pt x="87249" y="97155"/>
                      <a:pt x="97155" y="87249"/>
                      <a:pt x="109252" y="87249"/>
                    </a:cubicBezTo>
                    <a:cubicBezTo>
                      <a:pt x="121348" y="87249"/>
                      <a:pt x="131255" y="97155"/>
                      <a:pt x="131255" y="109252"/>
                    </a:cubicBezTo>
                    <a:cubicBezTo>
                      <a:pt x="131255" y="121349"/>
                      <a:pt x="121348" y="131255"/>
                      <a:pt x="109252" y="13125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622" name="Google Shape;102;p4"/>
              <p:cNvGrpSpPr/>
              <p:nvPr/>
            </p:nvGrpSpPr>
            <p:grpSpPr>
              <a:xfrm>
                <a:off x="207720" y="4457520"/>
                <a:ext cx="296640" cy="336960"/>
                <a:chOff x="207720" y="4457520"/>
                <a:chExt cx="296640" cy="336960"/>
              </a:xfrm>
            </p:grpSpPr>
            <p:grpSp>
              <p:nvGrpSpPr>
                <p:cNvPr id="623" name="Google Shape;103;p4"/>
                <p:cNvGrpSpPr/>
                <p:nvPr/>
              </p:nvGrpSpPr>
              <p:grpSpPr>
                <a:xfrm>
                  <a:off x="207720" y="4666680"/>
                  <a:ext cx="296640" cy="127800"/>
                  <a:chOff x="207720" y="4666680"/>
                  <a:chExt cx="296640" cy="127800"/>
                </a:xfrm>
              </p:grpSpPr>
              <p:sp>
                <p:nvSpPr>
                  <p:cNvPr id="624" name="Google Shape;104;p4"/>
                  <p:cNvSpPr/>
                  <p:nvPr/>
                </p:nvSpPr>
                <p:spPr>
                  <a:xfrm flipH="1">
                    <a:off x="207720" y="4693680"/>
                    <a:ext cx="296640" cy="100800"/>
                  </a:xfrm>
                  <a:custGeom>
                    <a:avLst/>
                    <a:gdLst>
                      <a:gd name="textAreaLeft" fmla="*/ 360 w 296640"/>
                      <a:gd name="textAreaRight" fmla="*/ 29736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25" name="Google Shape;105;p4"/>
                  <p:cNvSpPr/>
                  <p:nvPr/>
                </p:nvSpPr>
                <p:spPr>
                  <a:xfrm flipH="1">
                    <a:off x="207720" y="4666680"/>
                    <a:ext cx="296640" cy="53640"/>
                  </a:xfrm>
                  <a:custGeom>
                    <a:avLst/>
                    <a:gdLst>
                      <a:gd name="textAreaLeft" fmla="*/ 360 w 296640"/>
                      <a:gd name="textAreaRight" fmla="*/ 29736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26" name="Google Shape;106;p4"/>
                <p:cNvGrpSpPr/>
                <p:nvPr/>
              </p:nvGrpSpPr>
              <p:grpSpPr>
                <a:xfrm>
                  <a:off x="207720" y="4562280"/>
                  <a:ext cx="296640" cy="127800"/>
                  <a:chOff x="207720" y="4562280"/>
                  <a:chExt cx="296640" cy="127800"/>
                </a:xfrm>
              </p:grpSpPr>
              <p:sp>
                <p:nvSpPr>
                  <p:cNvPr id="627" name="Google Shape;107;p4"/>
                  <p:cNvSpPr/>
                  <p:nvPr/>
                </p:nvSpPr>
                <p:spPr>
                  <a:xfrm flipH="1">
                    <a:off x="207720" y="4589280"/>
                    <a:ext cx="296640" cy="100800"/>
                  </a:xfrm>
                  <a:custGeom>
                    <a:avLst/>
                    <a:gdLst>
                      <a:gd name="textAreaLeft" fmla="*/ 360 w 296640"/>
                      <a:gd name="textAreaRight" fmla="*/ 29736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28" name="Google Shape;108;p4"/>
                  <p:cNvSpPr/>
                  <p:nvPr/>
                </p:nvSpPr>
                <p:spPr>
                  <a:xfrm flipH="1">
                    <a:off x="207720" y="4562280"/>
                    <a:ext cx="296640" cy="53640"/>
                  </a:xfrm>
                  <a:custGeom>
                    <a:avLst/>
                    <a:gdLst>
                      <a:gd name="textAreaLeft" fmla="*/ 360 w 296640"/>
                      <a:gd name="textAreaRight" fmla="*/ 29736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29" name="Google Shape;109;p4"/>
                <p:cNvGrpSpPr/>
                <p:nvPr/>
              </p:nvGrpSpPr>
              <p:grpSpPr>
                <a:xfrm>
                  <a:off x="207720" y="4457520"/>
                  <a:ext cx="296640" cy="127800"/>
                  <a:chOff x="207720" y="4457520"/>
                  <a:chExt cx="296640" cy="127800"/>
                </a:xfrm>
              </p:grpSpPr>
              <p:sp>
                <p:nvSpPr>
                  <p:cNvPr id="630" name="Google Shape;110;p4"/>
                  <p:cNvSpPr/>
                  <p:nvPr/>
                </p:nvSpPr>
                <p:spPr>
                  <a:xfrm flipH="1">
                    <a:off x="207720" y="4484520"/>
                    <a:ext cx="296640" cy="100800"/>
                  </a:xfrm>
                  <a:custGeom>
                    <a:avLst/>
                    <a:gdLst>
                      <a:gd name="textAreaLeft" fmla="*/ 360 w 296640"/>
                      <a:gd name="textAreaRight" fmla="*/ 29736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8"/>
                          <a:pt x="47911" y="72866"/>
                          <a:pt x="106966" y="72866"/>
                        </a:cubicBezTo>
                        <a:cubicBezTo>
                          <a:pt x="166021" y="72866"/>
                          <a:pt x="213932" y="64198"/>
                          <a:pt x="213932" y="53435"/>
                        </a:cubicBezTo>
                        <a:lnTo>
                          <a:pt x="213932" y="0"/>
                        </a:ln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1" name="Google Shape;111;p4"/>
                  <p:cNvSpPr/>
                  <p:nvPr/>
                </p:nvSpPr>
                <p:spPr>
                  <a:xfrm flipH="1">
                    <a:off x="207720" y="4457520"/>
                    <a:ext cx="296640" cy="53640"/>
                  </a:xfrm>
                  <a:custGeom>
                    <a:avLst/>
                    <a:gdLst>
                      <a:gd name="textAreaLeft" fmla="*/ 360 w 296640"/>
                      <a:gd name="textAreaRight" fmla="*/ 29736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sp>
        <p:nvSpPr>
          <p:cNvPr id="632"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633" name="Google Shape;118;p5"/>
          <p:cNvSpPr/>
          <p:nvPr/>
        </p:nvSpPr>
        <p:spPr>
          <a:xfrm rot="5551800">
            <a:off x="-721080" y="4084560"/>
            <a:ext cx="2053800" cy="1764720"/>
          </a:xfrm>
          <a:custGeom>
            <a:avLst/>
            <a:gdLst>
              <a:gd name="textAreaLeft" fmla="*/ 0 w 2053800"/>
              <a:gd name="textAreaRight" fmla="*/ 2054160 w 2053800"/>
              <a:gd name="textAreaTop" fmla="*/ 0 h 1764720"/>
              <a:gd name="textAreaBottom" fmla="*/ 1765080 h 176472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34" name="Google Shape;119;p5"/>
          <p:cNvSpPr/>
          <p:nvPr/>
        </p:nvSpPr>
        <p:spPr>
          <a:xfrm rot="21139200">
            <a:off x="-850320" y="-888840"/>
            <a:ext cx="2082240" cy="1683720"/>
          </a:xfrm>
          <a:custGeom>
            <a:avLst/>
            <a:gdLst>
              <a:gd name="textAreaLeft" fmla="*/ 0 w 2082240"/>
              <a:gd name="textAreaRight" fmla="*/ 2082600 w 2082240"/>
              <a:gd name="textAreaTop" fmla="*/ 0 h 1683720"/>
              <a:gd name="textAreaBottom" fmla="*/ 1684080 h 16837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35" name="Google Shape;120;p5"/>
          <p:cNvSpPr/>
          <p:nvPr/>
        </p:nvSpPr>
        <p:spPr>
          <a:xfrm rot="3259800">
            <a:off x="7063200" y="-804240"/>
            <a:ext cx="3168000" cy="2561760"/>
          </a:xfrm>
          <a:custGeom>
            <a:avLst/>
            <a:gdLst>
              <a:gd name="textAreaLeft" fmla="*/ 0 w 3168000"/>
              <a:gd name="textAreaRight" fmla="*/ 3168360 w 3168000"/>
              <a:gd name="textAreaTop" fmla="*/ 0 h 2561760"/>
              <a:gd name="textAreaBottom" fmla="*/ 2562120 h 256176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sp>
        <p:nvSpPr>
          <p:cNvPr id="636"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637" name="Google Shape;123;p6"/>
          <p:cNvSpPr/>
          <p:nvPr/>
        </p:nvSpPr>
        <p:spPr>
          <a:xfrm rot="12523200">
            <a:off x="85680" y="-754920"/>
            <a:ext cx="1683360" cy="1313640"/>
          </a:xfrm>
          <a:custGeom>
            <a:avLst/>
            <a:gdLst>
              <a:gd name="textAreaLeft" fmla="*/ 0 w 1683360"/>
              <a:gd name="textAreaRight" fmla="*/ 1683720 w 1683360"/>
              <a:gd name="textAreaTop" fmla="*/ 0 h 1313640"/>
              <a:gd name="textAreaBottom" fmla="*/ 1314000 h 131364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638" name="Google Shape;124;p6"/>
          <p:cNvGrpSpPr/>
          <p:nvPr/>
        </p:nvGrpSpPr>
        <p:grpSpPr>
          <a:xfrm>
            <a:off x="6779160" y="192960"/>
            <a:ext cx="2107800" cy="297000"/>
            <a:chOff x="6779160" y="192960"/>
            <a:chExt cx="2107800" cy="297000"/>
          </a:xfrm>
        </p:grpSpPr>
        <p:sp>
          <p:nvSpPr>
            <p:cNvPr id="639" name="Google Shape;125;p6"/>
            <p:cNvSpPr/>
            <p:nvPr/>
          </p:nvSpPr>
          <p:spPr>
            <a:xfrm>
              <a:off x="6779160" y="192960"/>
              <a:ext cx="2107800" cy="297000"/>
            </a:xfrm>
            <a:custGeom>
              <a:avLst/>
              <a:gdLst>
                <a:gd name="textAreaLeft" fmla="*/ 0 w 2107800"/>
                <a:gd name="textAreaRight" fmla="*/ 2108160 w 2107800"/>
                <a:gd name="textAreaTop" fmla="*/ 0 h 297000"/>
                <a:gd name="textAreaBottom" fmla="*/ 297360 h 297000"/>
              </a:gdLst>
              <a:ahLst/>
              <a:cxnLst/>
              <a:rect l="textAreaLeft" t="textAreaTop" r="textAreaRight" b="textAreaBottom"/>
              <a:pathLst>
                <a:path w="1633727" h="230504">
                  <a:moveTo>
                    <a:pt x="1518476" y="0"/>
                  </a:moveTo>
                  <a:cubicBezTo>
                    <a:pt x="1582128" y="0"/>
                    <a:pt x="1633728" y="51600"/>
                    <a:pt x="1633728" y="115253"/>
                  </a:cubicBezTo>
                  <a:lnTo>
                    <a:pt x="1633728" y="115253"/>
                  </a:lnTo>
                  <a:cubicBezTo>
                    <a:pt x="1633728" y="178905"/>
                    <a:pt x="1582128" y="230505"/>
                    <a:pt x="1518476" y="230505"/>
                  </a:cubicBezTo>
                  <a:lnTo>
                    <a:pt x="115252" y="230505"/>
                  </a:lnTo>
                  <a:cubicBezTo>
                    <a:pt x="51601" y="230505"/>
                    <a:pt x="0" y="178905"/>
                    <a:pt x="0" y="115253"/>
                  </a:cubicBezTo>
                  <a:lnTo>
                    <a:pt x="0" y="115253"/>
                  </a:lnTo>
                  <a:cubicBezTo>
                    <a:pt x="0" y="51600"/>
                    <a:pt x="51601" y="0"/>
                    <a:pt x="115252"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0" name="Google Shape;126;p6"/>
            <p:cNvSpPr/>
            <p:nvPr/>
          </p:nvSpPr>
          <p:spPr>
            <a:xfrm>
              <a:off x="8611920" y="227160"/>
              <a:ext cx="214560" cy="213480"/>
            </a:xfrm>
            <a:custGeom>
              <a:avLst/>
              <a:gdLst>
                <a:gd name="textAreaLeft" fmla="*/ 0 w 214560"/>
                <a:gd name="textAreaRight" fmla="*/ 214920 w 214560"/>
                <a:gd name="textAreaTop" fmla="*/ 0 h 213480"/>
                <a:gd name="textAreaBottom" fmla="*/ 213840 h 213480"/>
              </a:gdLst>
              <a:ahLst/>
              <a:cxnLst/>
              <a:rect l="textAreaLeft" t="textAreaTop" r="textAreaRight" b="textAreaBottom"/>
              <a:pathLst>
                <a:path w="166485" h="165854">
                  <a:moveTo>
                    <a:pt x="161532" y="137469"/>
                  </a:moveTo>
                  <a:lnTo>
                    <a:pt x="120003" y="95941"/>
                  </a:lnTo>
                  <a:lnTo>
                    <a:pt x="113336" y="102608"/>
                  </a:lnTo>
                  <a:lnTo>
                    <a:pt x="105811" y="95083"/>
                  </a:lnTo>
                  <a:cubicBezTo>
                    <a:pt x="123622" y="71842"/>
                    <a:pt x="122194" y="38600"/>
                    <a:pt x="100953" y="17359"/>
                  </a:cubicBezTo>
                  <a:cubicBezTo>
                    <a:pt x="77807" y="-5786"/>
                    <a:pt x="40374" y="-5786"/>
                    <a:pt x="17324" y="17359"/>
                  </a:cubicBezTo>
                  <a:cubicBezTo>
                    <a:pt x="-5727" y="40505"/>
                    <a:pt x="-5822" y="77938"/>
                    <a:pt x="17324" y="100989"/>
                  </a:cubicBezTo>
                  <a:cubicBezTo>
                    <a:pt x="38850" y="122515"/>
                    <a:pt x="72568" y="123754"/>
                    <a:pt x="95809" y="105275"/>
                  </a:cubicBezTo>
                  <a:lnTo>
                    <a:pt x="103334" y="112800"/>
                  </a:lnTo>
                  <a:lnTo>
                    <a:pt x="96667" y="119467"/>
                  </a:lnTo>
                  <a:lnTo>
                    <a:pt x="138196" y="160996"/>
                  </a:lnTo>
                  <a:cubicBezTo>
                    <a:pt x="144673" y="167473"/>
                    <a:pt x="155150" y="167473"/>
                    <a:pt x="161627" y="160996"/>
                  </a:cubicBezTo>
                  <a:lnTo>
                    <a:pt x="161627" y="160996"/>
                  </a:lnTo>
                  <a:cubicBezTo>
                    <a:pt x="168104" y="154519"/>
                    <a:pt x="168104" y="144042"/>
                    <a:pt x="161627" y="137565"/>
                  </a:cubicBezTo>
                  <a:close/>
                  <a:moveTo>
                    <a:pt x="59138" y="102513"/>
                  </a:moveTo>
                  <a:cubicBezTo>
                    <a:pt x="54471" y="102513"/>
                    <a:pt x="49899" y="101751"/>
                    <a:pt x="45612" y="100417"/>
                  </a:cubicBezTo>
                  <a:cubicBezTo>
                    <a:pt x="33611" y="96512"/>
                    <a:pt x="23896" y="87463"/>
                    <a:pt x="19133" y="75938"/>
                  </a:cubicBezTo>
                  <a:cubicBezTo>
                    <a:pt x="16942" y="70794"/>
                    <a:pt x="15799" y="65175"/>
                    <a:pt x="15799" y="59269"/>
                  </a:cubicBezTo>
                  <a:cubicBezTo>
                    <a:pt x="15799" y="35361"/>
                    <a:pt x="35231" y="15931"/>
                    <a:pt x="59138" y="15931"/>
                  </a:cubicBezTo>
                  <a:cubicBezTo>
                    <a:pt x="65044" y="15931"/>
                    <a:pt x="70663" y="17074"/>
                    <a:pt x="75807" y="19264"/>
                  </a:cubicBezTo>
                  <a:cubicBezTo>
                    <a:pt x="87332" y="24122"/>
                    <a:pt x="96381" y="33742"/>
                    <a:pt x="100286" y="45744"/>
                  </a:cubicBezTo>
                  <a:cubicBezTo>
                    <a:pt x="101715" y="50030"/>
                    <a:pt x="102382" y="54507"/>
                    <a:pt x="102382" y="59269"/>
                  </a:cubicBezTo>
                  <a:cubicBezTo>
                    <a:pt x="102382" y="83177"/>
                    <a:pt x="83046" y="102513"/>
                    <a:pt x="59138" y="102513"/>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1" name="Google Shape;127;p6"/>
            <p:cNvSpPr/>
            <p:nvPr/>
          </p:nvSpPr>
          <p:spPr>
            <a:xfrm>
              <a:off x="8543160" y="224280"/>
              <a:ext cx="9360" cy="224640"/>
            </a:xfrm>
            <a:custGeom>
              <a:avLst/>
              <a:gdLst>
                <a:gd name="textAreaLeft" fmla="*/ 0 w 9360"/>
                <a:gd name="textAreaRight" fmla="*/ 9720 w 9360"/>
                <a:gd name="textAreaTop" fmla="*/ 0 h 224640"/>
                <a:gd name="textAreaBottom" fmla="*/ 225000 h 224640"/>
              </a:gdLst>
              <a:ahLst/>
              <a:cxnLst/>
              <a:rect l="textAreaLeft" t="textAreaTop" r="textAreaRight" b="textAreaBottom"/>
              <a:pathLst>
                <a:path w="7620" h="174307">
                  <a:moveTo>
                    <a:pt x="3810" y="174308"/>
                  </a:moveTo>
                  <a:lnTo>
                    <a:pt x="3810" y="174308"/>
                  </a:lnTo>
                  <a:cubicBezTo>
                    <a:pt x="1714" y="174308"/>
                    <a:pt x="0" y="172593"/>
                    <a:pt x="0" y="170497"/>
                  </a:cubicBezTo>
                  <a:lnTo>
                    <a:pt x="0" y="3810"/>
                  </a:lnTo>
                  <a:cubicBezTo>
                    <a:pt x="0" y="1714"/>
                    <a:pt x="1714" y="0"/>
                    <a:pt x="3810" y="0"/>
                  </a:cubicBezTo>
                  <a:lnTo>
                    <a:pt x="3810" y="0"/>
                  </a:lnTo>
                  <a:cubicBezTo>
                    <a:pt x="5905" y="0"/>
                    <a:pt x="7620" y="1714"/>
                    <a:pt x="7620" y="3810"/>
                  </a:cubicBezTo>
                  <a:lnTo>
                    <a:pt x="7620" y="170497"/>
                  </a:lnTo>
                  <a:cubicBezTo>
                    <a:pt x="7620" y="172593"/>
                    <a:pt x="5905" y="174308"/>
                    <a:pt x="3810" y="174308"/>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642" name="Google Shape;128;p6"/>
          <p:cNvSpPr/>
          <p:nvPr/>
        </p:nvSpPr>
        <p:spPr>
          <a:xfrm rot="532800" flipH="1">
            <a:off x="-513720" y="4385160"/>
            <a:ext cx="1514520" cy="1224720"/>
          </a:xfrm>
          <a:custGeom>
            <a:avLst/>
            <a:gdLst>
              <a:gd name="textAreaLeft" fmla="*/ -360 w 1514520"/>
              <a:gd name="textAreaRight" fmla="*/ 1514520 w 1514520"/>
              <a:gd name="textAreaTop" fmla="*/ 0 h 1224720"/>
              <a:gd name="textAreaBottom" fmla="*/ 1225080 h 12247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643" name="Google Shape;129;p6"/>
          <p:cNvGrpSpPr/>
          <p:nvPr/>
        </p:nvGrpSpPr>
        <p:grpSpPr>
          <a:xfrm>
            <a:off x="-148680" y="4544280"/>
            <a:ext cx="783720" cy="583920"/>
            <a:chOff x="-148680" y="4544280"/>
            <a:chExt cx="783720" cy="583920"/>
          </a:xfrm>
        </p:grpSpPr>
        <p:grpSp>
          <p:nvGrpSpPr>
            <p:cNvPr id="644" name="Google Shape;130;p6"/>
            <p:cNvGrpSpPr/>
            <p:nvPr/>
          </p:nvGrpSpPr>
          <p:grpSpPr>
            <a:xfrm>
              <a:off x="-148680" y="4544280"/>
              <a:ext cx="783720" cy="583920"/>
              <a:chOff x="-148680" y="4544280"/>
              <a:chExt cx="783720" cy="583920"/>
            </a:xfrm>
          </p:grpSpPr>
          <p:sp>
            <p:nvSpPr>
              <p:cNvPr id="645" name="Google Shape;131;p6"/>
              <p:cNvSpPr/>
              <p:nvPr/>
            </p:nvSpPr>
            <p:spPr>
              <a:xfrm>
                <a:off x="25920" y="4544280"/>
                <a:ext cx="609120" cy="409680"/>
              </a:xfrm>
              <a:custGeom>
                <a:avLst/>
                <a:gdLst>
                  <a:gd name="textAreaLeft" fmla="*/ 0 w 609120"/>
                  <a:gd name="textAreaRight" fmla="*/ 609480 w 609120"/>
                  <a:gd name="textAreaTop" fmla="*/ 0 h 409680"/>
                  <a:gd name="textAreaBottom" fmla="*/ 410040 h 409680"/>
                </a:gdLst>
                <a:ahLst/>
                <a:cxnLst/>
                <a:rect l="textAreaLeft" t="textAreaTop" r="textAreaRight" b="textAreaBottom"/>
                <a:pathLst>
                  <a:path w="445389" h="299466">
                    <a:moveTo>
                      <a:pt x="139065" y="7620"/>
                    </a:moveTo>
                    <a:lnTo>
                      <a:pt x="173355" y="41910"/>
                    </a:lnTo>
                    <a:cubicBezTo>
                      <a:pt x="178308" y="46863"/>
                      <a:pt x="185071" y="49721"/>
                      <a:pt x="192119" y="49721"/>
                    </a:cubicBezTo>
                    <a:lnTo>
                      <a:pt x="418910" y="49721"/>
                    </a:lnTo>
                    <a:cubicBezTo>
                      <a:pt x="433578" y="49721"/>
                      <a:pt x="445389" y="61627"/>
                      <a:pt x="445389" y="76200"/>
                    </a:cubicBezTo>
                    <a:lnTo>
                      <a:pt x="445389" y="272987"/>
                    </a:lnTo>
                    <a:cubicBezTo>
                      <a:pt x="445389" y="287655"/>
                      <a:pt x="433483" y="299466"/>
                      <a:pt x="418910" y="299466"/>
                    </a:cubicBezTo>
                    <a:lnTo>
                      <a:pt x="26479" y="299466"/>
                    </a:lnTo>
                    <a:cubicBezTo>
                      <a:pt x="11811" y="299466"/>
                      <a:pt x="0" y="287560"/>
                      <a:pt x="0" y="272987"/>
                    </a:cubicBezTo>
                    <a:lnTo>
                      <a:pt x="0" y="26479"/>
                    </a:lnTo>
                    <a:cubicBezTo>
                      <a:pt x="0" y="11811"/>
                      <a:pt x="11906" y="0"/>
                      <a:pt x="26479" y="0"/>
                    </a:cubicBezTo>
                    <a:lnTo>
                      <a:pt x="120396" y="0"/>
                    </a:lnTo>
                    <a:cubicBezTo>
                      <a:pt x="127444" y="0"/>
                      <a:pt x="134207" y="2762"/>
                      <a:pt x="139160" y="7715"/>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6" name="Google Shape;132;p6"/>
              <p:cNvSpPr/>
              <p:nvPr/>
            </p:nvSpPr>
            <p:spPr>
              <a:xfrm>
                <a:off x="-61560" y="4631400"/>
                <a:ext cx="609120" cy="409680"/>
              </a:xfrm>
              <a:custGeom>
                <a:avLst/>
                <a:gdLst>
                  <a:gd name="textAreaLeft" fmla="*/ 0 w 609120"/>
                  <a:gd name="textAreaRight" fmla="*/ 609480 w 609120"/>
                  <a:gd name="textAreaTop" fmla="*/ 0 h 409680"/>
                  <a:gd name="textAreaBottom" fmla="*/ 410040 h 409680"/>
                </a:gdLst>
                <a:ahLst/>
                <a:cxnLst/>
                <a:rect l="textAreaLeft" t="textAreaTop" r="textAreaRight" b="textAreaBottom"/>
                <a:pathLst>
                  <a:path w="445389" h="299465">
                    <a:moveTo>
                      <a:pt x="139065" y="7715"/>
                    </a:moveTo>
                    <a:lnTo>
                      <a:pt x="173355" y="42005"/>
                    </a:lnTo>
                    <a:cubicBezTo>
                      <a:pt x="178308" y="46958"/>
                      <a:pt x="185071" y="49721"/>
                      <a:pt x="192119" y="49721"/>
                    </a:cubicBezTo>
                    <a:lnTo>
                      <a:pt x="418909" y="49721"/>
                    </a:lnTo>
                    <a:cubicBezTo>
                      <a:pt x="433578" y="49721"/>
                      <a:pt x="445389" y="61627"/>
                      <a:pt x="445389" y="76200"/>
                    </a:cubicBezTo>
                    <a:lnTo>
                      <a:pt x="445389" y="272986"/>
                    </a:lnTo>
                    <a:cubicBezTo>
                      <a:pt x="445389" y="287655"/>
                      <a:pt x="433483" y="299466"/>
                      <a:pt x="418909" y="299466"/>
                    </a:cubicBezTo>
                    <a:lnTo>
                      <a:pt x="26480" y="299466"/>
                    </a:lnTo>
                    <a:cubicBezTo>
                      <a:pt x="11811" y="299466"/>
                      <a:pt x="0" y="287560"/>
                      <a:pt x="0" y="272986"/>
                    </a:cubicBezTo>
                    <a:lnTo>
                      <a:pt x="0" y="26479"/>
                    </a:lnTo>
                    <a:cubicBezTo>
                      <a:pt x="0" y="11811"/>
                      <a:pt x="11906" y="0"/>
                      <a:pt x="26480" y="0"/>
                    </a:cubicBezTo>
                    <a:lnTo>
                      <a:pt x="120396" y="0"/>
                    </a:lnTo>
                    <a:cubicBezTo>
                      <a:pt x="127445" y="0"/>
                      <a:pt x="134207" y="2762"/>
                      <a:pt x="139160" y="7715"/>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7" name="Google Shape;133;p6"/>
              <p:cNvSpPr/>
              <p:nvPr/>
            </p:nvSpPr>
            <p:spPr>
              <a:xfrm>
                <a:off x="-148680" y="4718520"/>
                <a:ext cx="609120" cy="409680"/>
              </a:xfrm>
              <a:custGeom>
                <a:avLst/>
                <a:gdLst>
                  <a:gd name="textAreaLeft" fmla="*/ 0 w 609120"/>
                  <a:gd name="textAreaRight" fmla="*/ 609480 w 609120"/>
                  <a:gd name="textAreaTop" fmla="*/ 0 h 409680"/>
                  <a:gd name="textAreaBottom" fmla="*/ 410040 h 409680"/>
                </a:gdLst>
                <a:ahLst/>
                <a:cxnLst/>
                <a:rect l="textAreaLeft" t="textAreaTop" r="textAreaRight" b="textAreaBottom"/>
                <a:pathLst>
                  <a:path w="445389" h="299466">
                    <a:moveTo>
                      <a:pt x="139065" y="7715"/>
                    </a:moveTo>
                    <a:lnTo>
                      <a:pt x="173355" y="42005"/>
                    </a:lnTo>
                    <a:cubicBezTo>
                      <a:pt x="178308" y="46958"/>
                      <a:pt x="185071" y="49721"/>
                      <a:pt x="192119" y="49721"/>
                    </a:cubicBezTo>
                    <a:lnTo>
                      <a:pt x="418909" y="49721"/>
                    </a:lnTo>
                    <a:cubicBezTo>
                      <a:pt x="433578" y="49721"/>
                      <a:pt x="445389" y="61627"/>
                      <a:pt x="445389" y="76200"/>
                    </a:cubicBezTo>
                    <a:lnTo>
                      <a:pt x="445389" y="272987"/>
                    </a:lnTo>
                    <a:cubicBezTo>
                      <a:pt x="445389" y="287655"/>
                      <a:pt x="433483" y="299466"/>
                      <a:pt x="418909" y="299466"/>
                    </a:cubicBezTo>
                    <a:lnTo>
                      <a:pt x="26479" y="299466"/>
                    </a:lnTo>
                    <a:cubicBezTo>
                      <a:pt x="11811" y="299466"/>
                      <a:pt x="0" y="287560"/>
                      <a:pt x="0" y="272987"/>
                    </a:cubicBezTo>
                    <a:lnTo>
                      <a:pt x="0" y="26479"/>
                    </a:lnTo>
                    <a:cubicBezTo>
                      <a:pt x="0" y="11811"/>
                      <a:pt x="11906" y="0"/>
                      <a:pt x="26479" y="0"/>
                    </a:cubicBezTo>
                    <a:lnTo>
                      <a:pt x="120396" y="0"/>
                    </a:lnTo>
                    <a:cubicBezTo>
                      <a:pt x="127444" y="0"/>
                      <a:pt x="134207" y="2762"/>
                      <a:pt x="139160" y="7715"/>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648" name="Google Shape;134;p6"/>
            <p:cNvSpPr/>
            <p:nvPr/>
          </p:nvSpPr>
          <p:spPr>
            <a:xfrm>
              <a:off x="1080" y="4886280"/>
              <a:ext cx="304920" cy="139320"/>
            </a:xfrm>
            <a:custGeom>
              <a:avLst/>
              <a:gdLst>
                <a:gd name="textAreaLeft" fmla="*/ 0 w 304920"/>
                <a:gd name="textAreaRight" fmla="*/ 305280 w 304920"/>
                <a:gd name="textAreaTop" fmla="*/ 0 h 139320"/>
                <a:gd name="textAreaBottom" fmla="*/ 139680 h 139320"/>
              </a:gdLst>
              <a:ahLst/>
              <a:cxnLst/>
              <a:rect l="textAreaLeft" t="textAreaTop" r="textAreaRight" b="textAreaBottom"/>
              <a:pathLst>
                <a:path w="222980" h="101917">
                  <a:moveTo>
                    <a:pt x="25051" y="45529"/>
                  </a:moveTo>
                  <a:lnTo>
                    <a:pt x="0" y="45529"/>
                  </a:lnTo>
                  <a:lnTo>
                    <a:pt x="0" y="56388"/>
                  </a:lnTo>
                  <a:lnTo>
                    <a:pt x="25051" y="56388"/>
                  </a:lnTo>
                  <a:lnTo>
                    <a:pt x="25051" y="45529"/>
                  </a:lnTo>
                  <a:close/>
                  <a:moveTo>
                    <a:pt x="115538" y="79153"/>
                  </a:moveTo>
                  <a:lnTo>
                    <a:pt x="184023" y="79153"/>
                  </a:lnTo>
                  <a:lnTo>
                    <a:pt x="184023" y="68294"/>
                  </a:lnTo>
                  <a:lnTo>
                    <a:pt x="115538" y="68294"/>
                  </a:lnTo>
                  <a:lnTo>
                    <a:pt x="115538" y="79153"/>
                  </a:lnTo>
                  <a:close/>
                  <a:moveTo>
                    <a:pt x="32766" y="56388"/>
                  </a:moveTo>
                  <a:lnTo>
                    <a:pt x="129730" y="56388"/>
                  </a:lnTo>
                  <a:lnTo>
                    <a:pt x="129730" y="45529"/>
                  </a:lnTo>
                  <a:lnTo>
                    <a:pt x="32766" y="45529"/>
                  </a:lnTo>
                  <a:lnTo>
                    <a:pt x="32766" y="56388"/>
                  </a:lnTo>
                  <a:close/>
                  <a:moveTo>
                    <a:pt x="184023" y="0"/>
                  </a:moveTo>
                  <a:lnTo>
                    <a:pt x="23908" y="0"/>
                  </a:lnTo>
                  <a:lnTo>
                    <a:pt x="23908" y="10858"/>
                  </a:lnTo>
                  <a:lnTo>
                    <a:pt x="184023" y="10858"/>
                  </a:lnTo>
                  <a:lnTo>
                    <a:pt x="184023" y="0"/>
                  </a:lnTo>
                  <a:close/>
                  <a:moveTo>
                    <a:pt x="47815" y="22765"/>
                  </a:moveTo>
                  <a:lnTo>
                    <a:pt x="0" y="22765"/>
                  </a:lnTo>
                  <a:lnTo>
                    <a:pt x="0" y="33623"/>
                  </a:lnTo>
                  <a:lnTo>
                    <a:pt x="47815" y="33623"/>
                  </a:lnTo>
                  <a:lnTo>
                    <a:pt x="47815" y="22765"/>
                  </a:lnTo>
                  <a:close/>
                  <a:moveTo>
                    <a:pt x="102584" y="68294"/>
                  </a:moveTo>
                  <a:lnTo>
                    <a:pt x="0" y="68294"/>
                  </a:lnTo>
                  <a:lnTo>
                    <a:pt x="0" y="79153"/>
                  </a:lnTo>
                  <a:lnTo>
                    <a:pt x="102584" y="79153"/>
                  </a:lnTo>
                  <a:lnTo>
                    <a:pt x="102584" y="68294"/>
                  </a:lnTo>
                  <a:close/>
                  <a:moveTo>
                    <a:pt x="146875" y="101918"/>
                  </a:moveTo>
                  <a:lnTo>
                    <a:pt x="195644" y="101918"/>
                  </a:lnTo>
                  <a:lnTo>
                    <a:pt x="195644" y="91059"/>
                  </a:lnTo>
                  <a:lnTo>
                    <a:pt x="146875" y="91059"/>
                  </a:lnTo>
                  <a:lnTo>
                    <a:pt x="146875" y="101918"/>
                  </a:lnTo>
                  <a:close/>
                  <a:moveTo>
                    <a:pt x="0" y="101918"/>
                  </a:moveTo>
                  <a:lnTo>
                    <a:pt x="62198" y="101918"/>
                  </a:lnTo>
                  <a:lnTo>
                    <a:pt x="62198" y="91059"/>
                  </a:lnTo>
                  <a:lnTo>
                    <a:pt x="0" y="91059"/>
                  </a:lnTo>
                  <a:lnTo>
                    <a:pt x="0" y="101918"/>
                  </a:lnTo>
                  <a:close/>
                  <a:moveTo>
                    <a:pt x="60769" y="33623"/>
                  </a:moveTo>
                  <a:lnTo>
                    <a:pt x="222980" y="33623"/>
                  </a:lnTo>
                  <a:lnTo>
                    <a:pt x="222980" y="22765"/>
                  </a:lnTo>
                  <a:lnTo>
                    <a:pt x="60769" y="22765"/>
                  </a:lnTo>
                  <a:lnTo>
                    <a:pt x="60769" y="33623"/>
                  </a:lnTo>
                  <a:close/>
                  <a:moveTo>
                    <a:pt x="190500" y="0"/>
                  </a:moveTo>
                  <a:lnTo>
                    <a:pt x="190500" y="10858"/>
                  </a:lnTo>
                  <a:lnTo>
                    <a:pt x="222980" y="10858"/>
                  </a:lnTo>
                  <a:lnTo>
                    <a:pt x="222980" y="0"/>
                  </a:lnTo>
                  <a:lnTo>
                    <a:pt x="190500" y="0"/>
                  </a:lnTo>
                  <a:close/>
                  <a:moveTo>
                    <a:pt x="137350" y="56388"/>
                  </a:moveTo>
                  <a:lnTo>
                    <a:pt x="222980" y="56388"/>
                  </a:lnTo>
                  <a:lnTo>
                    <a:pt x="222980" y="45529"/>
                  </a:lnTo>
                  <a:lnTo>
                    <a:pt x="137350" y="45529"/>
                  </a:lnTo>
                  <a:lnTo>
                    <a:pt x="137350" y="56388"/>
                  </a:lnTo>
                  <a:close/>
                  <a:moveTo>
                    <a:pt x="196882" y="79153"/>
                  </a:moveTo>
                  <a:lnTo>
                    <a:pt x="222885" y="79153"/>
                  </a:lnTo>
                  <a:lnTo>
                    <a:pt x="222885" y="68294"/>
                  </a:lnTo>
                  <a:lnTo>
                    <a:pt x="196882" y="68294"/>
                  </a:lnTo>
                  <a:lnTo>
                    <a:pt x="196882" y="79153"/>
                  </a:lnTo>
                  <a:close/>
                  <a:moveTo>
                    <a:pt x="75057" y="101918"/>
                  </a:moveTo>
                  <a:lnTo>
                    <a:pt x="139065" y="101918"/>
                  </a:lnTo>
                  <a:lnTo>
                    <a:pt x="139065" y="91059"/>
                  </a:lnTo>
                  <a:lnTo>
                    <a:pt x="75057" y="91059"/>
                  </a:lnTo>
                  <a:lnTo>
                    <a:pt x="75057" y="101918"/>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649" name="Google Shape;135;p6"/>
          <p:cNvSpPr/>
          <p:nvPr/>
        </p:nvSpPr>
        <p:spPr>
          <a:xfrm rot="5844000">
            <a:off x="8030880" y="2339280"/>
            <a:ext cx="2404080" cy="1318320"/>
          </a:xfrm>
          <a:custGeom>
            <a:avLst/>
            <a:gdLst>
              <a:gd name="textAreaLeft" fmla="*/ 0 w 2404080"/>
              <a:gd name="textAreaRight" fmla="*/ 2404440 w 2404080"/>
              <a:gd name="textAreaTop" fmla="*/ 0 h 1318320"/>
              <a:gd name="textAreaBottom" fmla="*/ 1318680 h 13183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sp>
        <p:nvSpPr>
          <p:cNvPr id="650" name="PlaceHolder 1"/>
          <p:cNvSpPr>
            <a:spLocks noGrp="1"/>
          </p:cNvSpPr>
          <p:nvPr>
            <p:ph type="title"/>
          </p:nvPr>
        </p:nvSpPr>
        <p:spPr>
          <a:xfrm>
            <a:off x="811800" y="1032840"/>
            <a:ext cx="2804040" cy="1006560"/>
          </a:xfrm>
          <a:prstGeom prst="rect">
            <a:avLst/>
          </a:prstGeom>
          <a:noFill/>
          <a:ln w="0">
            <a:noFill/>
          </a:ln>
        </p:spPr>
        <p:txBody>
          <a:bodyPr lIns="91440" tIns="91440" rIns="91440" bIns="91440" anchor="b">
            <a:noAutofit/>
          </a:bodyPr>
          <a:lstStyle/>
          <a:p>
            <a:pPr indent="0">
              <a:buNone/>
            </a:pPr>
            <a:r>
              <a:rPr lang="fr-FR" sz="3000" b="0" u="none" strike="noStrike">
                <a:solidFill>
                  <a:schemeClr val="dk1"/>
                </a:solidFill>
                <a:effectLst/>
                <a:uFillTx/>
                <a:latin typeface="Arial"/>
              </a:rPr>
              <a:t>Click to edit the title text format</a:t>
            </a:r>
          </a:p>
        </p:txBody>
      </p:sp>
      <p:sp>
        <p:nvSpPr>
          <p:cNvPr id="651" name="PlaceHolder 2"/>
          <p:cNvSpPr>
            <a:spLocks noGrp="1"/>
          </p:cNvSpPr>
          <p:nvPr>
            <p:ph type="body"/>
          </p:nvPr>
        </p:nvSpPr>
        <p:spPr>
          <a:xfrm>
            <a:off x="5668920" y="1076400"/>
            <a:ext cx="2990160" cy="2990160"/>
          </a:xfrm>
          <a:prstGeom prst="rect">
            <a:avLst/>
          </a:prstGeom>
          <a:noFill/>
          <a:ln w="0">
            <a:noFill/>
          </a:ln>
        </p:spPr>
        <p:txBody>
          <a:bodyPr lIns="90000" tIns="45000" rIns="90000" bIns="45000" anchor="t">
            <a:normAutofit fontScale="40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652" name="Google Shape;140;p7"/>
          <p:cNvSpPr/>
          <p:nvPr/>
        </p:nvSpPr>
        <p:spPr>
          <a:xfrm rot="19218600">
            <a:off x="-1265040" y="-661320"/>
            <a:ext cx="3096000" cy="2008800"/>
          </a:xfrm>
          <a:custGeom>
            <a:avLst/>
            <a:gdLst>
              <a:gd name="textAreaLeft" fmla="*/ 0 w 3096000"/>
              <a:gd name="textAreaRight" fmla="*/ 3096360 w 3096000"/>
              <a:gd name="textAreaTop" fmla="*/ 0 h 2008800"/>
              <a:gd name="textAreaBottom" fmla="*/ 2009160 h 200880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3" name="Google Shape;141;p7"/>
          <p:cNvSpPr/>
          <p:nvPr/>
        </p:nvSpPr>
        <p:spPr>
          <a:xfrm rot="14303400">
            <a:off x="-734760" y="4231800"/>
            <a:ext cx="2035800" cy="1508400"/>
          </a:xfrm>
          <a:custGeom>
            <a:avLst/>
            <a:gdLst>
              <a:gd name="textAreaLeft" fmla="*/ 0 w 2035800"/>
              <a:gd name="textAreaRight" fmla="*/ 2036160 w 2035800"/>
              <a:gd name="textAreaTop" fmla="*/ 0 h 1508400"/>
              <a:gd name="textAreaBottom" fmla="*/ 1508760 h 150840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654" name="Google Shape;142;p7"/>
          <p:cNvGrpSpPr/>
          <p:nvPr/>
        </p:nvGrpSpPr>
        <p:grpSpPr>
          <a:xfrm>
            <a:off x="65160" y="4372920"/>
            <a:ext cx="877680" cy="654480"/>
            <a:chOff x="65160" y="4372920"/>
            <a:chExt cx="877680" cy="654480"/>
          </a:xfrm>
        </p:grpSpPr>
        <p:grpSp>
          <p:nvGrpSpPr>
            <p:cNvPr id="655" name="Google Shape;143;p7"/>
            <p:cNvGrpSpPr/>
            <p:nvPr/>
          </p:nvGrpSpPr>
          <p:grpSpPr>
            <a:xfrm>
              <a:off x="65160" y="4372920"/>
              <a:ext cx="877680" cy="654480"/>
              <a:chOff x="65160" y="4372920"/>
              <a:chExt cx="877680" cy="654480"/>
            </a:xfrm>
          </p:grpSpPr>
          <p:sp>
            <p:nvSpPr>
              <p:cNvPr id="656" name="Google Shape;144;p7"/>
              <p:cNvSpPr/>
              <p:nvPr/>
            </p:nvSpPr>
            <p:spPr>
              <a:xfrm>
                <a:off x="260640" y="437292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715"/>
                    </a:moveTo>
                    <a:lnTo>
                      <a:pt x="173450" y="42005"/>
                    </a:lnTo>
                    <a:cubicBezTo>
                      <a:pt x="178403" y="46958"/>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35363B"/>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7" name="Google Shape;145;p7"/>
              <p:cNvSpPr/>
              <p:nvPr/>
            </p:nvSpPr>
            <p:spPr>
              <a:xfrm>
                <a:off x="162720" y="447084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42444F"/>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8" name="Google Shape;146;p7"/>
              <p:cNvSpPr/>
              <p:nvPr/>
            </p:nvSpPr>
            <p:spPr>
              <a:xfrm>
                <a:off x="65160" y="456876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80" y="299466"/>
                    </a:lnTo>
                    <a:cubicBezTo>
                      <a:pt x="11811" y="299466"/>
                      <a:pt x="0" y="287560"/>
                      <a:pt x="0" y="272987"/>
                    </a:cubicBezTo>
                    <a:lnTo>
                      <a:pt x="0" y="26479"/>
                    </a:lnTo>
                    <a:cubicBezTo>
                      <a:pt x="0" y="11811"/>
                      <a:pt x="11906" y="0"/>
                      <a:pt x="26480" y="0"/>
                    </a:cubicBezTo>
                    <a:lnTo>
                      <a:pt x="120396" y="0"/>
                    </a:lnTo>
                    <a:cubicBezTo>
                      <a:pt x="127445" y="0"/>
                      <a:pt x="134207" y="2762"/>
                      <a:pt x="139160" y="7811"/>
                    </a:cubicBezTo>
                    <a:close/>
                  </a:path>
                </a:pathLst>
              </a:custGeom>
              <a:solidFill>
                <a:srgbClr val="6F708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659" name="Google Shape;147;p7"/>
            <p:cNvSpPr/>
            <p:nvPr/>
          </p:nvSpPr>
          <p:spPr>
            <a:xfrm>
              <a:off x="354240" y="4783320"/>
              <a:ext cx="105120" cy="125280"/>
            </a:xfrm>
            <a:custGeom>
              <a:avLst/>
              <a:gdLst>
                <a:gd name="textAreaLeft" fmla="*/ 0 w 105120"/>
                <a:gd name="textAreaRight" fmla="*/ 105480 w 105120"/>
                <a:gd name="textAreaTop" fmla="*/ 0 h 125280"/>
                <a:gd name="textAreaBottom" fmla="*/ 125640 h 125280"/>
              </a:gdLst>
              <a:ahLst/>
              <a:cxnLst/>
              <a:rect l="textAreaLeft" t="textAreaTop" r="textAreaRight" b="textAreaBottom"/>
              <a:pathLst>
                <a:path w="68735" h="82063">
                  <a:moveTo>
                    <a:pt x="0" y="6471"/>
                  </a:moveTo>
                  <a:lnTo>
                    <a:pt x="0" y="75527"/>
                  </a:lnTo>
                  <a:cubicBezTo>
                    <a:pt x="0" y="80575"/>
                    <a:pt x="5524" y="83719"/>
                    <a:pt x="9811" y="81147"/>
                  </a:cubicBezTo>
                  <a:lnTo>
                    <a:pt x="65532" y="48095"/>
                  </a:lnTo>
                  <a:cubicBezTo>
                    <a:pt x="69723" y="45619"/>
                    <a:pt x="69818" y="39618"/>
                    <a:pt x="65723" y="37046"/>
                  </a:cubicBezTo>
                  <a:lnTo>
                    <a:pt x="10001" y="1042"/>
                  </a:lnTo>
                  <a:cubicBezTo>
                    <a:pt x="5715" y="-1721"/>
                    <a:pt x="0" y="1327"/>
                    <a:pt x="0" y="647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sp>
        <p:nvSpPr>
          <p:cNvPr id="660" name="PlaceHolder 1"/>
          <p:cNvSpPr>
            <a:spLocks noGrp="1"/>
          </p:cNvSpPr>
          <p:nvPr>
            <p:ph type="title"/>
          </p:nvPr>
        </p:nvSpPr>
        <p:spPr>
          <a:xfrm>
            <a:off x="2318040" y="1307160"/>
            <a:ext cx="4507920" cy="2529000"/>
          </a:xfrm>
          <a:prstGeom prst="rect">
            <a:avLst/>
          </a:prstGeom>
          <a:noFill/>
          <a:ln w="0">
            <a:noFill/>
          </a:ln>
        </p:spPr>
        <p:txBody>
          <a:bodyPr lIns="91440" tIns="91440" rIns="91440" bIns="91440" anchor="ctr">
            <a:noAutofit/>
          </a:bodyPr>
          <a:lstStyle/>
          <a:p>
            <a:pPr indent="0">
              <a:buNone/>
            </a:pPr>
            <a:r>
              <a:rPr lang="fr-FR" sz="10000" b="0" u="none" strike="noStrike">
                <a:solidFill>
                  <a:schemeClr val="dk1"/>
                </a:solidFill>
                <a:effectLst/>
                <a:uFillTx/>
                <a:latin typeface="Arial"/>
              </a:rPr>
              <a:t>Click to edit the title text format</a:t>
            </a:r>
          </a:p>
        </p:txBody>
      </p:sp>
      <p:sp>
        <p:nvSpPr>
          <p:cNvPr id="661" name="Google Shape;150;p8"/>
          <p:cNvSpPr/>
          <p:nvPr/>
        </p:nvSpPr>
        <p:spPr>
          <a:xfrm rot="18336600" flipH="1">
            <a:off x="5846760" y="3927960"/>
            <a:ext cx="2997360" cy="2575800"/>
          </a:xfrm>
          <a:custGeom>
            <a:avLst/>
            <a:gdLst>
              <a:gd name="textAreaLeft" fmla="*/ 360 w 2997360"/>
              <a:gd name="textAreaRight" fmla="*/ 2998080 w 2997360"/>
              <a:gd name="textAreaTop" fmla="*/ 0 h 2575800"/>
              <a:gd name="textAreaBottom" fmla="*/ 2576160 h 257580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2" name="Google Shape;151;p8"/>
          <p:cNvSpPr/>
          <p:nvPr/>
        </p:nvSpPr>
        <p:spPr>
          <a:xfrm rot="460800" flipH="1">
            <a:off x="6386400" y="-1517040"/>
            <a:ext cx="4086720" cy="3304440"/>
          </a:xfrm>
          <a:custGeom>
            <a:avLst/>
            <a:gdLst>
              <a:gd name="textAreaLeft" fmla="*/ 360 w 4086720"/>
              <a:gd name="textAreaRight" fmla="*/ 4087440 w 4086720"/>
              <a:gd name="textAreaTop" fmla="*/ 0 h 3304440"/>
              <a:gd name="textAreaBottom" fmla="*/ 3304800 h 330444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3" name="Google Shape;152;p8"/>
          <p:cNvSpPr/>
          <p:nvPr/>
        </p:nvSpPr>
        <p:spPr>
          <a:xfrm rot="17007000" flipH="1">
            <a:off x="6120" y="113040"/>
            <a:ext cx="642600" cy="519480"/>
          </a:xfrm>
          <a:custGeom>
            <a:avLst/>
            <a:gdLst>
              <a:gd name="textAreaLeft" fmla="*/ -360 w 642600"/>
              <a:gd name="textAreaRight" fmla="*/ 642600 w 642600"/>
              <a:gd name="textAreaTop" fmla="*/ 0 h 519480"/>
              <a:gd name="textAreaBottom" fmla="*/ 519840 h 51948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sp>
        <p:nvSpPr>
          <p:cNvPr id="664" name="PlaceHolder 1"/>
          <p:cNvSpPr>
            <a:spLocks noGrp="1"/>
          </p:cNvSpPr>
          <p:nvPr>
            <p:ph type="title"/>
          </p:nvPr>
        </p:nvSpPr>
        <p:spPr>
          <a:xfrm>
            <a:off x="2135520" y="1189080"/>
            <a:ext cx="4872600" cy="1964160"/>
          </a:xfrm>
          <a:prstGeom prst="rect">
            <a:avLst/>
          </a:prstGeom>
          <a:noFill/>
          <a:ln w="0">
            <a:noFill/>
          </a:ln>
        </p:spPr>
        <p:txBody>
          <a:bodyPr lIns="91440" tIns="91440" rIns="91440" bIns="91440" anchor="ctr">
            <a:noAutofit/>
          </a:bodyPr>
          <a:lstStyle/>
          <a:p>
            <a:pPr indent="0">
              <a:buNone/>
            </a:pPr>
            <a:r>
              <a:rPr lang="fr-FR" sz="15000" b="0" u="none" strike="noStrike">
                <a:solidFill>
                  <a:schemeClr val="dk1"/>
                </a:solidFill>
                <a:effectLst/>
                <a:uFillTx/>
                <a:latin typeface="Arial"/>
              </a:rPr>
              <a:t>Click to edit the title text format</a:t>
            </a:r>
          </a:p>
        </p:txBody>
      </p:sp>
      <p:sp>
        <p:nvSpPr>
          <p:cNvPr id="665" name="Google Shape;156;p9"/>
          <p:cNvSpPr/>
          <p:nvPr/>
        </p:nvSpPr>
        <p:spPr>
          <a:xfrm rot="3263400">
            <a:off x="-163440" y="3927960"/>
            <a:ext cx="2997360" cy="2575800"/>
          </a:xfrm>
          <a:custGeom>
            <a:avLst/>
            <a:gdLst>
              <a:gd name="textAreaLeft" fmla="*/ 0 w 2997360"/>
              <a:gd name="textAreaRight" fmla="*/ 2997720 w 2997360"/>
              <a:gd name="textAreaTop" fmla="*/ 0 h 2575800"/>
              <a:gd name="textAreaBottom" fmla="*/ 2576160 h 257580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6" name="Google Shape;157;p9"/>
          <p:cNvSpPr/>
          <p:nvPr/>
        </p:nvSpPr>
        <p:spPr>
          <a:xfrm rot="21139200">
            <a:off x="-1793160" y="-1517040"/>
            <a:ext cx="4086720" cy="3304440"/>
          </a:xfrm>
          <a:custGeom>
            <a:avLst/>
            <a:gdLst>
              <a:gd name="textAreaLeft" fmla="*/ 0 w 4086720"/>
              <a:gd name="textAreaRight" fmla="*/ 4087080 w 4086720"/>
              <a:gd name="textAreaTop" fmla="*/ 0 h 3304440"/>
              <a:gd name="textAreaBottom" fmla="*/ 3304800 h 330444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7" name="Google Shape;158;p9"/>
          <p:cNvSpPr/>
          <p:nvPr/>
        </p:nvSpPr>
        <p:spPr>
          <a:xfrm rot="4591800">
            <a:off x="7797600" y="592920"/>
            <a:ext cx="1474920" cy="1192320"/>
          </a:xfrm>
          <a:custGeom>
            <a:avLst/>
            <a:gdLst>
              <a:gd name="textAreaLeft" fmla="*/ 0 w 1474920"/>
              <a:gd name="textAreaRight" fmla="*/ 1475280 w 1474920"/>
              <a:gd name="textAreaTop" fmla="*/ 0 h 1192320"/>
              <a:gd name="textAreaBottom" fmla="*/ 1192680 h 11923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668" name="PlaceHolder 1"/>
          <p:cNvSpPr>
            <a:spLocks noGrp="1"/>
          </p:cNvSpPr>
          <p:nvPr>
            <p:ph type="title"/>
          </p:nvPr>
        </p:nvSpPr>
        <p:spPr>
          <a:xfrm>
            <a:off x="720000" y="4014360"/>
            <a:ext cx="7703640" cy="572400"/>
          </a:xfrm>
          <a:prstGeom prst="rect">
            <a:avLst/>
          </a:prstGeom>
          <a:solidFill>
            <a:schemeClr val="accent2"/>
          </a:solid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rgbClr val="0E2A47"/>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CUSTOM">
    <p:bg>
      <p:bgPr>
        <a:solidFill>
          <a:srgbClr val="0E2A47"/>
        </a:solidFill>
        <a:effectLst/>
      </p:bgPr>
    </p:bg>
    <p:spTree>
      <p:nvGrpSpPr>
        <p:cNvPr id="1" name=""/>
        <p:cNvGrpSpPr/>
        <p:nvPr/>
      </p:nvGrpSpPr>
      <p:grpSpPr>
        <a:xfrm>
          <a:off x="0" y="0"/>
          <a:ext cx="0" cy="0"/>
          <a:chOff x="0" y="0"/>
          <a:chExt cx="0" cy="0"/>
        </a:xfrm>
      </p:grpSpPr>
      <p:sp>
        <p:nvSpPr>
          <p:cNvPr id="669" name="PlaceHolder 1"/>
          <p:cNvSpPr>
            <a:spLocks noGrp="1"/>
          </p:cNvSpPr>
          <p:nvPr>
            <p:ph type="title"/>
          </p:nvPr>
        </p:nvSpPr>
        <p:spPr>
          <a:xfrm>
            <a:off x="716760" y="510840"/>
            <a:ext cx="7710120" cy="482040"/>
          </a:xfrm>
          <a:prstGeom prst="rect">
            <a:avLst/>
          </a:prstGeom>
          <a:noFill/>
          <a:ln w="0">
            <a:noFill/>
          </a:ln>
        </p:spPr>
        <p:txBody>
          <a:bodyPr lIns="91440" tIns="91440" rIns="91440" bIns="91440" anchor="t">
            <a:noAutofit/>
          </a:bodyPr>
          <a:lstStyle/>
          <a:p>
            <a:pPr indent="0">
              <a:buNone/>
            </a:pPr>
            <a:r>
              <a:rPr lang="fr-FR" sz="24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25.xml"/><Relationship Id="rId1"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3" r:id="rId1"/>
    <p:sldLayoutId id="2147483674"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0" name="Google Shape;754;p28"/>
          <p:cNvSpPr/>
          <p:nvPr/>
        </p:nvSpPr>
        <p:spPr>
          <a:xfrm rot="1053600">
            <a:off x="4909680" y="420840"/>
            <a:ext cx="4314600" cy="4418280"/>
          </a:xfrm>
          <a:custGeom>
            <a:avLst/>
            <a:gdLst>
              <a:gd name="textAreaLeft" fmla="*/ 0 w 4314600"/>
              <a:gd name="textAreaRight" fmla="*/ 4314960 w 4314600"/>
              <a:gd name="textAreaTop" fmla="*/ 0 h 4418280"/>
              <a:gd name="textAreaBottom" fmla="*/ 4418640 h 4418280"/>
            </a:gdLst>
            <a:ahLst/>
            <a:cxnLst/>
            <a:rect l="textAreaLeft" t="textAreaTop" r="textAreaRight" b="textAreaBottom"/>
            <a:pathLst>
              <a:path w="45721" h="44028">
                <a:moveTo>
                  <a:pt x="22493" y="0"/>
                </a:moveTo>
                <a:cubicBezTo>
                  <a:pt x="21088" y="0"/>
                  <a:pt x="19696" y="207"/>
                  <a:pt x="18384" y="686"/>
                </a:cubicBezTo>
                <a:cubicBezTo>
                  <a:pt x="16538" y="1365"/>
                  <a:pt x="14788" y="2674"/>
                  <a:pt x="13800" y="4401"/>
                </a:cubicBezTo>
                <a:cubicBezTo>
                  <a:pt x="12502" y="6663"/>
                  <a:pt x="12633" y="9461"/>
                  <a:pt x="11597" y="11842"/>
                </a:cubicBezTo>
                <a:cubicBezTo>
                  <a:pt x="10764" y="13771"/>
                  <a:pt x="8704" y="14926"/>
                  <a:pt x="7073" y="16116"/>
                </a:cubicBezTo>
                <a:cubicBezTo>
                  <a:pt x="4548" y="17962"/>
                  <a:pt x="2048" y="20141"/>
                  <a:pt x="1179" y="23260"/>
                </a:cubicBezTo>
                <a:cubicBezTo>
                  <a:pt x="0" y="27415"/>
                  <a:pt x="346" y="32368"/>
                  <a:pt x="2715" y="36071"/>
                </a:cubicBezTo>
                <a:cubicBezTo>
                  <a:pt x="4489" y="38834"/>
                  <a:pt x="7513" y="39655"/>
                  <a:pt x="10644" y="39715"/>
                </a:cubicBezTo>
                <a:cubicBezTo>
                  <a:pt x="10740" y="39716"/>
                  <a:pt x="10835" y="39717"/>
                  <a:pt x="10932" y="39717"/>
                </a:cubicBezTo>
                <a:cubicBezTo>
                  <a:pt x="12378" y="39717"/>
                  <a:pt x="13967" y="39555"/>
                  <a:pt x="15526" y="39555"/>
                </a:cubicBezTo>
                <a:cubicBezTo>
                  <a:pt x="17089" y="39555"/>
                  <a:pt x="18623" y="39718"/>
                  <a:pt x="19955" y="40369"/>
                </a:cubicBezTo>
                <a:cubicBezTo>
                  <a:pt x="23538" y="42115"/>
                  <a:pt x="27996" y="44028"/>
                  <a:pt x="32241" y="44028"/>
                </a:cubicBezTo>
                <a:cubicBezTo>
                  <a:pt x="33555" y="44028"/>
                  <a:pt x="34848" y="43845"/>
                  <a:pt x="36088" y="43417"/>
                </a:cubicBezTo>
                <a:cubicBezTo>
                  <a:pt x="41505" y="41548"/>
                  <a:pt x="44149" y="37905"/>
                  <a:pt x="44934" y="33178"/>
                </a:cubicBezTo>
                <a:cubicBezTo>
                  <a:pt x="45720" y="28463"/>
                  <a:pt x="43565" y="24534"/>
                  <a:pt x="42875" y="20796"/>
                </a:cubicBezTo>
                <a:cubicBezTo>
                  <a:pt x="42446" y="18438"/>
                  <a:pt x="42160" y="15819"/>
                  <a:pt x="41422" y="13473"/>
                </a:cubicBezTo>
                <a:cubicBezTo>
                  <a:pt x="41148" y="12580"/>
                  <a:pt x="40779" y="11711"/>
                  <a:pt x="40339" y="10890"/>
                </a:cubicBezTo>
                <a:cubicBezTo>
                  <a:pt x="38076" y="6675"/>
                  <a:pt x="34100" y="3496"/>
                  <a:pt x="29766" y="1615"/>
                </a:cubicBezTo>
                <a:cubicBezTo>
                  <a:pt x="27553" y="661"/>
                  <a:pt x="25002" y="0"/>
                  <a:pt x="22493"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1" name="PlaceHolder 1"/>
          <p:cNvSpPr>
            <a:spLocks noGrp="1"/>
          </p:cNvSpPr>
          <p:nvPr>
            <p:ph type="title"/>
          </p:nvPr>
        </p:nvSpPr>
        <p:spPr>
          <a:xfrm>
            <a:off x="714240" y="1143000"/>
            <a:ext cx="4114440" cy="238104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5000" b="1" u="none" strike="noStrike" dirty="0" err="1">
                <a:solidFill>
                  <a:schemeClr val="dk1"/>
                </a:solidFill>
                <a:effectLst/>
                <a:uFillTx/>
                <a:latin typeface="Epilogue"/>
                <a:ea typeface="Epilogue"/>
              </a:rPr>
              <a:t>Presen</a:t>
            </a:r>
            <a:r>
              <a:rPr lang="en-US" sz="5000" b="1" dirty="0" err="1">
                <a:solidFill>
                  <a:schemeClr val="dk1"/>
                </a:solidFill>
                <a:latin typeface="Epilogue"/>
                <a:ea typeface="Epilogue"/>
              </a:rPr>
              <a:t>tAR</a:t>
            </a:r>
            <a:br>
              <a:rPr lang="en-US" sz="5000" b="1" dirty="0">
                <a:solidFill>
                  <a:schemeClr val="dk1"/>
                </a:solidFill>
                <a:latin typeface="Epilogue"/>
                <a:ea typeface="Epilogue"/>
              </a:rPr>
            </a:br>
            <a:endParaRPr lang="fr-FR" sz="5000" b="0" u="none" strike="noStrike" dirty="0">
              <a:solidFill>
                <a:schemeClr val="dk1"/>
              </a:solidFill>
              <a:effectLst/>
              <a:uFillTx/>
              <a:latin typeface="Arial"/>
            </a:endParaRPr>
          </a:p>
        </p:txBody>
      </p:sp>
      <p:sp>
        <p:nvSpPr>
          <p:cNvPr id="672" name="PlaceHolder 2"/>
          <p:cNvSpPr>
            <a:spLocks noGrp="1"/>
          </p:cNvSpPr>
          <p:nvPr>
            <p:ph type="subTitle"/>
          </p:nvPr>
        </p:nvSpPr>
        <p:spPr>
          <a:xfrm>
            <a:off x="714240" y="3524400"/>
            <a:ext cx="4114440" cy="475920"/>
          </a:xfrm>
          <a:prstGeom prst="rect">
            <a:avLst/>
          </a:prstGeom>
          <a:noFill/>
          <a:ln w="0">
            <a:noFill/>
          </a:ln>
        </p:spPr>
        <p:txBody>
          <a:bodyPr lIns="91440" tIns="91440" rIns="91440" bIns="91440" anchor="t">
            <a:normAutofit fontScale="77500" lnSpcReduction="20000"/>
          </a:bodyPr>
          <a:lstStyle/>
          <a:p>
            <a:pPr indent="0">
              <a:lnSpc>
                <a:spcPct val="100000"/>
              </a:lnSpc>
              <a:buNone/>
              <a:tabLst>
                <a:tab pos="0" algn="l"/>
              </a:tabLst>
            </a:pPr>
            <a:r>
              <a:rPr lang="en-US" sz="1600" b="0" u="none" strike="noStrike">
                <a:solidFill>
                  <a:schemeClr val="dk1"/>
                </a:solidFill>
                <a:effectLst/>
                <a:uFillTx/>
                <a:latin typeface="Lato"/>
                <a:ea typeface="Lato"/>
              </a:rPr>
              <a:t>A WEB-BASED PRESENTATION SYSTEM WITH INTEGRATED IMU-BASED 3D MODEL CONTROL</a:t>
            </a:r>
            <a:endParaRPr lang="en-US" sz="1600" b="0" u="none" strike="noStrike">
              <a:solidFill>
                <a:srgbClr val="000000"/>
              </a:solidFill>
              <a:effectLst/>
              <a:uFillTx/>
              <a:latin typeface="OpenSymbol"/>
            </a:endParaRPr>
          </a:p>
        </p:txBody>
      </p:sp>
      <p:grpSp>
        <p:nvGrpSpPr>
          <p:cNvPr id="673" name="Google Shape;757;p28"/>
          <p:cNvGrpSpPr/>
          <p:nvPr/>
        </p:nvGrpSpPr>
        <p:grpSpPr>
          <a:xfrm>
            <a:off x="5165280" y="671148"/>
            <a:ext cx="3840480" cy="3830760"/>
            <a:chOff x="5165280" y="656280"/>
            <a:chExt cx="3840480" cy="3830760"/>
          </a:xfrm>
        </p:grpSpPr>
        <p:grpSp>
          <p:nvGrpSpPr>
            <p:cNvPr id="674" name="Google Shape;758;p28"/>
            <p:cNvGrpSpPr/>
            <p:nvPr/>
          </p:nvGrpSpPr>
          <p:grpSpPr>
            <a:xfrm>
              <a:off x="5631840" y="1764000"/>
              <a:ext cx="2961360" cy="1992600"/>
              <a:chOff x="5631840" y="1764000"/>
              <a:chExt cx="2961360" cy="1992600"/>
            </a:xfrm>
          </p:grpSpPr>
          <p:grpSp>
            <p:nvGrpSpPr>
              <p:cNvPr id="675" name="Google Shape;759;p28"/>
              <p:cNvGrpSpPr/>
              <p:nvPr/>
            </p:nvGrpSpPr>
            <p:grpSpPr>
              <a:xfrm>
                <a:off x="6590880" y="3396600"/>
                <a:ext cx="1042920" cy="360000"/>
                <a:chOff x="6590880" y="3396600"/>
                <a:chExt cx="1042920" cy="360000"/>
              </a:xfrm>
            </p:grpSpPr>
            <p:sp>
              <p:nvSpPr>
                <p:cNvPr id="676" name="Google Shape;760;p28"/>
                <p:cNvSpPr/>
                <p:nvPr/>
              </p:nvSpPr>
              <p:spPr>
                <a:xfrm>
                  <a:off x="6894360" y="3396600"/>
                  <a:ext cx="435600" cy="320040"/>
                </a:xfrm>
                <a:custGeom>
                  <a:avLst/>
                  <a:gdLst>
                    <a:gd name="textAreaLeft" fmla="*/ 0 w 435600"/>
                    <a:gd name="textAreaRight" fmla="*/ 435960 w 435600"/>
                    <a:gd name="textAreaTop" fmla="*/ 0 h 320040"/>
                    <a:gd name="textAreaBottom" fmla="*/ 320400 h 320040"/>
                  </a:gdLst>
                  <a:ahLst/>
                  <a:cxnLst/>
                  <a:rect l="textAreaLeft" t="textAreaTop" r="textAreaRight" b="textAreaBottom"/>
                  <a:pathLst>
                    <a:path w="396621" h="291274">
                      <a:moveTo>
                        <a:pt x="396621" y="0"/>
                      </a:moveTo>
                      <a:lnTo>
                        <a:pt x="396621" y="291274"/>
                      </a:lnTo>
                      <a:lnTo>
                        <a:pt x="0" y="291274"/>
                      </a:lnTo>
                      <a:lnTo>
                        <a:pt x="0" y="0"/>
                      </a:lnTo>
                      <a:lnTo>
                        <a:pt x="140304" y="0"/>
                      </a:lnTo>
                      <a:lnTo>
                        <a:pt x="140304" y="140017"/>
                      </a:lnTo>
                      <a:cubicBezTo>
                        <a:pt x="140304" y="171926"/>
                        <a:pt x="166402" y="198120"/>
                        <a:pt x="198311" y="198120"/>
                      </a:cubicBezTo>
                      <a:cubicBezTo>
                        <a:pt x="230220" y="198120"/>
                        <a:pt x="256413" y="171926"/>
                        <a:pt x="256413" y="140017"/>
                      </a:cubicBezTo>
                      <a:lnTo>
                        <a:pt x="256413" y="0"/>
                      </a:lnTo>
                      <a:lnTo>
                        <a:pt x="396621"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7" name="Google Shape;761;p28"/>
                <p:cNvSpPr/>
                <p:nvPr/>
              </p:nvSpPr>
              <p:spPr>
                <a:xfrm>
                  <a:off x="6894360" y="3396600"/>
                  <a:ext cx="154080" cy="64440"/>
                </a:xfrm>
                <a:custGeom>
                  <a:avLst/>
                  <a:gdLst>
                    <a:gd name="textAreaLeft" fmla="*/ 0 w 154080"/>
                    <a:gd name="textAreaRight" fmla="*/ 154440 w 154080"/>
                    <a:gd name="textAreaTop" fmla="*/ 0 h 64440"/>
                    <a:gd name="textAreaBottom" fmla="*/ 64800 h 64440"/>
                  </a:gdLst>
                  <a:ahLst/>
                  <a:cxnLst/>
                  <a:rect l="textAreaLeft" t="textAreaTop" r="textAreaRight" b="textAreaBottom"/>
                  <a:pathLst>
                    <a:path w="140303" h="59054">
                      <a:moveTo>
                        <a:pt x="0" y="0"/>
                      </a:moveTo>
                      <a:lnTo>
                        <a:pt x="140304" y="0"/>
                      </a:lnTo>
                      <a:lnTo>
                        <a:pt x="140304" y="59055"/>
                      </a:lnTo>
                      <a:lnTo>
                        <a:pt x="0" y="42862"/>
                      </a:lnTo>
                      <a:lnTo>
                        <a:pt x="0"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32400" bIns="32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8" name="Google Shape;762;p28"/>
                <p:cNvSpPr/>
                <p:nvPr/>
              </p:nvSpPr>
              <p:spPr>
                <a:xfrm>
                  <a:off x="7176600" y="3396600"/>
                  <a:ext cx="153720" cy="96840"/>
                </a:xfrm>
                <a:custGeom>
                  <a:avLst/>
                  <a:gdLst>
                    <a:gd name="textAreaLeft" fmla="*/ 0 w 153720"/>
                    <a:gd name="textAreaRight" fmla="*/ 154080 w 153720"/>
                    <a:gd name="textAreaTop" fmla="*/ 0 h 96840"/>
                    <a:gd name="textAreaBottom" fmla="*/ 97200 h 96840"/>
                  </a:gdLst>
                  <a:ahLst/>
                  <a:cxnLst/>
                  <a:rect l="textAreaLeft" t="textAreaTop" r="textAreaRight" b="textAreaBottom"/>
                  <a:pathLst>
                    <a:path w="140207" h="88391">
                      <a:moveTo>
                        <a:pt x="140208" y="0"/>
                      </a:moveTo>
                      <a:lnTo>
                        <a:pt x="140208" y="88392"/>
                      </a:lnTo>
                      <a:lnTo>
                        <a:pt x="0" y="72295"/>
                      </a:lnTo>
                      <a:lnTo>
                        <a:pt x="0" y="0"/>
                      </a:lnTo>
                      <a:lnTo>
                        <a:pt x="140208"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9" name="Google Shape;763;p28"/>
                <p:cNvSpPr/>
                <p:nvPr/>
              </p:nvSpPr>
              <p:spPr>
                <a:xfrm>
                  <a:off x="6590880" y="3713400"/>
                  <a:ext cx="1042920" cy="43200"/>
                </a:xfrm>
                <a:custGeom>
                  <a:avLst/>
                  <a:gdLst>
                    <a:gd name="textAreaLeft" fmla="*/ 0 w 1042920"/>
                    <a:gd name="textAreaRight" fmla="*/ 1043280 w 1042920"/>
                    <a:gd name="textAreaTop" fmla="*/ 0 h 43200"/>
                    <a:gd name="textAreaBottom" fmla="*/ 43560 h 43200"/>
                  </a:gdLst>
                  <a:ahLst/>
                  <a:cxnLst/>
                  <a:rect l="textAreaLeft" t="textAreaTop" r="textAreaRight" b="textAreaBottom"/>
                  <a:pathLst>
                    <a:path w="948880" h="39528">
                      <a:moveTo>
                        <a:pt x="0" y="0"/>
                      </a:moveTo>
                      <a:lnTo>
                        <a:pt x="948880" y="0"/>
                      </a:lnTo>
                      <a:lnTo>
                        <a:pt x="948880" y="39529"/>
                      </a:lnTo>
                      <a:lnTo>
                        <a:pt x="0" y="39529"/>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680" name="Google Shape;764;p28"/>
              <p:cNvSpPr/>
              <p:nvPr/>
            </p:nvSpPr>
            <p:spPr>
              <a:xfrm>
                <a:off x="5631840" y="1764000"/>
                <a:ext cx="2961360" cy="1668240"/>
              </a:xfrm>
              <a:custGeom>
                <a:avLst/>
                <a:gdLst>
                  <a:gd name="textAreaLeft" fmla="*/ 0 w 2961360"/>
                  <a:gd name="textAreaRight" fmla="*/ 2961720 w 2961360"/>
                  <a:gd name="textAreaTop" fmla="*/ 0 h 1668240"/>
                  <a:gd name="textAreaBottom" fmla="*/ 1668600 h 1668240"/>
                </a:gdLst>
                <a:ahLst/>
                <a:cxnLst/>
                <a:rect l="textAreaLeft" t="textAreaTop" r="textAreaRight" b="textAreaBottom"/>
                <a:pathLst>
                  <a:path w="2693384" h="1517428">
                    <a:moveTo>
                      <a:pt x="2693384" y="107442"/>
                    </a:moveTo>
                    <a:lnTo>
                      <a:pt x="2693384" y="1409890"/>
                    </a:lnTo>
                    <a:cubicBezTo>
                      <a:pt x="2693384" y="1469231"/>
                      <a:pt x="2645283" y="1517428"/>
                      <a:pt x="2585847" y="1517428"/>
                    </a:cubicBezTo>
                    <a:lnTo>
                      <a:pt x="107537" y="1517428"/>
                    </a:lnTo>
                    <a:cubicBezTo>
                      <a:pt x="48101" y="1517428"/>
                      <a:pt x="0" y="1469231"/>
                      <a:pt x="0" y="1409890"/>
                    </a:cubicBezTo>
                    <a:lnTo>
                      <a:pt x="0" y="107442"/>
                    </a:lnTo>
                    <a:cubicBezTo>
                      <a:pt x="0" y="48101"/>
                      <a:pt x="48101" y="0"/>
                      <a:pt x="107537" y="0"/>
                    </a:cubicBezTo>
                    <a:lnTo>
                      <a:pt x="2585847" y="0"/>
                    </a:lnTo>
                    <a:cubicBezTo>
                      <a:pt x="2645283" y="0"/>
                      <a:pt x="2693384" y="48101"/>
                      <a:pt x="2693384" y="107442"/>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1" name="Google Shape;765;p28"/>
              <p:cNvSpPr/>
              <p:nvPr/>
            </p:nvSpPr>
            <p:spPr>
              <a:xfrm>
                <a:off x="5631840" y="1912680"/>
                <a:ext cx="2961360" cy="1344600"/>
              </a:xfrm>
              <a:custGeom>
                <a:avLst/>
                <a:gdLst>
                  <a:gd name="textAreaLeft" fmla="*/ 0 w 2961360"/>
                  <a:gd name="textAreaRight" fmla="*/ 2961720 w 2961360"/>
                  <a:gd name="textAreaTop" fmla="*/ 0 h 1344600"/>
                  <a:gd name="textAreaBottom" fmla="*/ 1344960 h 1344600"/>
                </a:gdLst>
                <a:ahLst/>
                <a:cxnLst/>
                <a:rect l="textAreaLeft" t="textAreaTop" r="textAreaRight" b="textAreaBottom"/>
                <a:pathLst>
                  <a:path w="2693384" h="1223295">
                    <a:moveTo>
                      <a:pt x="0" y="0"/>
                    </a:moveTo>
                    <a:lnTo>
                      <a:pt x="2693384" y="0"/>
                    </a:lnTo>
                    <a:lnTo>
                      <a:pt x="2693384" y="1223296"/>
                    </a:lnTo>
                    <a:lnTo>
                      <a:pt x="0" y="1223296"/>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2" name="Google Shape;766;p28"/>
              <p:cNvSpPr/>
              <p:nvPr/>
            </p:nvSpPr>
            <p:spPr>
              <a:xfrm>
                <a:off x="7070760" y="3302280"/>
                <a:ext cx="83160" cy="83160"/>
              </a:xfrm>
              <a:custGeom>
                <a:avLst/>
                <a:gdLst>
                  <a:gd name="textAreaLeft" fmla="*/ 0 w 83160"/>
                  <a:gd name="textAreaRight" fmla="*/ 83520 w 83160"/>
                  <a:gd name="textAreaTop" fmla="*/ 0 h 83160"/>
                  <a:gd name="textAreaBottom" fmla="*/ 83520 h 83160"/>
                </a:gdLst>
                <a:ahLst/>
                <a:cxnLst/>
                <a:rect l="textAreaLeft" t="textAreaTop" r="textAreaRight" b="textAreaBottom"/>
                <a:pathLst>
                  <a:path w="76009" h="76009">
                    <a:moveTo>
                      <a:pt x="76009" y="38005"/>
                    </a:moveTo>
                    <a:cubicBezTo>
                      <a:pt x="76009" y="58960"/>
                      <a:pt x="59055" y="76010"/>
                      <a:pt x="38005" y="76010"/>
                    </a:cubicBezTo>
                    <a:cubicBezTo>
                      <a:pt x="16955" y="76010"/>
                      <a:pt x="0" y="59055"/>
                      <a:pt x="0" y="38005"/>
                    </a:cubicBezTo>
                    <a:cubicBezTo>
                      <a:pt x="0" y="16954"/>
                      <a:pt x="16955" y="0"/>
                      <a:pt x="38005" y="0"/>
                    </a:cubicBezTo>
                    <a:cubicBezTo>
                      <a:pt x="59055" y="0"/>
                      <a:pt x="76009" y="16954"/>
                      <a:pt x="76009" y="38005"/>
                    </a:cubicBezTo>
                    <a:close/>
                  </a:path>
                </a:pathLst>
              </a:custGeom>
              <a:solidFill>
                <a:srgbClr val="42444F"/>
              </a:solidFill>
              <a:ln w="0">
                <a:noFill/>
              </a:ln>
            </p:spPr>
            <p:style>
              <a:lnRef idx="0">
                <a:scrgbClr r="0" g="0" b="0"/>
              </a:lnRef>
              <a:fillRef idx="0">
                <a:scrgbClr r="0" g="0" b="0"/>
              </a:fillRef>
              <a:effectRef idx="0">
                <a:scrgbClr r="0" g="0" b="0"/>
              </a:effectRef>
              <a:fontRef idx="minor"/>
            </p:style>
            <p:txBody>
              <a:bodyPr tIns="41760" bIns="41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83" name="Google Shape;767;p28"/>
            <p:cNvGrpSpPr/>
            <p:nvPr/>
          </p:nvGrpSpPr>
          <p:grpSpPr>
            <a:xfrm>
              <a:off x="6285600" y="656280"/>
              <a:ext cx="1654200" cy="835560"/>
              <a:chOff x="6285600" y="656280"/>
              <a:chExt cx="1654200" cy="835560"/>
            </a:xfrm>
          </p:grpSpPr>
          <p:sp>
            <p:nvSpPr>
              <p:cNvPr id="684" name="Google Shape;768;p28"/>
              <p:cNvSpPr/>
              <p:nvPr/>
            </p:nvSpPr>
            <p:spPr>
              <a:xfrm>
                <a:off x="6285600" y="656280"/>
                <a:ext cx="1654200" cy="835560"/>
              </a:xfrm>
              <a:custGeom>
                <a:avLst/>
                <a:gdLst>
                  <a:gd name="textAreaLeft" fmla="*/ 0 w 1654200"/>
                  <a:gd name="textAreaRight" fmla="*/ 1654560 w 1654200"/>
                  <a:gd name="textAreaTop" fmla="*/ 0 h 835560"/>
                  <a:gd name="textAreaBottom" fmla="*/ 835920 h 835560"/>
                </a:gdLst>
                <a:ahLst/>
                <a:cxnLst/>
                <a:rect l="textAreaLeft" t="textAreaTop" r="textAreaRight" b="textAreaBottom"/>
                <a:pathLst>
                  <a:path w="1504568" h="760190">
                    <a:moveTo>
                      <a:pt x="1504379" y="647414"/>
                    </a:moveTo>
                    <a:cubicBezTo>
                      <a:pt x="1504379" y="709708"/>
                      <a:pt x="1453896" y="760190"/>
                      <a:pt x="1391602" y="760190"/>
                    </a:cubicBezTo>
                    <a:lnTo>
                      <a:pt x="194881" y="760190"/>
                    </a:lnTo>
                    <a:cubicBezTo>
                      <a:pt x="87249" y="760190"/>
                      <a:pt x="0" y="672941"/>
                      <a:pt x="0" y="565309"/>
                    </a:cubicBezTo>
                    <a:cubicBezTo>
                      <a:pt x="0" y="457676"/>
                      <a:pt x="87249" y="370522"/>
                      <a:pt x="194881" y="370522"/>
                    </a:cubicBezTo>
                    <a:cubicBezTo>
                      <a:pt x="220027" y="370522"/>
                      <a:pt x="244126" y="375285"/>
                      <a:pt x="266223" y="383953"/>
                    </a:cubicBezTo>
                    <a:cubicBezTo>
                      <a:pt x="266223" y="382714"/>
                      <a:pt x="266223" y="381381"/>
                      <a:pt x="266223" y="380047"/>
                    </a:cubicBezTo>
                    <a:cubicBezTo>
                      <a:pt x="266223" y="240030"/>
                      <a:pt x="341947" y="117729"/>
                      <a:pt x="454628" y="51816"/>
                    </a:cubicBezTo>
                    <a:cubicBezTo>
                      <a:pt x="510921" y="18859"/>
                      <a:pt x="576453" y="0"/>
                      <a:pt x="646366" y="0"/>
                    </a:cubicBezTo>
                    <a:cubicBezTo>
                      <a:pt x="832009" y="0"/>
                      <a:pt x="986504" y="133064"/>
                      <a:pt x="1019747" y="309086"/>
                    </a:cubicBezTo>
                    <a:cubicBezTo>
                      <a:pt x="1054989" y="288893"/>
                      <a:pt x="1095851" y="277368"/>
                      <a:pt x="1139476" y="277368"/>
                    </a:cubicBezTo>
                    <a:cubicBezTo>
                      <a:pt x="1272731" y="277368"/>
                      <a:pt x="1380839" y="385477"/>
                      <a:pt x="1380839" y="518731"/>
                    </a:cubicBezTo>
                    <a:cubicBezTo>
                      <a:pt x="1380839" y="524256"/>
                      <a:pt x="1380648" y="529685"/>
                      <a:pt x="1380268" y="535114"/>
                    </a:cubicBezTo>
                    <a:cubicBezTo>
                      <a:pt x="1384078" y="534734"/>
                      <a:pt x="1387887" y="534543"/>
                      <a:pt x="1391793" y="534543"/>
                    </a:cubicBezTo>
                    <a:cubicBezTo>
                      <a:pt x="1454086" y="534543"/>
                      <a:pt x="1504569" y="585026"/>
                      <a:pt x="1504569" y="647319"/>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5" name="Google Shape;769;p28"/>
              <p:cNvSpPr/>
              <p:nvPr/>
            </p:nvSpPr>
            <p:spPr>
              <a:xfrm>
                <a:off x="6285600" y="712440"/>
                <a:ext cx="1014120" cy="779400"/>
              </a:xfrm>
              <a:custGeom>
                <a:avLst/>
                <a:gdLst>
                  <a:gd name="textAreaLeft" fmla="*/ 0 w 1014120"/>
                  <a:gd name="textAreaRight" fmla="*/ 1014480 w 1014120"/>
                  <a:gd name="textAreaTop" fmla="*/ 0 h 779400"/>
                  <a:gd name="textAreaBottom" fmla="*/ 779760 h 779400"/>
                </a:gdLst>
                <a:ahLst/>
                <a:cxnLst/>
                <a:rect l="textAreaLeft" t="textAreaTop" r="textAreaRight" b="textAreaBottom"/>
                <a:pathLst>
                  <a:path w="922591" h="709136">
                    <a:moveTo>
                      <a:pt x="922305" y="709136"/>
                    </a:moveTo>
                    <a:lnTo>
                      <a:pt x="194881" y="709136"/>
                    </a:lnTo>
                    <a:cubicBezTo>
                      <a:pt x="87249" y="709136"/>
                      <a:pt x="0" y="621887"/>
                      <a:pt x="0" y="514255"/>
                    </a:cubicBezTo>
                    <a:cubicBezTo>
                      <a:pt x="0" y="406622"/>
                      <a:pt x="87249" y="319468"/>
                      <a:pt x="194881" y="319468"/>
                    </a:cubicBezTo>
                    <a:cubicBezTo>
                      <a:pt x="220027" y="319468"/>
                      <a:pt x="244126" y="324231"/>
                      <a:pt x="266223" y="332899"/>
                    </a:cubicBezTo>
                    <a:cubicBezTo>
                      <a:pt x="266223" y="331660"/>
                      <a:pt x="266223" y="330327"/>
                      <a:pt x="266223" y="328993"/>
                    </a:cubicBezTo>
                    <a:cubicBezTo>
                      <a:pt x="266223" y="188976"/>
                      <a:pt x="341947" y="66675"/>
                      <a:pt x="454628" y="762"/>
                    </a:cubicBezTo>
                    <a:cubicBezTo>
                      <a:pt x="515683" y="-2286"/>
                      <a:pt x="577024" y="3429"/>
                      <a:pt x="633984" y="24860"/>
                    </a:cubicBezTo>
                    <a:cubicBezTo>
                      <a:pt x="707803" y="52768"/>
                      <a:pt x="773239" y="110109"/>
                      <a:pt x="797052" y="185261"/>
                    </a:cubicBezTo>
                    <a:cubicBezTo>
                      <a:pt x="820864" y="260509"/>
                      <a:pt x="795433" y="352425"/>
                      <a:pt x="728472" y="394144"/>
                    </a:cubicBezTo>
                    <a:cubicBezTo>
                      <a:pt x="769334" y="388430"/>
                      <a:pt x="808863" y="395002"/>
                      <a:pt x="844010" y="416433"/>
                    </a:cubicBezTo>
                    <a:cubicBezTo>
                      <a:pt x="879157" y="437864"/>
                      <a:pt x="902970" y="481298"/>
                      <a:pt x="892302" y="521113"/>
                    </a:cubicBezTo>
                    <a:cubicBezTo>
                      <a:pt x="885730" y="545782"/>
                      <a:pt x="867156" y="565975"/>
                      <a:pt x="845629" y="579787"/>
                    </a:cubicBezTo>
                    <a:cubicBezTo>
                      <a:pt x="824769" y="593217"/>
                      <a:pt x="801148" y="601408"/>
                      <a:pt x="777621" y="609314"/>
                    </a:cubicBezTo>
                    <a:cubicBezTo>
                      <a:pt x="788479" y="605790"/>
                      <a:pt x="793623" y="605790"/>
                      <a:pt x="805910" y="605314"/>
                    </a:cubicBezTo>
                    <a:cubicBezTo>
                      <a:pt x="819055" y="604742"/>
                      <a:pt x="832961" y="608457"/>
                      <a:pt x="842010" y="618077"/>
                    </a:cubicBezTo>
                    <a:cubicBezTo>
                      <a:pt x="851059" y="627698"/>
                      <a:pt x="853440" y="643890"/>
                      <a:pt x="845153" y="654082"/>
                    </a:cubicBezTo>
                    <a:cubicBezTo>
                      <a:pt x="859727" y="639699"/>
                      <a:pt x="881919" y="651510"/>
                      <a:pt x="897541" y="664845"/>
                    </a:cubicBezTo>
                    <a:cubicBezTo>
                      <a:pt x="910971" y="676180"/>
                      <a:pt x="919067" y="691991"/>
                      <a:pt x="922591" y="709136"/>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686" name="Google Shape;770;p28"/>
            <p:cNvGrpSpPr/>
            <p:nvPr/>
          </p:nvGrpSpPr>
          <p:grpSpPr>
            <a:xfrm>
              <a:off x="8276760" y="1328040"/>
              <a:ext cx="387720" cy="272880"/>
              <a:chOff x="8276760" y="1328040"/>
              <a:chExt cx="387720" cy="272880"/>
            </a:xfrm>
          </p:grpSpPr>
          <p:sp>
            <p:nvSpPr>
              <p:cNvPr id="687" name="Google Shape;771;p28"/>
              <p:cNvSpPr/>
              <p:nvPr/>
            </p:nvSpPr>
            <p:spPr>
              <a:xfrm>
                <a:off x="8276760" y="1328040"/>
                <a:ext cx="387720" cy="272880"/>
              </a:xfrm>
              <a:custGeom>
                <a:avLst/>
                <a:gdLst>
                  <a:gd name="textAreaLeft" fmla="*/ 0 w 387720"/>
                  <a:gd name="textAreaRight" fmla="*/ 388080 w 387720"/>
                  <a:gd name="textAreaTop" fmla="*/ 0 h 272880"/>
                  <a:gd name="textAreaBottom" fmla="*/ 273240 h 272880"/>
                </a:gdLst>
                <a:ahLst/>
                <a:cxnLst/>
                <a:rect l="textAreaLeft" t="textAreaTop" r="textAreaRight" b="textAreaBottom"/>
                <a:pathLst>
                  <a:path w="352805" h="248507">
                    <a:moveTo>
                      <a:pt x="261938" y="0"/>
                    </a:moveTo>
                    <a:lnTo>
                      <a:pt x="90868" y="0"/>
                    </a:lnTo>
                    <a:cubicBezTo>
                      <a:pt x="40862" y="0"/>
                      <a:pt x="0" y="40862"/>
                      <a:pt x="0" y="90869"/>
                    </a:cubicBezTo>
                    <a:cubicBezTo>
                      <a:pt x="0" y="140875"/>
                      <a:pt x="38100" y="178879"/>
                      <a:pt x="85725" y="181642"/>
                    </a:cubicBezTo>
                    <a:lnTo>
                      <a:pt x="29527" y="248508"/>
                    </a:lnTo>
                    <a:lnTo>
                      <a:pt x="135445" y="181833"/>
                    </a:lnTo>
                    <a:lnTo>
                      <a:pt x="261938" y="181833"/>
                    </a:lnTo>
                    <a:cubicBezTo>
                      <a:pt x="311944" y="181833"/>
                      <a:pt x="352806" y="140970"/>
                      <a:pt x="352806" y="90964"/>
                    </a:cubicBezTo>
                    <a:cubicBezTo>
                      <a:pt x="352806" y="40958"/>
                      <a:pt x="311944" y="95"/>
                      <a:pt x="261938" y="95"/>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8" name="Google Shape;772;p28"/>
              <p:cNvSpPr/>
              <p:nvPr/>
            </p:nvSpPr>
            <p:spPr>
              <a:xfrm>
                <a:off x="8350200" y="1395720"/>
                <a:ext cx="240840" cy="64440"/>
              </a:xfrm>
              <a:custGeom>
                <a:avLst/>
                <a:gdLst>
                  <a:gd name="textAreaLeft" fmla="*/ 0 w 240840"/>
                  <a:gd name="textAreaRight" fmla="*/ 241200 w 240840"/>
                  <a:gd name="textAreaTop" fmla="*/ 0 h 64440"/>
                  <a:gd name="textAreaBottom" fmla="*/ 64800 h 64440"/>
                </a:gdLst>
                <a:ahLst/>
                <a:cxnLst/>
                <a:rect l="textAreaLeft" t="textAreaTop" r="textAreaRight" b="textAreaBottom"/>
                <a:pathLst>
                  <a:path w="219455" h="59054">
                    <a:moveTo>
                      <a:pt x="29527" y="0"/>
                    </a:moveTo>
                    <a:cubicBezTo>
                      <a:pt x="13239" y="0"/>
                      <a:pt x="0" y="13240"/>
                      <a:pt x="0" y="29528"/>
                    </a:cubicBezTo>
                    <a:cubicBezTo>
                      <a:pt x="0" y="45815"/>
                      <a:pt x="13239" y="59055"/>
                      <a:pt x="29527" y="59055"/>
                    </a:cubicBezTo>
                    <a:cubicBezTo>
                      <a:pt x="45815" y="59055"/>
                      <a:pt x="59055" y="45815"/>
                      <a:pt x="59055" y="29528"/>
                    </a:cubicBezTo>
                    <a:cubicBezTo>
                      <a:pt x="59055" y="13240"/>
                      <a:pt x="45815" y="0"/>
                      <a:pt x="29527" y="0"/>
                    </a:cubicBezTo>
                    <a:close/>
                    <a:moveTo>
                      <a:pt x="109728" y="0"/>
                    </a:moveTo>
                    <a:cubicBezTo>
                      <a:pt x="93440" y="0"/>
                      <a:pt x="80200" y="13240"/>
                      <a:pt x="80200" y="29528"/>
                    </a:cubicBezTo>
                    <a:cubicBezTo>
                      <a:pt x="80200" y="45815"/>
                      <a:pt x="93440" y="59055"/>
                      <a:pt x="109728" y="59055"/>
                    </a:cubicBezTo>
                    <a:cubicBezTo>
                      <a:pt x="126016" y="59055"/>
                      <a:pt x="139255" y="45815"/>
                      <a:pt x="139255" y="29528"/>
                    </a:cubicBezTo>
                    <a:cubicBezTo>
                      <a:pt x="139255" y="13240"/>
                      <a:pt x="126016" y="0"/>
                      <a:pt x="109728" y="0"/>
                    </a:cubicBezTo>
                    <a:close/>
                    <a:moveTo>
                      <a:pt x="189929" y="0"/>
                    </a:moveTo>
                    <a:cubicBezTo>
                      <a:pt x="173641" y="0"/>
                      <a:pt x="160401" y="13240"/>
                      <a:pt x="160401" y="29528"/>
                    </a:cubicBezTo>
                    <a:cubicBezTo>
                      <a:pt x="160401" y="45815"/>
                      <a:pt x="173641" y="59055"/>
                      <a:pt x="189929" y="59055"/>
                    </a:cubicBezTo>
                    <a:cubicBezTo>
                      <a:pt x="206216" y="59055"/>
                      <a:pt x="219456" y="45815"/>
                      <a:pt x="219456" y="29528"/>
                    </a:cubicBezTo>
                    <a:cubicBezTo>
                      <a:pt x="219456" y="13240"/>
                      <a:pt x="206216" y="0"/>
                      <a:pt x="189929"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32400" bIns="32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689" name="Google Shape;773;p28"/>
            <p:cNvSpPr/>
            <p:nvPr/>
          </p:nvSpPr>
          <p:spPr>
            <a:xfrm>
              <a:off x="7148880" y="1542960"/>
              <a:ext cx="10080" cy="432360"/>
            </a:xfrm>
            <a:custGeom>
              <a:avLst/>
              <a:gdLst>
                <a:gd name="textAreaLeft" fmla="*/ 0 w 10080"/>
                <a:gd name="textAreaRight" fmla="*/ 10440 w 10080"/>
                <a:gd name="textAreaTop" fmla="*/ 0 h 432360"/>
                <a:gd name="textAreaBottom" fmla="*/ 432720 h 432360"/>
              </a:gdLst>
              <a:ahLst/>
              <a:cxnLst/>
              <a:rect l="textAreaLeft" t="textAreaTop" r="textAreaRight" b="textAreaBottom"/>
              <a:pathLst>
                <a:path w="9525" h="392525">
                  <a:moveTo>
                    <a:pt x="0" y="0"/>
                  </a:moveTo>
                  <a:lnTo>
                    <a:pt x="0" y="392525"/>
                  </a:lnTo>
                </a:path>
              </a:pathLst>
            </a:custGeom>
            <a:noFill/>
            <a:ln w="29900" cap="rnd">
              <a:solidFill>
                <a:srgbClr val="6F7082"/>
              </a:solidFill>
              <a:prstDash val="dashDot"/>
              <a:miter/>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690" name="Google Shape;774;p28"/>
            <p:cNvGrpSpPr/>
            <p:nvPr/>
          </p:nvGrpSpPr>
          <p:grpSpPr>
            <a:xfrm>
              <a:off x="5483160" y="2415600"/>
              <a:ext cx="27000" cy="532080"/>
              <a:chOff x="5483160" y="2415600"/>
              <a:chExt cx="27000" cy="532080"/>
            </a:xfrm>
          </p:grpSpPr>
          <p:sp>
            <p:nvSpPr>
              <p:cNvPr id="691" name="Google Shape;775;p28"/>
              <p:cNvSpPr/>
              <p:nvPr/>
            </p:nvSpPr>
            <p:spPr>
              <a:xfrm>
                <a:off x="5496840" y="2428200"/>
                <a:ext cx="10080" cy="506160"/>
              </a:xfrm>
              <a:custGeom>
                <a:avLst/>
                <a:gdLst>
                  <a:gd name="textAreaLeft" fmla="*/ 0 w 10080"/>
                  <a:gd name="textAreaRight" fmla="*/ 10440 w 10080"/>
                  <a:gd name="textAreaTop" fmla="*/ 0 h 506160"/>
                  <a:gd name="textAreaBottom" fmla="*/ 506520 h 506160"/>
                </a:gdLst>
                <a:ahLst/>
                <a:cxnLst/>
                <a:rect l="textAreaLeft" t="textAreaTop" r="textAreaRight" b="textAreaBottom"/>
                <a:pathLst>
                  <a:path w="9525" h="460724">
                    <a:moveTo>
                      <a:pt x="0" y="460724"/>
                    </a:moveTo>
                    <a:lnTo>
                      <a:pt x="0" y="0"/>
                    </a:lnTo>
                  </a:path>
                </a:pathLst>
              </a:custGeom>
              <a:noFill/>
              <a:ln w="10950">
                <a:solidFill>
                  <a:srgbClr val="6F7082"/>
                </a:solidFill>
                <a:prstDash val="dashDot"/>
                <a:miter/>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92" name="Google Shape;776;p28"/>
              <p:cNvSpPr/>
              <p:nvPr/>
            </p:nvSpPr>
            <p:spPr>
              <a:xfrm>
                <a:off x="5483160" y="2920680"/>
                <a:ext cx="27000" cy="27000"/>
              </a:xfrm>
              <a:custGeom>
                <a:avLst/>
                <a:gdLst>
                  <a:gd name="textAreaLeft" fmla="*/ 0 w 27000"/>
                  <a:gd name="textAreaRight" fmla="*/ 27360 w 27000"/>
                  <a:gd name="textAreaTop" fmla="*/ 0 h 27000"/>
                  <a:gd name="textAreaBottom" fmla="*/ 27360 h 27000"/>
                </a:gdLst>
                <a:ahLst/>
                <a:cxnLst/>
                <a:rect l="textAreaLeft" t="textAreaTop" r="textAreaRight" b="textAreaBottom"/>
                <a:pathLst>
                  <a:path w="24765" h="24765">
                    <a:moveTo>
                      <a:pt x="24765" y="12382"/>
                    </a:moveTo>
                    <a:cubicBezTo>
                      <a:pt x="24765" y="19240"/>
                      <a:pt x="19241" y="24765"/>
                      <a:pt x="12383" y="24765"/>
                    </a:cubicBezTo>
                    <a:cubicBezTo>
                      <a:pt x="5525" y="24765"/>
                      <a:pt x="0" y="19240"/>
                      <a:pt x="0" y="12382"/>
                    </a:cubicBezTo>
                    <a:cubicBezTo>
                      <a:pt x="0" y="5524"/>
                      <a:pt x="5525" y="0"/>
                      <a:pt x="12383" y="0"/>
                    </a:cubicBezTo>
                    <a:cubicBezTo>
                      <a:pt x="19241" y="0"/>
                      <a:pt x="24765" y="5524"/>
                      <a:pt x="24765" y="12382"/>
                    </a:cubicBezTo>
                    <a:close/>
                  </a:path>
                </a:pathLst>
              </a:custGeom>
              <a:solidFill>
                <a:srgbClr val="6F7082"/>
              </a:solidFill>
              <a:ln w="9525">
                <a:solidFill>
                  <a:srgbClr val="6F7082"/>
                </a:solidFill>
                <a:round/>
              </a:ln>
            </p:spPr>
            <p:style>
              <a:lnRef idx="0">
                <a:scrgbClr r="0" g="0" b="0"/>
              </a:lnRef>
              <a:fillRef idx="0">
                <a:scrgbClr r="0" g="0" b="0"/>
              </a:fillRef>
              <a:effectRef idx="0">
                <a:scrgbClr r="0" g="0" b="0"/>
              </a:effectRef>
              <a:fontRef idx="minor"/>
            </p:style>
            <p:txBody>
              <a:bodyPr tIns="13680" bIns="13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3" name="Google Shape;777;p28"/>
              <p:cNvSpPr/>
              <p:nvPr/>
            </p:nvSpPr>
            <p:spPr>
              <a:xfrm>
                <a:off x="5483160" y="2415600"/>
                <a:ext cx="27000" cy="27000"/>
              </a:xfrm>
              <a:custGeom>
                <a:avLst/>
                <a:gdLst>
                  <a:gd name="textAreaLeft" fmla="*/ 0 w 27000"/>
                  <a:gd name="textAreaRight" fmla="*/ 27360 w 27000"/>
                  <a:gd name="textAreaTop" fmla="*/ 0 h 27000"/>
                  <a:gd name="textAreaBottom" fmla="*/ 27360 h 27000"/>
                </a:gdLst>
                <a:ahLst/>
                <a:cxnLst/>
                <a:rect l="textAreaLeft" t="textAreaTop" r="textAreaRight" b="textAreaBottom"/>
                <a:pathLst>
                  <a:path w="24765" h="24765">
                    <a:moveTo>
                      <a:pt x="24765" y="12383"/>
                    </a:moveTo>
                    <a:cubicBezTo>
                      <a:pt x="24765" y="5525"/>
                      <a:pt x="19241" y="0"/>
                      <a:pt x="12383" y="0"/>
                    </a:cubicBezTo>
                    <a:cubicBezTo>
                      <a:pt x="5525" y="0"/>
                      <a:pt x="0" y="5525"/>
                      <a:pt x="0" y="12383"/>
                    </a:cubicBezTo>
                    <a:cubicBezTo>
                      <a:pt x="0" y="19241"/>
                      <a:pt x="5525" y="24765"/>
                      <a:pt x="12383" y="24765"/>
                    </a:cubicBezTo>
                    <a:cubicBezTo>
                      <a:pt x="19241" y="24765"/>
                      <a:pt x="24765" y="19241"/>
                      <a:pt x="24765" y="12383"/>
                    </a:cubicBezTo>
                    <a:close/>
                  </a:path>
                </a:pathLst>
              </a:custGeom>
              <a:solidFill>
                <a:srgbClr val="6F7082"/>
              </a:solidFill>
              <a:ln w="9525">
                <a:solidFill>
                  <a:srgbClr val="6F7082"/>
                </a:solidFill>
                <a:round/>
              </a:ln>
            </p:spPr>
            <p:style>
              <a:lnRef idx="0">
                <a:scrgbClr r="0" g="0" b="0"/>
              </a:lnRef>
              <a:fillRef idx="0">
                <a:scrgbClr r="0" g="0" b="0"/>
              </a:fillRef>
              <a:effectRef idx="0">
                <a:scrgbClr r="0" g="0" b="0"/>
              </a:effectRef>
              <a:fontRef idx="minor"/>
            </p:style>
            <p:txBody>
              <a:bodyPr tIns="13680" bIns="13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94" name="Google Shape;778;p28"/>
            <p:cNvGrpSpPr/>
            <p:nvPr/>
          </p:nvGrpSpPr>
          <p:grpSpPr>
            <a:xfrm>
              <a:off x="5643360" y="2277360"/>
              <a:ext cx="749160" cy="303480"/>
              <a:chOff x="5643360" y="2277360"/>
              <a:chExt cx="749160" cy="303480"/>
            </a:xfrm>
          </p:grpSpPr>
          <p:sp>
            <p:nvSpPr>
              <p:cNvPr id="695" name="Google Shape;779;p28"/>
              <p:cNvSpPr/>
              <p:nvPr/>
            </p:nvSpPr>
            <p:spPr>
              <a:xfrm>
                <a:off x="5656320" y="2290320"/>
                <a:ext cx="722880" cy="276840"/>
              </a:xfrm>
              <a:custGeom>
                <a:avLst/>
                <a:gdLst>
                  <a:gd name="textAreaLeft" fmla="*/ 0 w 722880"/>
                  <a:gd name="textAreaRight" fmla="*/ 723240 w 722880"/>
                  <a:gd name="textAreaTop" fmla="*/ 0 h 276840"/>
                  <a:gd name="textAreaBottom" fmla="*/ 277200 h 276840"/>
                </a:gdLst>
                <a:ahLst/>
                <a:cxnLst/>
                <a:rect l="textAreaLeft" t="textAreaTop" r="textAreaRight" b="textAreaBottom"/>
                <a:pathLst>
                  <a:path w="657796" h="251936">
                    <a:moveTo>
                      <a:pt x="0" y="0"/>
                    </a:moveTo>
                    <a:lnTo>
                      <a:pt x="217075" y="217075"/>
                    </a:lnTo>
                    <a:cubicBezTo>
                      <a:pt x="239363" y="239363"/>
                      <a:pt x="269653" y="251936"/>
                      <a:pt x="301180" y="251936"/>
                    </a:cubicBezTo>
                    <a:lnTo>
                      <a:pt x="657797" y="251936"/>
                    </a:lnTo>
                  </a:path>
                </a:pathLst>
              </a:custGeom>
              <a:noFill/>
              <a:ln w="10950">
                <a:solidFill>
                  <a:srgbClr val="6F7082"/>
                </a:solidFill>
                <a:prstDash val="dashDot"/>
                <a:miter/>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96" name="Google Shape;780;p28"/>
              <p:cNvSpPr/>
              <p:nvPr/>
            </p:nvSpPr>
            <p:spPr>
              <a:xfrm>
                <a:off x="5643360" y="2277360"/>
                <a:ext cx="27000" cy="27000"/>
              </a:xfrm>
              <a:custGeom>
                <a:avLst/>
                <a:gdLst>
                  <a:gd name="textAreaLeft" fmla="*/ 0 w 27000"/>
                  <a:gd name="textAreaRight" fmla="*/ 27360 w 27000"/>
                  <a:gd name="textAreaTop" fmla="*/ 0 h 27000"/>
                  <a:gd name="textAreaBottom" fmla="*/ 27360 h 27000"/>
                </a:gdLst>
                <a:ahLst/>
                <a:cxnLst/>
                <a:rect l="textAreaLeft" t="textAreaTop" r="textAreaRight" b="textAreaBottom"/>
                <a:pathLst>
                  <a:path w="24812" h="24812">
                    <a:moveTo>
                      <a:pt x="3643" y="21169"/>
                    </a:moveTo>
                    <a:cubicBezTo>
                      <a:pt x="-1214" y="16312"/>
                      <a:pt x="-1214" y="8501"/>
                      <a:pt x="3643" y="3643"/>
                    </a:cubicBezTo>
                    <a:cubicBezTo>
                      <a:pt x="8501" y="-1214"/>
                      <a:pt x="16312" y="-1214"/>
                      <a:pt x="21169" y="3643"/>
                    </a:cubicBezTo>
                    <a:cubicBezTo>
                      <a:pt x="26027" y="8501"/>
                      <a:pt x="26027" y="16312"/>
                      <a:pt x="21169" y="21169"/>
                    </a:cubicBezTo>
                    <a:cubicBezTo>
                      <a:pt x="16312" y="26027"/>
                      <a:pt x="8501" y="26027"/>
                      <a:pt x="3643" y="21169"/>
                    </a:cubicBezTo>
                    <a:close/>
                  </a:path>
                </a:pathLst>
              </a:custGeom>
              <a:solidFill>
                <a:srgbClr val="6F7082"/>
              </a:solidFill>
              <a:ln w="9525">
                <a:solidFill>
                  <a:srgbClr val="6F7082"/>
                </a:solidFill>
                <a:round/>
              </a:ln>
            </p:spPr>
            <p:style>
              <a:lnRef idx="0">
                <a:scrgbClr r="0" g="0" b="0"/>
              </a:lnRef>
              <a:fillRef idx="0">
                <a:scrgbClr r="0" g="0" b="0"/>
              </a:fillRef>
              <a:effectRef idx="0">
                <a:scrgbClr r="0" g="0" b="0"/>
              </a:effectRef>
              <a:fontRef idx="minor"/>
            </p:style>
            <p:txBody>
              <a:bodyPr tIns="13680" bIns="13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7" name="Google Shape;781;p28"/>
              <p:cNvSpPr/>
              <p:nvPr/>
            </p:nvSpPr>
            <p:spPr>
              <a:xfrm>
                <a:off x="6365520" y="2553840"/>
                <a:ext cx="27000" cy="27000"/>
              </a:xfrm>
              <a:custGeom>
                <a:avLst/>
                <a:gdLst>
                  <a:gd name="textAreaLeft" fmla="*/ 0 w 27000"/>
                  <a:gd name="textAreaRight" fmla="*/ 27360 w 27000"/>
                  <a:gd name="textAreaTop" fmla="*/ 0 h 27000"/>
                  <a:gd name="textAreaBottom" fmla="*/ 27360 h 27000"/>
                </a:gdLst>
                <a:ahLst/>
                <a:cxnLst/>
                <a:rect l="textAreaLeft" t="textAreaTop" r="textAreaRight" b="textAreaBottom"/>
                <a:pathLst>
                  <a:path w="24765" h="24764">
                    <a:moveTo>
                      <a:pt x="12383" y="24765"/>
                    </a:moveTo>
                    <a:cubicBezTo>
                      <a:pt x="19241" y="24765"/>
                      <a:pt x="24765" y="19240"/>
                      <a:pt x="24765" y="12382"/>
                    </a:cubicBezTo>
                    <a:cubicBezTo>
                      <a:pt x="24765" y="5524"/>
                      <a:pt x="19241" y="0"/>
                      <a:pt x="12383" y="0"/>
                    </a:cubicBezTo>
                    <a:cubicBezTo>
                      <a:pt x="5525" y="0"/>
                      <a:pt x="0" y="5524"/>
                      <a:pt x="0" y="12382"/>
                    </a:cubicBezTo>
                    <a:cubicBezTo>
                      <a:pt x="0" y="19240"/>
                      <a:pt x="5525" y="24765"/>
                      <a:pt x="12383" y="24765"/>
                    </a:cubicBezTo>
                    <a:close/>
                  </a:path>
                </a:pathLst>
              </a:custGeom>
              <a:solidFill>
                <a:srgbClr val="6F7082"/>
              </a:solidFill>
              <a:ln w="9525">
                <a:solidFill>
                  <a:srgbClr val="6F7082"/>
                </a:solidFill>
                <a:round/>
              </a:ln>
            </p:spPr>
            <p:style>
              <a:lnRef idx="0">
                <a:scrgbClr r="0" g="0" b="0"/>
              </a:lnRef>
              <a:fillRef idx="0">
                <a:scrgbClr r="0" g="0" b="0"/>
              </a:fillRef>
              <a:effectRef idx="0">
                <a:scrgbClr r="0" g="0" b="0"/>
              </a:effectRef>
              <a:fontRef idx="minor"/>
            </p:style>
            <p:txBody>
              <a:bodyPr tIns="13680" bIns="13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98" name="Google Shape;782;p28"/>
            <p:cNvGrpSpPr/>
            <p:nvPr/>
          </p:nvGrpSpPr>
          <p:grpSpPr>
            <a:xfrm>
              <a:off x="8163000" y="4028040"/>
              <a:ext cx="201960" cy="355320"/>
              <a:chOff x="8163000" y="4028040"/>
              <a:chExt cx="201960" cy="355320"/>
            </a:xfrm>
          </p:grpSpPr>
          <p:sp>
            <p:nvSpPr>
              <p:cNvPr id="699" name="Google Shape;783;p28"/>
              <p:cNvSpPr/>
              <p:nvPr/>
            </p:nvSpPr>
            <p:spPr>
              <a:xfrm>
                <a:off x="8163000" y="4028040"/>
                <a:ext cx="201960" cy="355320"/>
              </a:xfrm>
              <a:custGeom>
                <a:avLst/>
                <a:gdLst>
                  <a:gd name="textAreaLeft" fmla="*/ 0 w 201960"/>
                  <a:gd name="textAreaRight" fmla="*/ 202320 w 201960"/>
                  <a:gd name="textAreaTop" fmla="*/ 0 h 355320"/>
                  <a:gd name="textAreaBottom" fmla="*/ 355680 h 355320"/>
                </a:gdLst>
                <a:ahLst/>
                <a:cxnLst/>
                <a:rect l="textAreaLeft" t="textAreaTop" r="textAreaRight" b="textAreaBottom"/>
                <a:pathLst>
                  <a:path w="183832" h="323468">
                    <a:moveTo>
                      <a:pt x="91916" y="323469"/>
                    </a:moveTo>
                    <a:lnTo>
                      <a:pt x="91916" y="323469"/>
                    </a:lnTo>
                    <a:cubicBezTo>
                      <a:pt x="41339" y="323469"/>
                      <a:pt x="0" y="282130"/>
                      <a:pt x="0" y="231553"/>
                    </a:cubicBezTo>
                    <a:lnTo>
                      <a:pt x="0" y="91916"/>
                    </a:lnTo>
                    <a:cubicBezTo>
                      <a:pt x="0" y="41338"/>
                      <a:pt x="41339" y="0"/>
                      <a:pt x="91916" y="0"/>
                    </a:cubicBezTo>
                    <a:lnTo>
                      <a:pt x="91916" y="0"/>
                    </a:lnTo>
                    <a:cubicBezTo>
                      <a:pt x="142494" y="0"/>
                      <a:pt x="183832" y="41338"/>
                      <a:pt x="183832" y="91916"/>
                    </a:cubicBezTo>
                    <a:lnTo>
                      <a:pt x="183832" y="231553"/>
                    </a:lnTo>
                    <a:cubicBezTo>
                      <a:pt x="183832" y="282130"/>
                      <a:pt x="142494" y="323469"/>
                      <a:pt x="91916" y="323469"/>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0" name="Google Shape;784;p28"/>
              <p:cNvSpPr/>
              <p:nvPr/>
            </p:nvSpPr>
            <p:spPr>
              <a:xfrm>
                <a:off x="8258040" y="4058640"/>
                <a:ext cx="12240" cy="59040"/>
              </a:xfrm>
              <a:custGeom>
                <a:avLst/>
                <a:gdLst>
                  <a:gd name="textAreaLeft" fmla="*/ 0 w 12240"/>
                  <a:gd name="textAreaRight" fmla="*/ 12600 w 12240"/>
                  <a:gd name="textAreaTop" fmla="*/ 0 h 59040"/>
                  <a:gd name="textAreaBottom" fmla="*/ 59400 h 59040"/>
                </a:gdLst>
                <a:ahLst/>
                <a:cxnLst/>
                <a:rect l="textAreaLeft" t="textAreaTop" r="textAreaRight" b="textAreaBottom"/>
                <a:pathLst>
                  <a:path w="11430" h="54101">
                    <a:moveTo>
                      <a:pt x="5715" y="54102"/>
                    </a:moveTo>
                    <a:lnTo>
                      <a:pt x="5715" y="54102"/>
                    </a:lnTo>
                    <a:cubicBezTo>
                      <a:pt x="2572" y="54102"/>
                      <a:pt x="0" y="51530"/>
                      <a:pt x="0" y="48387"/>
                    </a:cubicBezTo>
                    <a:lnTo>
                      <a:pt x="0" y="5715"/>
                    </a:lnTo>
                    <a:cubicBezTo>
                      <a:pt x="0" y="2571"/>
                      <a:pt x="2572" y="0"/>
                      <a:pt x="5715" y="0"/>
                    </a:cubicBezTo>
                    <a:lnTo>
                      <a:pt x="5715" y="0"/>
                    </a:lnTo>
                    <a:cubicBezTo>
                      <a:pt x="8859" y="0"/>
                      <a:pt x="11430" y="2571"/>
                      <a:pt x="11430" y="5715"/>
                    </a:cubicBezTo>
                    <a:lnTo>
                      <a:pt x="11430" y="48387"/>
                    </a:lnTo>
                    <a:cubicBezTo>
                      <a:pt x="11430" y="51530"/>
                      <a:pt x="8859" y="54102"/>
                      <a:pt x="5715" y="54102"/>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9520" bIns="29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01" name="Google Shape;785;p28"/>
            <p:cNvGrpSpPr/>
            <p:nvPr/>
          </p:nvGrpSpPr>
          <p:grpSpPr>
            <a:xfrm>
              <a:off x="6427800" y="3923280"/>
              <a:ext cx="1533600" cy="563760"/>
              <a:chOff x="6427800" y="3923280"/>
              <a:chExt cx="1533600" cy="563760"/>
            </a:xfrm>
          </p:grpSpPr>
          <p:sp>
            <p:nvSpPr>
              <p:cNvPr id="702" name="Google Shape;786;p28"/>
              <p:cNvSpPr/>
              <p:nvPr/>
            </p:nvSpPr>
            <p:spPr>
              <a:xfrm>
                <a:off x="6427800" y="3923280"/>
                <a:ext cx="1533600" cy="563760"/>
              </a:xfrm>
              <a:custGeom>
                <a:avLst/>
                <a:gdLst>
                  <a:gd name="textAreaLeft" fmla="*/ 0 w 1533600"/>
                  <a:gd name="textAreaRight" fmla="*/ 1533960 w 1533600"/>
                  <a:gd name="textAreaTop" fmla="*/ 0 h 563760"/>
                  <a:gd name="textAreaBottom" fmla="*/ 564120 h 563760"/>
                </a:gdLst>
                <a:ahLst/>
                <a:cxnLst/>
                <a:rect l="textAreaLeft" t="textAreaTop" r="textAreaRight" b="textAreaBottom"/>
                <a:pathLst>
                  <a:path w="1396269" h="513492">
                    <a:moveTo>
                      <a:pt x="1334738" y="0"/>
                    </a:moveTo>
                    <a:cubicBezTo>
                      <a:pt x="1368721" y="0"/>
                      <a:pt x="1396270" y="27548"/>
                      <a:pt x="1396270" y="61531"/>
                    </a:cubicBezTo>
                    <a:lnTo>
                      <a:pt x="1396270" y="451961"/>
                    </a:lnTo>
                    <a:cubicBezTo>
                      <a:pt x="1396270" y="485944"/>
                      <a:pt x="1368722" y="513493"/>
                      <a:pt x="1334738" y="513493"/>
                    </a:cubicBezTo>
                    <a:lnTo>
                      <a:pt x="61532" y="513493"/>
                    </a:lnTo>
                    <a:cubicBezTo>
                      <a:pt x="27549" y="513493"/>
                      <a:pt x="0" y="485944"/>
                      <a:pt x="0" y="451961"/>
                    </a:cubicBezTo>
                    <a:lnTo>
                      <a:pt x="0" y="61531"/>
                    </a:lnTo>
                    <a:cubicBezTo>
                      <a:pt x="0" y="27549"/>
                      <a:pt x="27548" y="0"/>
                      <a:pt x="61532"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3" name="Google Shape;787;p28"/>
              <p:cNvSpPr/>
              <p:nvPr/>
            </p:nvSpPr>
            <p:spPr>
              <a:xfrm>
                <a:off x="6567480" y="3963600"/>
                <a:ext cx="84600" cy="84600"/>
              </a:xfrm>
              <a:custGeom>
                <a:avLst/>
                <a:gdLst>
                  <a:gd name="textAreaLeft" fmla="*/ 0 w 84600"/>
                  <a:gd name="textAreaRight" fmla="*/ 84960 w 84600"/>
                  <a:gd name="textAreaTop" fmla="*/ 0 h 84600"/>
                  <a:gd name="textAreaBottom" fmla="*/ 84960 h 84600"/>
                </a:gdLst>
                <a:ahLst/>
                <a:cxnLst/>
                <a:rect l="textAreaLeft" t="textAreaTop" r="textAreaRight" b="textAreaBottom"/>
                <a:pathLst>
                  <a:path w="77247" h="77247">
                    <a:moveTo>
                      <a:pt x="0" y="0"/>
                    </a:moveTo>
                    <a:lnTo>
                      <a:pt x="77248" y="0"/>
                    </a:lnTo>
                    <a:lnTo>
                      <a:pt x="77248" y="77248"/>
                    </a:lnTo>
                    <a:lnTo>
                      <a:pt x="0" y="77248"/>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704" name="Google Shape;788;p28"/>
              <p:cNvGrpSpPr/>
              <p:nvPr/>
            </p:nvGrpSpPr>
            <p:grpSpPr>
              <a:xfrm>
                <a:off x="6744600" y="3963960"/>
                <a:ext cx="477720" cy="84600"/>
                <a:chOff x="6744600" y="3963960"/>
                <a:chExt cx="477720" cy="84600"/>
              </a:xfrm>
            </p:grpSpPr>
            <p:sp>
              <p:nvSpPr>
                <p:cNvPr id="705" name="Google Shape;789;p28"/>
                <p:cNvSpPr/>
                <p:nvPr/>
              </p:nvSpPr>
              <p:spPr>
                <a:xfrm>
                  <a:off x="6744600" y="3963960"/>
                  <a:ext cx="84600" cy="84600"/>
                </a:xfrm>
                <a:custGeom>
                  <a:avLst/>
                  <a:gdLst>
                    <a:gd name="textAreaLeft" fmla="*/ 0 w 84600"/>
                    <a:gd name="textAreaRight" fmla="*/ 84960 w 84600"/>
                    <a:gd name="textAreaTop" fmla="*/ 0 h 84600"/>
                    <a:gd name="textAreaBottom" fmla="*/ 84960 h 84600"/>
                  </a:gdLst>
                  <a:ahLst/>
                  <a:cxnLst/>
                  <a:rect l="textAreaLeft" t="textAreaTop" r="textAreaRight" b="textAreaBottom"/>
                  <a:pathLst>
                    <a:path w="77247" h="77247">
                      <a:moveTo>
                        <a:pt x="0" y="0"/>
                      </a:moveTo>
                      <a:lnTo>
                        <a:pt x="77248" y="0"/>
                      </a:lnTo>
                      <a:lnTo>
                        <a:pt x="77248" y="77248"/>
                      </a:lnTo>
                      <a:lnTo>
                        <a:pt x="0" y="77248"/>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6" name="Google Shape;790;p28"/>
                <p:cNvSpPr/>
                <p:nvPr/>
              </p:nvSpPr>
              <p:spPr>
                <a:xfrm>
                  <a:off x="6842880" y="3963960"/>
                  <a:ext cx="84600" cy="84600"/>
                </a:xfrm>
                <a:custGeom>
                  <a:avLst/>
                  <a:gdLst>
                    <a:gd name="textAreaLeft" fmla="*/ 0 w 84600"/>
                    <a:gd name="textAreaRight" fmla="*/ 84960 w 84600"/>
                    <a:gd name="textAreaTop" fmla="*/ 0 h 84600"/>
                    <a:gd name="textAreaBottom" fmla="*/ 84960 h 84600"/>
                  </a:gdLst>
                  <a:ahLst/>
                  <a:cxnLst/>
                  <a:rect l="textAreaLeft" t="textAreaTop" r="textAreaRight" b="textAreaBottom"/>
                  <a:pathLst>
                    <a:path w="77247" h="77247">
                      <a:moveTo>
                        <a:pt x="0" y="0"/>
                      </a:moveTo>
                      <a:lnTo>
                        <a:pt x="77248" y="0"/>
                      </a:lnTo>
                      <a:lnTo>
                        <a:pt x="77248" y="77248"/>
                      </a:lnTo>
                      <a:lnTo>
                        <a:pt x="0" y="77248"/>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7" name="Google Shape;791;p28"/>
                <p:cNvSpPr/>
                <p:nvPr/>
              </p:nvSpPr>
              <p:spPr>
                <a:xfrm>
                  <a:off x="6941160" y="3963960"/>
                  <a:ext cx="84600" cy="84600"/>
                </a:xfrm>
                <a:custGeom>
                  <a:avLst/>
                  <a:gdLst>
                    <a:gd name="textAreaLeft" fmla="*/ 0 w 84600"/>
                    <a:gd name="textAreaRight" fmla="*/ 84960 w 84600"/>
                    <a:gd name="textAreaTop" fmla="*/ 0 h 84600"/>
                    <a:gd name="textAreaBottom" fmla="*/ 84960 h 84600"/>
                  </a:gdLst>
                  <a:ahLst/>
                  <a:cxnLst/>
                  <a:rect l="textAreaLeft" t="textAreaTop" r="textAreaRight" b="textAreaBottom"/>
                  <a:pathLst>
                    <a:path w="77247" h="77247">
                      <a:moveTo>
                        <a:pt x="0" y="0"/>
                      </a:moveTo>
                      <a:lnTo>
                        <a:pt x="77247" y="0"/>
                      </a:lnTo>
                      <a:lnTo>
                        <a:pt x="77247" y="77248"/>
                      </a:lnTo>
                      <a:lnTo>
                        <a:pt x="0" y="77248"/>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8" name="Google Shape;792;p28"/>
                <p:cNvSpPr/>
                <p:nvPr/>
              </p:nvSpPr>
              <p:spPr>
                <a:xfrm>
                  <a:off x="7039440" y="3963960"/>
                  <a:ext cx="84600" cy="84600"/>
                </a:xfrm>
                <a:custGeom>
                  <a:avLst/>
                  <a:gdLst>
                    <a:gd name="textAreaLeft" fmla="*/ 0 w 84600"/>
                    <a:gd name="textAreaRight" fmla="*/ 84960 w 84600"/>
                    <a:gd name="textAreaTop" fmla="*/ 0 h 84600"/>
                    <a:gd name="textAreaBottom" fmla="*/ 84960 h 84600"/>
                  </a:gdLst>
                  <a:ahLst/>
                  <a:cxnLst/>
                  <a:rect l="textAreaLeft" t="textAreaTop" r="textAreaRight" b="textAreaBottom"/>
                  <a:pathLst>
                    <a:path w="77247" h="77247">
                      <a:moveTo>
                        <a:pt x="0" y="0"/>
                      </a:moveTo>
                      <a:lnTo>
                        <a:pt x="77247" y="0"/>
                      </a:lnTo>
                      <a:lnTo>
                        <a:pt x="77247" y="77248"/>
                      </a:lnTo>
                      <a:lnTo>
                        <a:pt x="0" y="77248"/>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9" name="Google Shape;793;p28"/>
                <p:cNvSpPr/>
                <p:nvPr/>
              </p:nvSpPr>
              <p:spPr>
                <a:xfrm>
                  <a:off x="7137720" y="3963960"/>
                  <a:ext cx="84600" cy="84600"/>
                </a:xfrm>
                <a:custGeom>
                  <a:avLst/>
                  <a:gdLst>
                    <a:gd name="textAreaLeft" fmla="*/ 0 w 84600"/>
                    <a:gd name="textAreaRight" fmla="*/ 84960 w 84600"/>
                    <a:gd name="textAreaTop" fmla="*/ 0 h 84600"/>
                    <a:gd name="textAreaBottom" fmla="*/ 84960 h 84600"/>
                  </a:gdLst>
                  <a:ahLst/>
                  <a:cxnLst/>
                  <a:rect l="textAreaLeft" t="textAreaTop" r="textAreaRight" b="textAreaBottom"/>
                  <a:pathLst>
                    <a:path w="77247" h="77247">
                      <a:moveTo>
                        <a:pt x="0" y="0"/>
                      </a:moveTo>
                      <a:lnTo>
                        <a:pt x="77248" y="0"/>
                      </a:lnTo>
                      <a:lnTo>
                        <a:pt x="77248" y="77248"/>
                      </a:lnTo>
                      <a:lnTo>
                        <a:pt x="0" y="77248"/>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10" name="Google Shape;794;p28"/>
              <p:cNvGrpSpPr/>
              <p:nvPr/>
            </p:nvGrpSpPr>
            <p:grpSpPr>
              <a:xfrm>
                <a:off x="7329960" y="3963960"/>
                <a:ext cx="478080" cy="84600"/>
                <a:chOff x="7329960" y="3963960"/>
                <a:chExt cx="478080" cy="84600"/>
              </a:xfrm>
            </p:grpSpPr>
            <p:sp>
              <p:nvSpPr>
                <p:cNvPr id="711" name="Google Shape;795;p28"/>
                <p:cNvSpPr/>
                <p:nvPr/>
              </p:nvSpPr>
              <p:spPr>
                <a:xfrm>
                  <a:off x="7329960" y="3963960"/>
                  <a:ext cx="84600" cy="84600"/>
                </a:xfrm>
                <a:custGeom>
                  <a:avLst/>
                  <a:gdLst>
                    <a:gd name="textAreaLeft" fmla="*/ 0 w 84600"/>
                    <a:gd name="textAreaRight" fmla="*/ 84960 w 84600"/>
                    <a:gd name="textAreaTop" fmla="*/ 0 h 84600"/>
                    <a:gd name="textAreaBottom" fmla="*/ 84960 h 84600"/>
                  </a:gdLst>
                  <a:ahLst/>
                  <a:cxnLst/>
                  <a:rect l="textAreaLeft" t="textAreaTop" r="textAreaRight" b="textAreaBottom"/>
                  <a:pathLst>
                    <a:path w="77247" h="77247">
                      <a:moveTo>
                        <a:pt x="0" y="0"/>
                      </a:moveTo>
                      <a:lnTo>
                        <a:pt x="77247" y="0"/>
                      </a:lnTo>
                      <a:lnTo>
                        <a:pt x="77247" y="77248"/>
                      </a:lnTo>
                      <a:lnTo>
                        <a:pt x="0" y="77248"/>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2" name="Google Shape;796;p28"/>
                <p:cNvSpPr/>
                <p:nvPr/>
              </p:nvSpPr>
              <p:spPr>
                <a:xfrm>
                  <a:off x="7428240" y="3963960"/>
                  <a:ext cx="84600" cy="84600"/>
                </a:xfrm>
                <a:custGeom>
                  <a:avLst/>
                  <a:gdLst>
                    <a:gd name="textAreaLeft" fmla="*/ 0 w 84600"/>
                    <a:gd name="textAreaRight" fmla="*/ 84960 w 84600"/>
                    <a:gd name="textAreaTop" fmla="*/ 0 h 84600"/>
                    <a:gd name="textAreaBottom" fmla="*/ 84960 h 84600"/>
                  </a:gdLst>
                  <a:ahLst/>
                  <a:cxnLst/>
                  <a:rect l="textAreaLeft" t="textAreaTop" r="textAreaRight" b="textAreaBottom"/>
                  <a:pathLst>
                    <a:path w="77247" h="77247">
                      <a:moveTo>
                        <a:pt x="0" y="0"/>
                      </a:moveTo>
                      <a:lnTo>
                        <a:pt x="77247" y="0"/>
                      </a:lnTo>
                      <a:lnTo>
                        <a:pt x="77247" y="77248"/>
                      </a:lnTo>
                      <a:lnTo>
                        <a:pt x="0" y="77248"/>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3" name="Google Shape;797;p28"/>
                <p:cNvSpPr/>
                <p:nvPr/>
              </p:nvSpPr>
              <p:spPr>
                <a:xfrm>
                  <a:off x="7526520" y="3963960"/>
                  <a:ext cx="84600" cy="84600"/>
                </a:xfrm>
                <a:custGeom>
                  <a:avLst/>
                  <a:gdLst>
                    <a:gd name="textAreaLeft" fmla="*/ 0 w 84600"/>
                    <a:gd name="textAreaRight" fmla="*/ 84960 w 84600"/>
                    <a:gd name="textAreaTop" fmla="*/ 0 h 84600"/>
                    <a:gd name="textAreaBottom" fmla="*/ 84960 h 84600"/>
                  </a:gdLst>
                  <a:ahLst/>
                  <a:cxnLst/>
                  <a:rect l="textAreaLeft" t="textAreaTop" r="textAreaRight" b="textAreaBottom"/>
                  <a:pathLst>
                    <a:path w="77247" h="77247">
                      <a:moveTo>
                        <a:pt x="0" y="0"/>
                      </a:moveTo>
                      <a:lnTo>
                        <a:pt x="77248" y="0"/>
                      </a:lnTo>
                      <a:lnTo>
                        <a:pt x="77248" y="77248"/>
                      </a:lnTo>
                      <a:lnTo>
                        <a:pt x="0" y="77248"/>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4" name="Google Shape;798;p28"/>
                <p:cNvSpPr/>
                <p:nvPr/>
              </p:nvSpPr>
              <p:spPr>
                <a:xfrm>
                  <a:off x="7625160" y="3963960"/>
                  <a:ext cx="84600" cy="84600"/>
                </a:xfrm>
                <a:custGeom>
                  <a:avLst/>
                  <a:gdLst>
                    <a:gd name="textAreaLeft" fmla="*/ 0 w 84600"/>
                    <a:gd name="textAreaRight" fmla="*/ 84960 w 84600"/>
                    <a:gd name="textAreaTop" fmla="*/ 0 h 84600"/>
                    <a:gd name="textAreaBottom" fmla="*/ 84960 h 84600"/>
                  </a:gdLst>
                  <a:ahLst/>
                  <a:cxnLst/>
                  <a:rect l="textAreaLeft" t="textAreaTop" r="textAreaRight" b="textAreaBottom"/>
                  <a:pathLst>
                    <a:path w="77247" h="77247">
                      <a:moveTo>
                        <a:pt x="0" y="0"/>
                      </a:moveTo>
                      <a:lnTo>
                        <a:pt x="77248" y="0"/>
                      </a:lnTo>
                      <a:lnTo>
                        <a:pt x="77248" y="77248"/>
                      </a:lnTo>
                      <a:lnTo>
                        <a:pt x="0" y="77248"/>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5" name="Google Shape;799;p28"/>
                <p:cNvSpPr/>
                <p:nvPr/>
              </p:nvSpPr>
              <p:spPr>
                <a:xfrm>
                  <a:off x="7723440" y="3963960"/>
                  <a:ext cx="84600" cy="84600"/>
                </a:xfrm>
                <a:custGeom>
                  <a:avLst/>
                  <a:gdLst>
                    <a:gd name="textAreaLeft" fmla="*/ 0 w 84600"/>
                    <a:gd name="textAreaRight" fmla="*/ 84960 w 84600"/>
                    <a:gd name="textAreaTop" fmla="*/ 0 h 84600"/>
                    <a:gd name="textAreaBottom" fmla="*/ 84960 h 84600"/>
                  </a:gdLst>
                  <a:ahLst/>
                  <a:cxnLst/>
                  <a:rect l="textAreaLeft" t="textAreaTop" r="textAreaRight" b="textAreaBottom"/>
                  <a:pathLst>
                    <a:path w="77247" h="77247">
                      <a:moveTo>
                        <a:pt x="0" y="0"/>
                      </a:moveTo>
                      <a:lnTo>
                        <a:pt x="77248" y="0"/>
                      </a:lnTo>
                      <a:lnTo>
                        <a:pt x="77248" y="77248"/>
                      </a:lnTo>
                      <a:lnTo>
                        <a:pt x="0" y="77248"/>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16" name="Google Shape;800;p28"/>
              <p:cNvGrpSpPr/>
              <p:nvPr/>
            </p:nvGrpSpPr>
            <p:grpSpPr>
              <a:xfrm>
                <a:off x="6465240" y="4095000"/>
                <a:ext cx="1462680" cy="86040"/>
                <a:chOff x="6465240" y="4095000"/>
                <a:chExt cx="1462680" cy="86040"/>
              </a:xfrm>
            </p:grpSpPr>
            <p:sp>
              <p:nvSpPr>
                <p:cNvPr id="717" name="Google Shape;801;p28"/>
                <p:cNvSpPr/>
                <p:nvPr/>
              </p:nvSpPr>
              <p:spPr>
                <a:xfrm>
                  <a:off x="646524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2"/>
                      </a:lnTo>
                      <a:lnTo>
                        <a:pt x="0" y="78582"/>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8" name="Google Shape;802;p28"/>
                <p:cNvSpPr/>
                <p:nvPr/>
              </p:nvSpPr>
              <p:spPr>
                <a:xfrm>
                  <a:off x="657972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2"/>
                      </a:lnTo>
                      <a:lnTo>
                        <a:pt x="0" y="78582"/>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9" name="Google Shape;803;p28"/>
                <p:cNvSpPr/>
                <p:nvPr/>
              </p:nvSpPr>
              <p:spPr>
                <a:xfrm>
                  <a:off x="669456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2"/>
                      </a:lnTo>
                      <a:lnTo>
                        <a:pt x="0" y="78582"/>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0" name="Google Shape;804;p28"/>
                <p:cNvSpPr/>
                <p:nvPr/>
              </p:nvSpPr>
              <p:spPr>
                <a:xfrm>
                  <a:off x="680940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2"/>
                      </a:lnTo>
                      <a:lnTo>
                        <a:pt x="0" y="78582"/>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1" name="Google Shape;805;p28"/>
                <p:cNvSpPr/>
                <p:nvPr/>
              </p:nvSpPr>
              <p:spPr>
                <a:xfrm>
                  <a:off x="692388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2"/>
                      </a:lnTo>
                      <a:lnTo>
                        <a:pt x="0" y="78582"/>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2" name="Google Shape;806;p28"/>
                <p:cNvSpPr/>
                <p:nvPr/>
              </p:nvSpPr>
              <p:spPr>
                <a:xfrm>
                  <a:off x="703872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2"/>
                      </a:lnTo>
                      <a:lnTo>
                        <a:pt x="0" y="78582"/>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3" name="Google Shape;807;p28"/>
                <p:cNvSpPr/>
                <p:nvPr/>
              </p:nvSpPr>
              <p:spPr>
                <a:xfrm>
                  <a:off x="715356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2"/>
                      </a:lnTo>
                      <a:lnTo>
                        <a:pt x="0" y="78582"/>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4" name="Google Shape;808;p28"/>
                <p:cNvSpPr/>
                <p:nvPr/>
              </p:nvSpPr>
              <p:spPr>
                <a:xfrm>
                  <a:off x="726804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2"/>
                      </a:lnTo>
                      <a:lnTo>
                        <a:pt x="0" y="78582"/>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5" name="Google Shape;809;p28"/>
                <p:cNvSpPr/>
                <p:nvPr/>
              </p:nvSpPr>
              <p:spPr>
                <a:xfrm>
                  <a:off x="738288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2"/>
                      </a:lnTo>
                      <a:lnTo>
                        <a:pt x="0" y="78582"/>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6" name="Google Shape;810;p28"/>
                <p:cNvSpPr/>
                <p:nvPr/>
              </p:nvSpPr>
              <p:spPr>
                <a:xfrm>
                  <a:off x="749772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2"/>
                      </a:lnTo>
                      <a:lnTo>
                        <a:pt x="0" y="78582"/>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7" name="Google Shape;811;p28"/>
                <p:cNvSpPr/>
                <p:nvPr/>
              </p:nvSpPr>
              <p:spPr>
                <a:xfrm>
                  <a:off x="761220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2"/>
                      </a:lnTo>
                      <a:lnTo>
                        <a:pt x="0" y="78582"/>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8" name="Google Shape;812;p28"/>
                <p:cNvSpPr/>
                <p:nvPr/>
              </p:nvSpPr>
              <p:spPr>
                <a:xfrm>
                  <a:off x="772704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2"/>
                      </a:lnTo>
                      <a:lnTo>
                        <a:pt x="0" y="78582"/>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9" name="Google Shape;813;p28"/>
                <p:cNvSpPr/>
                <p:nvPr/>
              </p:nvSpPr>
              <p:spPr>
                <a:xfrm>
                  <a:off x="784188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2" y="0"/>
                      </a:lnTo>
                      <a:lnTo>
                        <a:pt x="78582" y="78582"/>
                      </a:lnTo>
                      <a:lnTo>
                        <a:pt x="0" y="78582"/>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30" name="Google Shape;814;p28"/>
              <p:cNvGrpSpPr/>
              <p:nvPr/>
            </p:nvGrpSpPr>
            <p:grpSpPr>
              <a:xfrm>
                <a:off x="6465240" y="4309560"/>
                <a:ext cx="1462680" cy="86040"/>
                <a:chOff x="6465240" y="4309560"/>
                <a:chExt cx="1462680" cy="86040"/>
              </a:xfrm>
            </p:grpSpPr>
            <p:sp>
              <p:nvSpPr>
                <p:cNvPr id="731" name="Google Shape;815;p28"/>
                <p:cNvSpPr/>
                <p:nvPr/>
              </p:nvSpPr>
              <p:spPr>
                <a:xfrm>
                  <a:off x="6465240" y="430956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2" name="Google Shape;816;p28"/>
                <p:cNvSpPr/>
                <p:nvPr/>
              </p:nvSpPr>
              <p:spPr>
                <a:xfrm>
                  <a:off x="6579720" y="430956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3" name="Google Shape;817;p28"/>
                <p:cNvSpPr/>
                <p:nvPr/>
              </p:nvSpPr>
              <p:spPr>
                <a:xfrm>
                  <a:off x="6694560" y="4309560"/>
                  <a:ext cx="546480" cy="86040"/>
                </a:xfrm>
                <a:custGeom>
                  <a:avLst/>
                  <a:gdLst>
                    <a:gd name="textAreaLeft" fmla="*/ 0 w 546480"/>
                    <a:gd name="textAreaRight" fmla="*/ 546840 w 546480"/>
                    <a:gd name="textAreaTop" fmla="*/ 0 h 86040"/>
                    <a:gd name="textAreaBottom" fmla="*/ 86400 h 86040"/>
                  </a:gdLst>
                  <a:ahLst/>
                  <a:cxnLst/>
                  <a:rect l="textAreaLeft" t="textAreaTop" r="textAreaRight" b="textAreaBottom"/>
                  <a:pathLst>
                    <a:path w="497300" h="78581">
                      <a:moveTo>
                        <a:pt x="0" y="0"/>
                      </a:moveTo>
                      <a:lnTo>
                        <a:pt x="497300" y="0"/>
                      </a:lnTo>
                      <a:lnTo>
                        <a:pt x="497300"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4" name="Google Shape;818;p28"/>
                <p:cNvSpPr/>
                <p:nvPr/>
              </p:nvSpPr>
              <p:spPr>
                <a:xfrm>
                  <a:off x="7268040" y="430956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5" name="Google Shape;819;p28"/>
                <p:cNvSpPr/>
                <p:nvPr/>
              </p:nvSpPr>
              <p:spPr>
                <a:xfrm>
                  <a:off x="7382880" y="430956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6" name="Google Shape;820;p28"/>
                <p:cNvSpPr/>
                <p:nvPr/>
              </p:nvSpPr>
              <p:spPr>
                <a:xfrm>
                  <a:off x="7497720" y="430956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7" name="Google Shape;821;p28"/>
                <p:cNvSpPr/>
                <p:nvPr/>
              </p:nvSpPr>
              <p:spPr>
                <a:xfrm>
                  <a:off x="7612200" y="430956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8" name="Google Shape;822;p28"/>
                <p:cNvSpPr/>
                <p:nvPr/>
              </p:nvSpPr>
              <p:spPr>
                <a:xfrm>
                  <a:off x="7727040" y="430956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9" name="Google Shape;823;p28"/>
                <p:cNvSpPr/>
                <p:nvPr/>
              </p:nvSpPr>
              <p:spPr>
                <a:xfrm>
                  <a:off x="7841880" y="430956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2" y="0"/>
                      </a:lnTo>
                      <a:lnTo>
                        <a:pt x="78582"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40" name="Google Shape;824;p28"/>
              <p:cNvGrpSpPr/>
              <p:nvPr/>
            </p:nvGrpSpPr>
            <p:grpSpPr>
              <a:xfrm>
                <a:off x="6520320" y="4204080"/>
                <a:ext cx="1347840" cy="86040"/>
                <a:chOff x="6520320" y="4204080"/>
                <a:chExt cx="1347840" cy="86040"/>
              </a:xfrm>
            </p:grpSpPr>
            <p:sp>
              <p:nvSpPr>
                <p:cNvPr id="741" name="Google Shape;825;p28"/>
                <p:cNvSpPr/>
                <p:nvPr/>
              </p:nvSpPr>
              <p:spPr>
                <a:xfrm>
                  <a:off x="6520320" y="420408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2" name="Google Shape;826;p28"/>
                <p:cNvSpPr/>
                <p:nvPr/>
              </p:nvSpPr>
              <p:spPr>
                <a:xfrm>
                  <a:off x="6634800" y="420408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3" name="Google Shape;827;p28"/>
                <p:cNvSpPr/>
                <p:nvPr/>
              </p:nvSpPr>
              <p:spPr>
                <a:xfrm>
                  <a:off x="6749640" y="420408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4" name="Google Shape;828;p28"/>
                <p:cNvSpPr/>
                <p:nvPr/>
              </p:nvSpPr>
              <p:spPr>
                <a:xfrm>
                  <a:off x="6864480" y="420408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5" name="Google Shape;829;p28"/>
                <p:cNvSpPr/>
                <p:nvPr/>
              </p:nvSpPr>
              <p:spPr>
                <a:xfrm>
                  <a:off x="6978960" y="420408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6" name="Google Shape;830;p28"/>
                <p:cNvSpPr/>
                <p:nvPr/>
              </p:nvSpPr>
              <p:spPr>
                <a:xfrm>
                  <a:off x="7093800" y="420408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7" name="Google Shape;831;p28"/>
                <p:cNvSpPr/>
                <p:nvPr/>
              </p:nvSpPr>
              <p:spPr>
                <a:xfrm>
                  <a:off x="7208640" y="420408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8" name="Google Shape;832;p28"/>
                <p:cNvSpPr/>
                <p:nvPr/>
              </p:nvSpPr>
              <p:spPr>
                <a:xfrm>
                  <a:off x="7323120" y="420408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9" name="Google Shape;833;p28"/>
                <p:cNvSpPr/>
                <p:nvPr/>
              </p:nvSpPr>
              <p:spPr>
                <a:xfrm>
                  <a:off x="7437960" y="420408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0" name="Google Shape;834;p28"/>
                <p:cNvSpPr/>
                <p:nvPr/>
              </p:nvSpPr>
              <p:spPr>
                <a:xfrm>
                  <a:off x="7552800" y="420408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1" name="Google Shape;835;p28"/>
                <p:cNvSpPr/>
                <p:nvPr/>
              </p:nvSpPr>
              <p:spPr>
                <a:xfrm>
                  <a:off x="7667280" y="420408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2" name="Google Shape;836;p28"/>
                <p:cNvSpPr/>
                <p:nvPr/>
              </p:nvSpPr>
              <p:spPr>
                <a:xfrm>
                  <a:off x="7782120" y="420408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753" name="Google Shape;837;p28"/>
              <p:cNvSpPr/>
              <p:nvPr/>
            </p:nvSpPr>
            <p:spPr>
              <a:xfrm>
                <a:off x="7885440" y="3962880"/>
                <a:ext cx="40680" cy="40680"/>
              </a:xfrm>
              <a:custGeom>
                <a:avLst/>
                <a:gdLst>
                  <a:gd name="textAreaLeft" fmla="*/ 0 w 40680"/>
                  <a:gd name="textAreaRight" fmla="*/ 41040 w 40680"/>
                  <a:gd name="textAreaTop" fmla="*/ 0 h 40680"/>
                  <a:gd name="textAreaBottom" fmla="*/ 41040 h 40680"/>
                </a:gdLst>
                <a:ahLst/>
                <a:cxnLst/>
                <a:rect l="textAreaLeft" t="textAreaTop" r="textAreaRight" b="textAreaBottom"/>
                <a:pathLst>
                  <a:path w="37338" h="37338">
                    <a:moveTo>
                      <a:pt x="37338" y="18669"/>
                    </a:moveTo>
                    <a:cubicBezTo>
                      <a:pt x="37338" y="28980"/>
                      <a:pt x="28980" y="37338"/>
                      <a:pt x="18669" y="37338"/>
                    </a:cubicBezTo>
                    <a:cubicBezTo>
                      <a:pt x="8358" y="37338"/>
                      <a:pt x="0" y="28980"/>
                      <a:pt x="0" y="18669"/>
                    </a:cubicBezTo>
                    <a:cubicBezTo>
                      <a:pt x="0" y="8359"/>
                      <a:pt x="8358" y="0"/>
                      <a:pt x="18669" y="0"/>
                    </a:cubicBezTo>
                    <a:cubicBezTo>
                      <a:pt x="28979" y="0"/>
                      <a:pt x="37338" y="8358"/>
                      <a:pt x="37338" y="18669"/>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754" name="Google Shape;838;p28"/>
            <p:cNvGrpSpPr/>
            <p:nvPr/>
          </p:nvGrpSpPr>
          <p:grpSpPr>
            <a:xfrm>
              <a:off x="6368040" y="2012760"/>
              <a:ext cx="1447920" cy="1250280"/>
              <a:chOff x="6368040" y="2012760"/>
              <a:chExt cx="1447920" cy="1250280"/>
            </a:xfrm>
          </p:grpSpPr>
          <p:sp>
            <p:nvSpPr>
              <p:cNvPr id="755" name="Google Shape;839;p28"/>
              <p:cNvSpPr/>
              <p:nvPr/>
            </p:nvSpPr>
            <p:spPr>
              <a:xfrm>
                <a:off x="6368040" y="2012760"/>
                <a:ext cx="1447920" cy="1250280"/>
              </a:xfrm>
              <a:custGeom>
                <a:avLst/>
                <a:gdLst>
                  <a:gd name="textAreaLeft" fmla="*/ 0 w 1447920"/>
                  <a:gd name="textAreaRight" fmla="*/ 1448280 w 1447920"/>
                  <a:gd name="textAreaTop" fmla="*/ 0 h 1250280"/>
                  <a:gd name="textAreaBottom" fmla="*/ 1250640 h 1250280"/>
                </a:gdLst>
                <a:ahLst/>
                <a:cxnLst/>
                <a:rect l="textAreaLeft" t="textAreaTop" r="textAreaRight" b="textAreaBottom"/>
                <a:pathLst>
                  <a:path w="1318259" h="1915286">
                    <a:moveTo>
                      <a:pt x="1266444" y="0"/>
                    </a:moveTo>
                    <a:cubicBezTo>
                      <a:pt x="1295061" y="0"/>
                      <a:pt x="1318260" y="23199"/>
                      <a:pt x="1318260" y="51816"/>
                    </a:cubicBezTo>
                    <a:lnTo>
                      <a:pt x="1318260" y="1863471"/>
                    </a:lnTo>
                    <a:cubicBezTo>
                      <a:pt x="1318260" y="1892089"/>
                      <a:pt x="1295061" y="1915287"/>
                      <a:pt x="1266444" y="1915287"/>
                    </a:cubicBezTo>
                    <a:lnTo>
                      <a:pt x="51816" y="1915287"/>
                    </a:lnTo>
                    <a:cubicBezTo>
                      <a:pt x="23198" y="1915287"/>
                      <a:pt x="0" y="1892089"/>
                      <a:pt x="0" y="1863471"/>
                    </a:cubicBezTo>
                    <a:lnTo>
                      <a:pt x="0" y="51816"/>
                    </a:lnTo>
                    <a:cubicBezTo>
                      <a:pt x="0" y="23199"/>
                      <a:pt x="23198" y="0"/>
                      <a:pt x="5181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6" name="Google Shape;840;p28"/>
              <p:cNvSpPr/>
              <p:nvPr/>
            </p:nvSpPr>
            <p:spPr>
              <a:xfrm>
                <a:off x="6368040" y="2012760"/>
                <a:ext cx="1447920" cy="102960"/>
              </a:xfrm>
              <a:custGeom>
                <a:avLst/>
                <a:gdLst>
                  <a:gd name="textAreaLeft" fmla="*/ 0 w 1447920"/>
                  <a:gd name="textAreaRight" fmla="*/ 1448280 w 1447920"/>
                  <a:gd name="textAreaTop" fmla="*/ 0 h 102960"/>
                  <a:gd name="textAreaBottom" fmla="*/ 103320 h 102960"/>
                </a:gdLst>
                <a:ahLst/>
                <a:cxnLst/>
                <a:rect l="textAreaLeft" t="textAreaTop" r="textAreaRight" b="textAreaBottom"/>
                <a:pathLst>
                  <a:path w="1318259" h="94107">
                    <a:moveTo>
                      <a:pt x="1318260" y="51816"/>
                    </a:moveTo>
                    <a:lnTo>
                      <a:pt x="1318260" y="94107"/>
                    </a:lnTo>
                    <a:lnTo>
                      <a:pt x="0" y="94107"/>
                    </a:lnTo>
                    <a:lnTo>
                      <a:pt x="0" y="51816"/>
                    </a:lnTo>
                    <a:cubicBezTo>
                      <a:pt x="0" y="23241"/>
                      <a:pt x="23241" y="0"/>
                      <a:pt x="51816" y="0"/>
                    </a:cubicBezTo>
                    <a:lnTo>
                      <a:pt x="1266444" y="0"/>
                    </a:lnTo>
                    <a:cubicBezTo>
                      <a:pt x="1295019" y="0"/>
                      <a:pt x="1318260" y="23241"/>
                      <a:pt x="1318260" y="51816"/>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757" name="Google Shape;841;p28"/>
              <p:cNvGrpSpPr/>
              <p:nvPr/>
            </p:nvGrpSpPr>
            <p:grpSpPr>
              <a:xfrm>
                <a:off x="7606440" y="2051640"/>
                <a:ext cx="154440" cy="33840"/>
                <a:chOff x="7606440" y="2051640"/>
                <a:chExt cx="154440" cy="33840"/>
              </a:xfrm>
            </p:grpSpPr>
            <p:sp>
              <p:nvSpPr>
                <p:cNvPr id="758" name="Google Shape;842;p28"/>
                <p:cNvSpPr/>
                <p:nvPr/>
              </p:nvSpPr>
              <p:spPr>
                <a:xfrm>
                  <a:off x="7727040" y="2051640"/>
                  <a:ext cx="33840" cy="33840"/>
                </a:xfrm>
                <a:custGeom>
                  <a:avLst/>
                  <a:gdLst>
                    <a:gd name="textAreaLeft" fmla="*/ 0 w 33840"/>
                    <a:gd name="textAreaRight" fmla="*/ 34200 w 33840"/>
                    <a:gd name="textAreaTop" fmla="*/ 0 h 33840"/>
                    <a:gd name="textAreaBottom" fmla="*/ 34200 h 33840"/>
                  </a:gdLst>
                  <a:ahLst/>
                  <a:cxnLst/>
                  <a:rect l="textAreaLeft" t="textAreaTop" r="textAreaRight" b="textAreaBottom"/>
                  <a:pathLst>
                    <a:path w="31241" h="31241">
                      <a:moveTo>
                        <a:pt x="31242" y="15621"/>
                      </a:moveTo>
                      <a:cubicBezTo>
                        <a:pt x="31242" y="24248"/>
                        <a:pt x="24248" y="31242"/>
                        <a:pt x="15621" y="31242"/>
                      </a:cubicBezTo>
                      <a:cubicBezTo>
                        <a:pt x="6994" y="31242"/>
                        <a:pt x="0" y="24248"/>
                        <a:pt x="0" y="15621"/>
                      </a:cubicBezTo>
                      <a:cubicBezTo>
                        <a:pt x="0" y="6994"/>
                        <a:pt x="6994" y="0"/>
                        <a:pt x="15621" y="0"/>
                      </a:cubicBezTo>
                      <a:cubicBezTo>
                        <a:pt x="24248" y="0"/>
                        <a:pt x="31242" y="6994"/>
                        <a:pt x="31242" y="1562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6920" bIns="16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9" name="Google Shape;843;p28"/>
                <p:cNvSpPr/>
                <p:nvPr/>
              </p:nvSpPr>
              <p:spPr>
                <a:xfrm>
                  <a:off x="7666560" y="2051640"/>
                  <a:ext cx="33840" cy="33840"/>
                </a:xfrm>
                <a:custGeom>
                  <a:avLst/>
                  <a:gdLst>
                    <a:gd name="textAreaLeft" fmla="*/ 0 w 33840"/>
                    <a:gd name="textAreaRight" fmla="*/ 34200 w 33840"/>
                    <a:gd name="textAreaTop" fmla="*/ 0 h 33840"/>
                    <a:gd name="textAreaBottom" fmla="*/ 34200 h 33840"/>
                  </a:gdLst>
                  <a:ahLst/>
                  <a:cxnLst/>
                  <a:rect l="textAreaLeft" t="textAreaTop" r="textAreaRight" b="textAreaBottom"/>
                  <a:pathLst>
                    <a:path w="31241" h="31241">
                      <a:moveTo>
                        <a:pt x="31242" y="15621"/>
                      </a:moveTo>
                      <a:cubicBezTo>
                        <a:pt x="31242" y="24248"/>
                        <a:pt x="24248" y="31242"/>
                        <a:pt x="15621" y="31242"/>
                      </a:cubicBezTo>
                      <a:cubicBezTo>
                        <a:pt x="6994" y="31242"/>
                        <a:pt x="0" y="24248"/>
                        <a:pt x="0" y="15621"/>
                      </a:cubicBezTo>
                      <a:cubicBezTo>
                        <a:pt x="0" y="6994"/>
                        <a:pt x="6994" y="0"/>
                        <a:pt x="15621" y="0"/>
                      </a:cubicBezTo>
                      <a:cubicBezTo>
                        <a:pt x="24248" y="0"/>
                        <a:pt x="31242" y="6994"/>
                        <a:pt x="31242" y="1562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6920" bIns="16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0" name="Google Shape;844;p28"/>
                <p:cNvSpPr/>
                <p:nvPr/>
              </p:nvSpPr>
              <p:spPr>
                <a:xfrm>
                  <a:off x="7606440" y="2051640"/>
                  <a:ext cx="33840" cy="33840"/>
                </a:xfrm>
                <a:custGeom>
                  <a:avLst/>
                  <a:gdLst>
                    <a:gd name="textAreaLeft" fmla="*/ 0 w 33840"/>
                    <a:gd name="textAreaRight" fmla="*/ 34200 w 33840"/>
                    <a:gd name="textAreaTop" fmla="*/ 0 h 33840"/>
                    <a:gd name="textAreaBottom" fmla="*/ 34200 h 33840"/>
                  </a:gdLst>
                  <a:ahLst/>
                  <a:cxnLst/>
                  <a:rect l="textAreaLeft" t="textAreaTop" r="textAreaRight" b="textAreaBottom"/>
                  <a:pathLst>
                    <a:path w="31241" h="31241">
                      <a:moveTo>
                        <a:pt x="31242" y="15621"/>
                      </a:moveTo>
                      <a:cubicBezTo>
                        <a:pt x="31242" y="24248"/>
                        <a:pt x="24248" y="31242"/>
                        <a:pt x="15621" y="31242"/>
                      </a:cubicBezTo>
                      <a:cubicBezTo>
                        <a:pt x="6993" y="31242"/>
                        <a:pt x="-1" y="24248"/>
                        <a:pt x="-1" y="15621"/>
                      </a:cubicBezTo>
                      <a:cubicBezTo>
                        <a:pt x="-1" y="6994"/>
                        <a:pt x="6993" y="0"/>
                        <a:pt x="15621" y="0"/>
                      </a:cubicBezTo>
                      <a:cubicBezTo>
                        <a:pt x="24248" y="0"/>
                        <a:pt x="31242" y="6994"/>
                        <a:pt x="31242" y="1562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16920" bIns="16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761" name="Google Shape;845;p28"/>
              <p:cNvSpPr/>
              <p:nvPr/>
            </p:nvSpPr>
            <p:spPr>
              <a:xfrm>
                <a:off x="6390000" y="2137680"/>
                <a:ext cx="1403640" cy="561600"/>
              </a:xfrm>
              <a:custGeom>
                <a:avLst/>
                <a:gdLst>
                  <a:gd name="textAreaLeft" fmla="*/ 0 w 1403640"/>
                  <a:gd name="textAreaRight" fmla="*/ 1404000 w 1403640"/>
                  <a:gd name="textAreaTop" fmla="*/ 0 h 561600"/>
                  <a:gd name="textAreaBottom" fmla="*/ 561960 h 561600"/>
                </a:gdLst>
                <a:ahLst/>
                <a:cxnLst/>
                <a:rect l="textAreaLeft" t="textAreaTop" r="textAreaRight" b="textAreaBottom"/>
                <a:pathLst>
                  <a:path w="1278064" h="511682">
                    <a:moveTo>
                      <a:pt x="0" y="0"/>
                    </a:moveTo>
                    <a:lnTo>
                      <a:pt x="1278064" y="0"/>
                    </a:lnTo>
                    <a:lnTo>
                      <a:pt x="1278064" y="511683"/>
                    </a:lnTo>
                    <a:lnTo>
                      <a:pt x="0" y="511683"/>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2" name="Google Shape;846;p28"/>
              <p:cNvSpPr/>
              <p:nvPr/>
            </p:nvSpPr>
            <p:spPr>
              <a:xfrm>
                <a:off x="6430320" y="2758320"/>
                <a:ext cx="386280" cy="335520"/>
              </a:xfrm>
              <a:custGeom>
                <a:avLst/>
                <a:gdLst>
                  <a:gd name="textAreaLeft" fmla="*/ 0 w 386280"/>
                  <a:gd name="textAreaRight" fmla="*/ 386640 w 386280"/>
                  <a:gd name="textAreaTop" fmla="*/ 0 h 335520"/>
                  <a:gd name="textAreaBottom" fmla="*/ 335880 h 335520"/>
                </a:gdLst>
                <a:ahLst/>
                <a:cxnLst/>
                <a:rect l="textAreaLeft" t="textAreaTop" r="textAreaRight" b="textAreaBottom"/>
                <a:pathLst>
                  <a:path w="352044" h="305657">
                    <a:moveTo>
                      <a:pt x="0" y="0"/>
                    </a:moveTo>
                    <a:lnTo>
                      <a:pt x="352044" y="0"/>
                    </a:lnTo>
                    <a:lnTo>
                      <a:pt x="352044" y="305657"/>
                    </a:lnTo>
                    <a:lnTo>
                      <a:pt x="0" y="305657"/>
                    </a:lnTo>
                    <a:close/>
                  </a:path>
                </a:pathLst>
              </a:custGeom>
              <a:solidFill>
                <a:srgbClr val="FFFFFF"/>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3" name="Google Shape;847;p28"/>
              <p:cNvSpPr/>
              <p:nvPr/>
            </p:nvSpPr>
            <p:spPr>
              <a:xfrm>
                <a:off x="6854760" y="2758320"/>
                <a:ext cx="905040" cy="25200"/>
              </a:xfrm>
              <a:custGeom>
                <a:avLst/>
                <a:gdLst>
                  <a:gd name="textAreaLeft" fmla="*/ 0 w 905040"/>
                  <a:gd name="textAreaRight" fmla="*/ 905400 w 905040"/>
                  <a:gd name="textAreaTop" fmla="*/ 0 h 25200"/>
                  <a:gd name="textAreaBottom" fmla="*/ 25560 h 25200"/>
                </a:gdLst>
                <a:ahLst/>
                <a:cxnLst/>
                <a:rect l="textAreaLeft" t="textAreaTop" r="textAreaRight" b="textAreaBottom"/>
                <a:pathLst>
                  <a:path w="824198" h="23240">
                    <a:moveTo>
                      <a:pt x="0" y="0"/>
                    </a:moveTo>
                    <a:lnTo>
                      <a:pt x="824199" y="0"/>
                    </a:lnTo>
                    <a:lnTo>
                      <a:pt x="824199" y="23241"/>
                    </a:lnTo>
                    <a:lnTo>
                      <a:pt x="0" y="2324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4" name="Google Shape;848;p28"/>
              <p:cNvSpPr/>
              <p:nvPr/>
            </p:nvSpPr>
            <p:spPr>
              <a:xfrm>
                <a:off x="6854760" y="2820600"/>
                <a:ext cx="905040" cy="25200"/>
              </a:xfrm>
              <a:custGeom>
                <a:avLst/>
                <a:gdLst>
                  <a:gd name="textAreaLeft" fmla="*/ 0 w 905040"/>
                  <a:gd name="textAreaRight" fmla="*/ 905400 w 905040"/>
                  <a:gd name="textAreaTop" fmla="*/ 0 h 25200"/>
                  <a:gd name="textAreaBottom" fmla="*/ 25560 h 25200"/>
                </a:gdLst>
                <a:ahLst/>
                <a:cxnLst/>
                <a:rect l="textAreaLeft" t="textAreaTop" r="textAreaRight" b="textAreaBottom"/>
                <a:pathLst>
                  <a:path w="824198" h="23240">
                    <a:moveTo>
                      <a:pt x="0" y="0"/>
                    </a:moveTo>
                    <a:lnTo>
                      <a:pt x="824199" y="0"/>
                    </a:lnTo>
                    <a:lnTo>
                      <a:pt x="824199" y="23241"/>
                    </a:lnTo>
                    <a:lnTo>
                      <a:pt x="0" y="2324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5" name="Google Shape;849;p28"/>
              <p:cNvSpPr/>
              <p:nvPr/>
            </p:nvSpPr>
            <p:spPr>
              <a:xfrm>
                <a:off x="6854760" y="2883240"/>
                <a:ext cx="905040" cy="25200"/>
              </a:xfrm>
              <a:custGeom>
                <a:avLst/>
                <a:gdLst>
                  <a:gd name="textAreaLeft" fmla="*/ 0 w 905040"/>
                  <a:gd name="textAreaRight" fmla="*/ 905400 w 905040"/>
                  <a:gd name="textAreaTop" fmla="*/ 0 h 25200"/>
                  <a:gd name="textAreaBottom" fmla="*/ 25560 h 25200"/>
                </a:gdLst>
                <a:ahLst/>
                <a:cxnLst/>
                <a:rect l="textAreaLeft" t="textAreaTop" r="textAreaRight" b="textAreaBottom"/>
                <a:pathLst>
                  <a:path w="824198" h="23240">
                    <a:moveTo>
                      <a:pt x="0" y="0"/>
                    </a:moveTo>
                    <a:lnTo>
                      <a:pt x="824199" y="0"/>
                    </a:lnTo>
                    <a:lnTo>
                      <a:pt x="824199" y="23241"/>
                    </a:lnTo>
                    <a:lnTo>
                      <a:pt x="0" y="2324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6" name="Google Shape;850;p28"/>
              <p:cNvSpPr/>
              <p:nvPr/>
            </p:nvSpPr>
            <p:spPr>
              <a:xfrm>
                <a:off x="6854760" y="2945520"/>
                <a:ext cx="905040" cy="25200"/>
              </a:xfrm>
              <a:custGeom>
                <a:avLst/>
                <a:gdLst>
                  <a:gd name="textAreaLeft" fmla="*/ 0 w 905040"/>
                  <a:gd name="textAreaRight" fmla="*/ 905400 w 905040"/>
                  <a:gd name="textAreaTop" fmla="*/ 0 h 25200"/>
                  <a:gd name="textAreaBottom" fmla="*/ 25560 h 25200"/>
                </a:gdLst>
                <a:ahLst/>
                <a:cxnLst/>
                <a:rect l="textAreaLeft" t="textAreaTop" r="textAreaRight" b="textAreaBottom"/>
                <a:pathLst>
                  <a:path w="824198" h="23240">
                    <a:moveTo>
                      <a:pt x="0" y="0"/>
                    </a:moveTo>
                    <a:lnTo>
                      <a:pt x="824199" y="0"/>
                    </a:lnTo>
                    <a:lnTo>
                      <a:pt x="824199" y="23241"/>
                    </a:lnTo>
                    <a:lnTo>
                      <a:pt x="0" y="2324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767" name="Google Shape;851;p28"/>
              <p:cNvGrpSpPr/>
              <p:nvPr/>
            </p:nvGrpSpPr>
            <p:grpSpPr>
              <a:xfrm>
                <a:off x="7497000" y="3038040"/>
                <a:ext cx="263880" cy="56160"/>
                <a:chOff x="7497000" y="3038040"/>
                <a:chExt cx="263880" cy="56160"/>
              </a:xfrm>
            </p:grpSpPr>
            <p:sp>
              <p:nvSpPr>
                <p:cNvPr id="768" name="Google Shape;852;p28"/>
                <p:cNvSpPr/>
                <p:nvPr/>
              </p:nvSpPr>
              <p:spPr>
                <a:xfrm>
                  <a:off x="7497000" y="3038040"/>
                  <a:ext cx="263880" cy="56160"/>
                </a:xfrm>
                <a:custGeom>
                  <a:avLst/>
                  <a:gdLst>
                    <a:gd name="textAreaLeft" fmla="*/ 0 w 263880"/>
                    <a:gd name="textAreaRight" fmla="*/ 264240 w 263880"/>
                    <a:gd name="textAreaTop" fmla="*/ 0 h 56160"/>
                    <a:gd name="textAreaBottom" fmla="*/ 56520 h 56160"/>
                  </a:gdLst>
                  <a:ahLst/>
                  <a:cxnLst/>
                  <a:rect l="textAreaLeft" t="textAreaTop" r="textAreaRight" b="textAreaBottom"/>
                  <a:pathLst>
                    <a:path w="240411" h="51434">
                      <a:moveTo>
                        <a:pt x="214694" y="51435"/>
                      </a:moveTo>
                      <a:lnTo>
                        <a:pt x="25718" y="51435"/>
                      </a:lnTo>
                      <a:cubicBezTo>
                        <a:pt x="11525" y="51435"/>
                        <a:pt x="0" y="39814"/>
                        <a:pt x="0" y="25717"/>
                      </a:cubicBezTo>
                      <a:lnTo>
                        <a:pt x="0" y="25717"/>
                      </a:lnTo>
                      <a:cubicBezTo>
                        <a:pt x="0" y="11525"/>
                        <a:pt x="11621" y="0"/>
                        <a:pt x="25718" y="0"/>
                      </a:cubicBezTo>
                      <a:lnTo>
                        <a:pt x="214694" y="0"/>
                      </a:lnTo>
                      <a:cubicBezTo>
                        <a:pt x="228886" y="0"/>
                        <a:pt x="240411" y="11621"/>
                        <a:pt x="240411" y="25717"/>
                      </a:cubicBezTo>
                      <a:lnTo>
                        <a:pt x="240411" y="25717"/>
                      </a:lnTo>
                      <a:cubicBezTo>
                        <a:pt x="240411" y="39909"/>
                        <a:pt x="228791" y="51435"/>
                        <a:pt x="214694" y="51435"/>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8080" bIns="28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9" name="Google Shape;853;p28"/>
                <p:cNvSpPr/>
                <p:nvPr/>
              </p:nvSpPr>
              <p:spPr>
                <a:xfrm>
                  <a:off x="7569720" y="3053520"/>
                  <a:ext cx="118800" cy="25200"/>
                </a:xfrm>
                <a:custGeom>
                  <a:avLst/>
                  <a:gdLst>
                    <a:gd name="textAreaLeft" fmla="*/ 0 w 118800"/>
                    <a:gd name="textAreaRight" fmla="*/ 119160 w 118800"/>
                    <a:gd name="textAreaTop" fmla="*/ 0 h 25200"/>
                    <a:gd name="textAreaBottom" fmla="*/ 25560 h 25200"/>
                  </a:gdLst>
                  <a:ahLst/>
                  <a:cxnLst/>
                  <a:rect l="textAreaLeft" t="textAreaTop" r="textAreaRight" b="textAreaBottom"/>
                  <a:pathLst>
                    <a:path w="108204" h="23240">
                      <a:moveTo>
                        <a:pt x="96584" y="23241"/>
                      </a:moveTo>
                      <a:lnTo>
                        <a:pt x="11621" y="23241"/>
                      </a:lnTo>
                      <a:cubicBezTo>
                        <a:pt x="5239" y="23241"/>
                        <a:pt x="0" y="18002"/>
                        <a:pt x="0" y="11620"/>
                      </a:cubicBezTo>
                      <a:lnTo>
                        <a:pt x="0" y="11620"/>
                      </a:lnTo>
                      <a:cubicBezTo>
                        <a:pt x="0" y="5239"/>
                        <a:pt x="5239" y="0"/>
                        <a:pt x="11621" y="0"/>
                      </a:cubicBezTo>
                      <a:lnTo>
                        <a:pt x="96584" y="0"/>
                      </a:lnTo>
                      <a:cubicBezTo>
                        <a:pt x="102965" y="0"/>
                        <a:pt x="108204" y="5239"/>
                        <a:pt x="108204" y="11620"/>
                      </a:cubicBezTo>
                      <a:lnTo>
                        <a:pt x="108204" y="11620"/>
                      </a:lnTo>
                      <a:cubicBezTo>
                        <a:pt x="108204" y="18002"/>
                        <a:pt x="102965" y="23241"/>
                        <a:pt x="96584" y="2324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770" name="Google Shape;854;p28"/>
              <p:cNvGrpSpPr/>
              <p:nvPr/>
            </p:nvGrpSpPr>
            <p:grpSpPr>
              <a:xfrm>
                <a:off x="6430680" y="2372400"/>
                <a:ext cx="1330560" cy="108720"/>
                <a:chOff x="6430680" y="2372400"/>
                <a:chExt cx="1330560" cy="108720"/>
              </a:xfrm>
            </p:grpSpPr>
            <p:sp>
              <p:nvSpPr>
                <p:cNvPr id="771" name="Google Shape;855;p28"/>
                <p:cNvSpPr/>
                <p:nvPr/>
              </p:nvSpPr>
              <p:spPr>
                <a:xfrm>
                  <a:off x="6430680" y="2372400"/>
                  <a:ext cx="54360" cy="108720"/>
                </a:xfrm>
                <a:custGeom>
                  <a:avLst/>
                  <a:gdLst>
                    <a:gd name="textAreaLeft" fmla="*/ 0 w 54360"/>
                    <a:gd name="textAreaRight" fmla="*/ 54720 w 54360"/>
                    <a:gd name="textAreaTop" fmla="*/ 0 h 108720"/>
                    <a:gd name="textAreaBottom" fmla="*/ 109080 h 108720"/>
                  </a:gdLst>
                  <a:ahLst/>
                  <a:cxnLst/>
                  <a:rect l="textAreaLeft" t="textAreaTop" r="textAreaRight" b="textAreaBottom"/>
                  <a:pathLst>
                    <a:path w="49625" h="99250">
                      <a:moveTo>
                        <a:pt x="0" y="49625"/>
                      </a:moveTo>
                      <a:lnTo>
                        <a:pt x="49625" y="99251"/>
                      </a:lnTo>
                      <a:lnTo>
                        <a:pt x="49625" y="0"/>
                      </a:lnTo>
                      <a:lnTo>
                        <a:pt x="0" y="49625"/>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2" name="Google Shape;856;p28"/>
                <p:cNvSpPr/>
                <p:nvPr/>
              </p:nvSpPr>
              <p:spPr>
                <a:xfrm>
                  <a:off x="7706880" y="2372400"/>
                  <a:ext cx="54360" cy="108720"/>
                </a:xfrm>
                <a:custGeom>
                  <a:avLst/>
                  <a:gdLst>
                    <a:gd name="textAreaLeft" fmla="*/ 0 w 54360"/>
                    <a:gd name="textAreaRight" fmla="*/ 54720 w 54360"/>
                    <a:gd name="textAreaTop" fmla="*/ 0 h 108720"/>
                    <a:gd name="textAreaBottom" fmla="*/ 109080 h 108720"/>
                  </a:gdLst>
                  <a:ahLst/>
                  <a:cxnLst/>
                  <a:rect l="textAreaLeft" t="textAreaTop" r="textAreaRight" b="textAreaBottom"/>
                  <a:pathLst>
                    <a:path w="49625" h="99250">
                      <a:moveTo>
                        <a:pt x="0" y="0"/>
                      </a:moveTo>
                      <a:lnTo>
                        <a:pt x="0" y="99251"/>
                      </a:lnTo>
                      <a:lnTo>
                        <a:pt x="49625" y="49625"/>
                      </a:ln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773" name="Google Shape;857;p28"/>
              <p:cNvGrpSpPr/>
              <p:nvPr/>
            </p:nvGrpSpPr>
            <p:grpSpPr>
              <a:xfrm>
                <a:off x="6996960" y="2669040"/>
                <a:ext cx="191520" cy="19440"/>
                <a:chOff x="6996960" y="2669040"/>
                <a:chExt cx="191520" cy="19440"/>
              </a:xfrm>
            </p:grpSpPr>
            <p:sp>
              <p:nvSpPr>
                <p:cNvPr id="774" name="Google Shape;858;p28"/>
                <p:cNvSpPr/>
                <p:nvPr/>
              </p:nvSpPr>
              <p:spPr>
                <a:xfrm>
                  <a:off x="6996960" y="2669040"/>
                  <a:ext cx="19440" cy="19440"/>
                </a:xfrm>
                <a:custGeom>
                  <a:avLst/>
                  <a:gdLst>
                    <a:gd name="textAreaLeft" fmla="*/ 0 w 19440"/>
                    <a:gd name="textAreaRight" fmla="*/ 19800 w 19440"/>
                    <a:gd name="textAreaTop" fmla="*/ 0 h 19440"/>
                    <a:gd name="textAreaBottom" fmla="*/ 19800 h 19440"/>
                  </a:gdLst>
                  <a:ahLst/>
                  <a:cxnLst/>
                  <a:rect l="textAreaLeft" t="textAreaTop" r="textAreaRight" b="textAreaBottom"/>
                  <a:pathLst>
                    <a:path w="18097" h="18097">
                      <a:moveTo>
                        <a:pt x="18098" y="9049"/>
                      </a:moveTo>
                      <a:cubicBezTo>
                        <a:pt x="18098" y="14002"/>
                        <a:pt x="14097" y="18097"/>
                        <a:pt x="9049" y="18097"/>
                      </a:cubicBezTo>
                      <a:cubicBezTo>
                        <a:pt x="4000" y="18097"/>
                        <a:pt x="0" y="14097"/>
                        <a:pt x="0" y="9049"/>
                      </a:cubicBezTo>
                      <a:cubicBezTo>
                        <a:pt x="0" y="4000"/>
                        <a:pt x="4000" y="0"/>
                        <a:pt x="9049" y="0"/>
                      </a:cubicBezTo>
                      <a:cubicBezTo>
                        <a:pt x="14097" y="0"/>
                        <a:pt x="18098" y="4000"/>
                        <a:pt x="18098" y="9049"/>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5" name="Google Shape;859;p28"/>
                <p:cNvSpPr/>
                <p:nvPr/>
              </p:nvSpPr>
              <p:spPr>
                <a:xfrm>
                  <a:off x="7040160" y="2669040"/>
                  <a:ext cx="19440" cy="19440"/>
                </a:xfrm>
                <a:custGeom>
                  <a:avLst/>
                  <a:gdLst>
                    <a:gd name="textAreaLeft" fmla="*/ 0 w 19440"/>
                    <a:gd name="textAreaRight" fmla="*/ 19800 w 19440"/>
                    <a:gd name="textAreaTop" fmla="*/ 0 h 19440"/>
                    <a:gd name="textAreaBottom" fmla="*/ 19800 h 19440"/>
                  </a:gdLst>
                  <a:ahLst/>
                  <a:cxnLst/>
                  <a:rect l="textAreaLeft" t="textAreaTop" r="textAreaRight" b="textAreaBottom"/>
                  <a:pathLst>
                    <a:path w="18097" h="18097">
                      <a:moveTo>
                        <a:pt x="18098" y="9049"/>
                      </a:moveTo>
                      <a:cubicBezTo>
                        <a:pt x="18098" y="14046"/>
                        <a:pt x="14046" y="18098"/>
                        <a:pt x="9049" y="18098"/>
                      </a:cubicBezTo>
                      <a:cubicBezTo>
                        <a:pt x="4051" y="18098"/>
                        <a:pt x="0" y="14046"/>
                        <a:pt x="0" y="9049"/>
                      </a:cubicBezTo>
                      <a:cubicBezTo>
                        <a:pt x="0" y="4051"/>
                        <a:pt x="4051" y="0"/>
                        <a:pt x="9049" y="0"/>
                      </a:cubicBezTo>
                      <a:cubicBezTo>
                        <a:pt x="14046" y="0"/>
                        <a:pt x="18098" y="4051"/>
                        <a:pt x="18098" y="9049"/>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76" name="Google Shape;860;p28"/>
                <p:cNvSpPr/>
                <p:nvPr/>
              </p:nvSpPr>
              <p:spPr>
                <a:xfrm>
                  <a:off x="7083000" y="2669040"/>
                  <a:ext cx="19440" cy="19440"/>
                </a:xfrm>
                <a:custGeom>
                  <a:avLst/>
                  <a:gdLst>
                    <a:gd name="textAreaLeft" fmla="*/ 0 w 19440"/>
                    <a:gd name="textAreaRight" fmla="*/ 19800 w 19440"/>
                    <a:gd name="textAreaTop" fmla="*/ 0 h 19440"/>
                    <a:gd name="textAreaBottom" fmla="*/ 19800 h 19440"/>
                  </a:gdLst>
                  <a:ahLst/>
                  <a:cxnLst/>
                  <a:rect l="textAreaLeft" t="textAreaTop" r="textAreaRight" b="textAreaBottom"/>
                  <a:pathLst>
                    <a:path w="18097" h="18097">
                      <a:moveTo>
                        <a:pt x="18097" y="9049"/>
                      </a:moveTo>
                      <a:cubicBezTo>
                        <a:pt x="18097" y="14002"/>
                        <a:pt x="14097" y="18097"/>
                        <a:pt x="9049" y="18097"/>
                      </a:cubicBezTo>
                      <a:cubicBezTo>
                        <a:pt x="4000" y="18097"/>
                        <a:pt x="0" y="14097"/>
                        <a:pt x="0" y="9049"/>
                      </a:cubicBezTo>
                      <a:cubicBezTo>
                        <a:pt x="0" y="4000"/>
                        <a:pt x="4000" y="0"/>
                        <a:pt x="9049" y="0"/>
                      </a:cubicBezTo>
                      <a:cubicBezTo>
                        <a:pt x="14097" y="0"/>
                        <a:pt x="18097" y="4000"/>
                        <a:pt x="18097" y="9049"/>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7" name="Google Shape;861;p28"/>
                <p:cNvSpPr/>
                <p:nvPr/>
              </p:nvSpPr>
              <p:spPr>
                <a:xfrm>
                  <a:off x="7126200" y="2669040"/>
                  <a:ext cx="19440" cy="19440"/>
                </a:xfrm>
                <a:custGeom>
                  <a:avLst/>
                  <a:gdLst>
                    <a:gd name="textAreaLeft" fmla="*/ 0 w 19440"/>
                    <a:gd name="textAreaRight" fmla="*/ 19800 w 19440"/>
                    <a:gd name="textAreaTop" fmla="*/ 0 h 19440"/>
                    <a:gd name="textAreaBottom" fmla="*/ 19800 h 19440"/>
                  </a:gdLst>
                  <a:ahLst/>
                  <a:cxnLst/>
                  <a:rect l="textAreaLeft" t="textAreaTop" r="textAreaRight" b="textAreaBottom"/>
                  <a:pathLst>
                    <a:path w="18097" h="18097">
                      <a:moveTo>
                        <a:pt x="18098" y="9049"/>
                      </a:moveTo>
                      <a:cubicBezTo>
                        <a:pt x="18098" y="14046"/>
                        <a:pt x="14046" y="18098"/>
                        <a:pt x="9049" y="18098"/>
                      </a:cubicBezTo>
                      <a:cubicBezTo>
                        <a:pt x="4051" y="18098"/>
                        <a:pt x="0" y="14046"/>
                        <a:pt x="0" y="9049"/>
                      </a:cubicBezTo>
                      <a:cubicBezTo>
                        <a:pt x="0" y="4051"/>
                        <a:pt x="4051" y="0"/>
                        <a:pt x="9049" y="0"/>
                      </a:cubicBezTo>
                      <a:cubicBezTo>
                        <a:pt x="14046" y="0"/>
                        <a:pt x="18098" y="4051"/>
                        <a:pt x="18098" y="9049"/>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8" name="Google Shape;862;p28"/>
                <p:cNvSpPr/>
                <p:nvPr/>
              </p:nvSpPr>
              <p:spPr>
                <a:xfrm>
                  <a:off x="7169040" y="2669040"/>
                  <a:ext cx="19440" cy="19440"/>
                </a:xfrm>
                <a:custGeom>
                  <a:avLst/>
                  <a:gdLst>
                    <a:gd name="textAreaLeft" fmla="*/ 0 w 19440"/>
                    <a:gd name="textAreaRight" fmla="*/ 19800 w 19440"/>
                    <a:gd name="textAreaTop" fmla="*/ 0 h 19440"/>
                    <a:gd name="textAreaBottom" fmla="*/ 19800 h 19440"/>
                  </a:gdLst>
                  <a:ahLst/>
                  <a:cxnLst/>
                  <a:rect l="textAreaLeft" t="textAreaTop" r="textAreaRight" b="textAreaBottom"/>
                  <a:pathLst>
                    <a:path w="18097" h="18097">
                      <a:moveTo>
                        <a:pt x="18097" y="9049"/>
                      </a:moveTo>
                      <a:cubicBezTo>
                        <a:pt x="18097" y="14002"/>
                        <a:pt x="14097" y="18097"/>
                        <a:pt x="9048" y="18097"/>
                      </a:cubicBezTo>
                      <a:cubicBezTo>
                        <a:pt x="4000" y="18097"/>
                        <a:pt x="0" y="14097"/>
                        <a:pt x="0" y="9049"/>
                      </a:cubicBezTo>
                      <a:cubicBezTo>
                        <a:pt x="0" y="4000"/>
                        <a:pt x="4000" y="0"/>
                        <a:pt x="9048" y="0"/>
                      </a:cubicBezTo>
                      <a:cubicBezTo>
                        <a:pt x="14097" y="0"/>
                        <a:pt x="18097" y="4000"/>
                        <a:pt x="18097" y="9049"/>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779" name="Google Shape;863;p28"/>
              <p:cNvSpPr/>
              <p:nvPr/>
            </p:nvSpPr>
            <p:spPr>
              <a:xfrm>
                <a:off x="6430320" y="3151800"/>
                <a:ext cx="1328760" cy="10080"/>
              </a:xfrm>
              <a:custGeom>
                <a:avLst/>
                <a:gdLst>
                  <a:gd name="textAreaLeft" fmla="*/ 0 w 1328760"/>
                  <a:gd name="textAreaRight" fmla="*/ 1329120 w 1328760"/>
                  <a:gd name="textAreaTop" fmla="*/ 0 h 10080"/>
                  <a:gd name="textAreaBottom" fmla="*/ 10440 h 10080"/>
                </a:gdLst>
                <a:ahLst/>
                <a:cxnLst/>
                <a:rect l="textAreaLeft" t="textAreaTop" r="textAreaRight" b="textAreaBottom"/>
                <a:pathLst>
                  <a:path w="1210055" h="9525">
                    <a:moveTo>
                      <a:pt x="0" y="0"/>
                    </a:moveTo>
                    <a:lnTo>
                      <a:pt x="1210056" y="0"/>
                    </a:lnTo>
                  </a:path>
                </a:pathLst>
              </a:custGeom>
              <a:noFill/>
              <a:ln w="17525">
                <a:solidFill>
                  <a:srgbClr val="FFFFFF"/>
                </a:solidFill>
                <a:miter/>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780" name="Google Shape;864;p28"/>
              <p:cNvGrpSpPr/>
              <p:nvPr/>
            </p:nvGrpSpPr>
            <p:grpSpPr>
              <a:xfrm>
                <a:off x="6378120" y="2678760"/>
                <a:ext cx="504360" cy="504720"/>
                <a:chOff x="6378120" y="2678760"/>
                <a:chExt cx="504360" cy="504720"/>
              </a:xfrm>
            </p:grpSpPr>
            <p:grpSp>
              <p:nvGrpSpPr>
                <p:cNvPr id="781" name="Google Shape;865;p28"/>
                <p:cNvGrpSpPr/>
                <p:nvPr/>
              </p:nvGrpSpPr>
              <p:grpSpPr>
                <a:xfrm>
                  <a:off x="6391440" y="2692440"/>
                  <a:ext cx="488160" cy="487800"/>
                  <a:chOff x="6391440" y="2692440"/>
                  <a:chExt cx="488160" cy="487800"/>
                </a:xfrm>
              </p:grpSpPr>
              <p:sp>
                <p:nvSpPr>
                  <p:cNvPr id="782" name="Google Shape;866;p28"/>
                  <p:cNvSpPr/>
                  <p:nvPr/>
                </p:nvSpPr>
                <p:spPr>
                  <a:xfrm>
                    <a:off x="6408720" y="3170160"/>
                    <a:ext cx="426240" cy="10080"/>
                  </a:xfrm>
                  <a:custGeom>
                    <a:avLst/>
                    <a:gdLst>
                      <a:gd name="textAreaLeft" fmla="*/ 0 w 426240"/>
                      <a:gd name="textAreaRight" fmla="*/ 426600 w 426240"/>
                      <a:gd name="textAreaTop" fmla="*/ 0 h 10080"/>
                      <a:gd name="textAreaBottom" fmla="*/ 10440 h 10080"/>
                    </a:gdLst>
                    <a:ahLst/>
                    <a:cxnLst/>
                    <a:rect l="textAreaLeft" t="textAreaTop" r="textAreaRight" b="textAreaBottom"/>
                    <a:pathLst>
                      <a:path w="388048" h="9525">
                        <a:moveTo>
                          <a:pt x="388048" y="0"/>
                        </a:moveTo>
                        <a:lnTo>
                          <a:pt x="0" y="0"/>
                        </a:lnTo>
                      </a:path>
                    </a:pathLst>
                  </a:custGeom>
                  <a:solidFill>
                    <a:schemeClr val="dk1"/>
                  </a:solidFill>
                  <a:ln w="15800" cap="rnd">
                    <a:solidFill>
                      <a:srgbClr val="35363B"/>
                    </a:solidFill>
                    <a:prstDash val="dashDot"/>
                    <a:miter/>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3" name="Google Shape;867;p28"/>
                  <p:cNvSpPr/>
                  <p:nvPr/>
                </p:nvSpPr>
                <p:spPr>
                  <a:xfrm>
                    <a:off x="6391440" y="2709360"/>
                    <a:ext cx="10080" cy="426240"/>
                  </a:xfrm>
                  <a:custGeom>
                    <a:avLst/>
                    <a:gdLst>
                      <a:gd name="textAreaLeft" fmla="*/ 0 w 10080"/>
                      <a:gd name="textAreaRight" fmla="*/ 10440 w 10080"/>
                      <a:gd name="textAreaTop" fmla="*/ 0 h 426240"/>
                      <a:gd name="textAreaBottom" fmla="*/ 426600 h 426240"/>
                    </a:gdLst>
                    <a:ahLst/>
                    <a:cxnLst/>
                    <a:rect l="textAreaLeft" t="textAreaTop" r="textAreaRight" b="textAreaBottom"/>
                    <a:pathLst>
                      <a:path w="9525" h="388048">
                        <a:moveTo>
                          <a:pt x="0" y="388049"/>
                        </a:moveTo>
                        <a:lnTo>
                          <a:pt x="0" y="0"/>
                        </a:lnTo>
                      </a:path>
                    </a:pathLst>
                  </a:custGeom>
                  <a:solidFill>
                    <a:schemeClr val="dk1"/>
                  </a:solidFill>
                  <a:ln w="15800" cap="rnd">
                    <a:solidFill>
                      <a:srgbClr val="35363B"/>
                    </a:solidFill>
                    <a:prstDash val="dashDot"/>
                    <a:miter/>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4" name="Google Shape;868;p28"/>
                  <p:cNvSpPr/>
                  <p:nvPr/>
                </p:nvSpPr>
                <p:spPr>
                  <a:xfrm>
                    <a:off x="6425640" y="2692440"/>
                    <a:ext cx="426240" cy="10080"/>
                  </a:xfrm>
                  <a:custGeom>
                    <a:avLst/>
                    <a:gdLst>
                      <a:gd name="textAreaLeft" fmla="*/ 0 w 426240"/>
                      <a:gd name="textAreaRight" fmla="*/ 426600 w 426240"/>
                      <a:gd name="textAreaTop" fmla="*/ 0 h 10080"/>
                      <a:gd name="textAreaBottom" fmla="*/ 10440 h 10080"/>
                    </a:gdLst>
                    <a:ahLst/>
                    <a:cxnLst/>
                    <a:rect l="textAreaLeft" t="textAreaTop" r="textAreaRight" b="textAreaBottom"/>
                    <a:pathLst>
                      <a:path w="388048" h="9525">
                        <a:moveTo>
                          <a:pt x="0" y="0"/>
                        </a:moveTo>
                        <a:lnTo>
                          <a:pt x="388048" y="0"/>
                        </a:lnTo>
                      </a:path>
                    </a:pathLst>
                  </a:custGeom>
                  <a:solidFill>
                    <a:schemeClr val="dk1"/>
                  </a:solidFill>
                  <a:ln w="15800" cap="rnd">
                    <a:solidFill>
                      <a:srgbClr val="35363B"/>
                    </a:solidFill>
                    <a:prstDash val="dashDot"/>
                    <a:miter/>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5" name="Google Shape;869;p28"/>
                  <p:cNvSpPr/>
                  <p:nvPr/>
                </p:nvSpPr>
                <p:spPr>
                  <a:xfrm>
                    <a:off x="6869520" y="2726280"/>
                    <a:ext cx="10080" cy="426240"/>
                  </a:xfrm>
                  <a:custGeom>
                    <a:avLst/>
                    <a:gdLst>
                      <a:gd name="textAreaLeft" fmla="*/ 0 w 10080"/>
                      <a:gd name="textAreaRight" fmla="*/ 10440 w 10080"/>
                      <a:gd name="textAreaTop" fmla="*/ 0 h 426240"/>
                      <a:gd name="textAreaBottom" fmla="*/ 426600 h 426240"/>
                    </a:gdLst>
                    <a:ahLst/>
                    <a:cxnLst/>
                    <a:rect l="textAreaLeft" t="textAreaTop" r="textAreaRight" b="textAreaBottom"/>
                    <a:pathLst>
                      <a:path w="9525" h="388048">
                        <a:moveTo>
                          <a:pt x="0" y="0"/>
                        </a:moveTo>
                        <a:lnTo>
                          <a:pt x="0" y="388049"/>
                        </a:lnTo>
                      </a:path>
                    </a:pathLst>
                  </a:custGeom>
                  <a:solidFill>
                    <a:schemeClr val="dk1"/>
                  </a:solidFill>
                  <a:ln w="15800" cap="rnd">
                    <a:solidFill>
                      <a:srgbClr val="35363B"/>
                    </a:solidFill>
                    <a:prstDash val="dashDot"/>
                    <a:miter/>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86" name="Google Shape;870;p28"/>
                <p:cNvGrpSpPr/>
                <p:nvPr/>
              </p:nvGrpSpPr>
              <p:grpSpPr>
                <a:xfrm>
                  <a:off x="6378120" y="2678760"/>
                  <a:ext cx="504360" cy="504720"/>
                  <a:chOff x="6378120" y="2678760"/>
                  <a:chExt cx="504360" cy="504720"/>
                </a:xfrm>
              </p:grpSpPr>
              <p:grpSp>
                <p:nvGrpSpPr>
                  <p:cNvPr id="787" name="Google Shape;871;p28"/>
                  <p:cNvGrpSpPr/>
                  <p:nvPr/>
                </p:nvGrpSpPr>
                <p:grpSpPr>
                  <a:xfrm>
                    <a:off x="6378120" y="2678760"/>
                    <a:ext cx="504360" cy="26640"/>
                    <a:chOff x="6378120" y="2678760"/>
                    <a:chExt cx="504360" cy="26640"/>
                  </a:xfrm>
                </p:grpSpPr>
                <p:sp>
                  <p:nvSpPr>
                    <p:cNvPr id="788" name="Google Shape;872;p28"/>
                    <p:cNvSpPr/>
                    <p:nvPr/>
                  </p:nvSpPr>
                  <p:spPr>
                    <a:xfrm>
                      <a:off x="6378120" y="2678760"/>
                      <a:ext cx="26640" cy="26640"/>
                    </a:xfrm>
                    <a:custGeom>
                      <a:avLst/>
                      <a:gdLst>
                        <a:gd name="textAreaLeft" fmla="*/ 0 w 26640"/>
                        <a:gd name="textAreaRight" fmla="*/ 27000 w 26640"/>
                        <a:gd name="textAreaTop" fmla="*/ 0 h 26640"/>
                        <a:gd name="textAreaBottom" fmla="*/ 27000 h 26640"/>
                      </a:gdLst>
                      <a:ahLst/>
                      <a:cxnLst/>
                      <a:rect l="textAreaLeft" t="textAreaTop" r="textAreaRight" b="textAreaBottom"/>
                      <a:pathLst>
                        <a:path w="24669" h="24669">
                          <a:moveTo>
                            <a:pt x="0" y="0"/>
                          </a:moveTo>
                          <a:lnTo>
                            <a:pt x="24670" y="0"/>
                          </a:lnTo>
                          <a:lnTo>
                            <a:pt x="24670" y="24670"/>
                          </a:lnTo>
                          <a:lnTo>
                            <a:pt x="0" y="2467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9" name="Google Shape;873;p28"/>
                    <p:cNvSpPr/>
                    <p:nvPr/>
                  </p:nvSpPr>
                  <p:spPr>
                    <a:xfrm>
                      <a:off x="6616800" y="2678760"/>
                      <a:ext cx="26640" cy="26640"/>
                    </a:xfrm>
                    <a:custGeom>
                      <a:avLst/>
                      <a:gdLst>
                        <a:gd name="textAreaLeft" fmla="*/ 0 w 26640"/>
                        <a:gd name="textAreaRight" fmla="*/ 27000 w 26640"/>
                        <a:gd name="textAreaTop" fmla="*/ 0 h 26640"/>
                        <a:gd name="textAreaBottom" fmla="*/ 27000 h 26640"/>
                      </a:gdLst>
                      <a:ahLst/>
                      <a:cxnLst/>
                      <a:rect l="textAreaLeft" t="textAreaTop" r="textAreaRight" b="textAreaBottom"/>
                      <a:pathLst>
                        <a:path w="24669" h="24669">
                          <a:moveTo>
                            <a:pt x="0" y="0"/>
                          </a:moveTo>
                          <a:lnTo>
                            <a:pt x="24670" y="0"/>
                          </a:lnTo>
                          <a:lnTo>
                            <a:pt x="24670" y="24670"/>
                          </a:lnTo>
                          <a:lnTo>
                            <a:pt x="0" y="2467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0" name="Google Shape;874;p28"/>
                    <p:cNvSpPr/>
                    <p:nvPr/>
                  </p:nvSpPr>
                  <p:spPr>
                    <a:xfrm>
                      <a:off x="6855840" y="2678760"/>
                      <a:ext cx="26640" cy="26640"/>
                    </a:xfrm>
                    <a:custGeom>
                      <a:avLst/>
                      <a:gdLst>
                        <a:gd name="textAreaLeft" fmla="*/ 0 w 26640"/>
                        <a:gd name="textAreaRight" fmla="*/ 27000 w 26640"/>
                        <a:gd name="textAreaTop" fmla="*/ 0 h 26640"/>
                        <a:gd name="textAreaBottom" fmla="*/ 27000 h 26640"/>
                      </a:gdLst>
                      <a:ahLst/>
                      <a:cxnLst/>
                      <a:rect l="textAreaLeft" t="textAreaTop" r="textAreaRight" b="textAreaBottom"/>
                      <a:pathLst>
                        <a:path w="24669" h="24669">
                          <a:moveTo>
                            <a:pt x="0" y="0"/>
                          </a:moveTo>
                          <a:lnTo>
                            <a:pt x="24670" y="0"/>
                          </a:lnTo>
                          <a:lnTo>
                            <a:pt x="24670" y="24670"/>
                          </a:lnTo>
                          <a:lnTo>
                            <a:pt x="0" y="2467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91" name="Google Shape;875;p28"/>
                  <p:cNvGrpSpPr/>
                  <p:nvPr/>
                </p:nvGrpSpPr>
                <p:grpSpPr>
                  <a:xfrm>
                    <a:off x="6378120" y="2917800"/>
                    <a:ext cx="504360" cy="26640"/>
                    <a:chOff x="6378120" y="2917800"/>
                    <a:chExt cx="504360" cy="26640"/>
                  </a:xfrm>
                </p:grpSpPr>
                <p:sp>
                  <p:nvSpPr>
                    <p:cNvPr id="792" name="Google Shape;876;p28"/>
                    <p:cNvSpPr/>
                    <p:nvPr/>
                  </p:nvSpPr>
                  <p:spPr>
                    <a:xfrm>
                      <a:off x="6378120" y="2917800"/>
                      <a:ext cx="26640" cy="26640"/>
                    </a:xfrm>
                    <a:custGeom>
                      <a:avLst/>
                      <a:gdLst>
                        <a:gd name="textAreaLeft" fmla="*/ 0 w 26640"/>
                        <a:gd name="textAreaRight" fmla="*/ 27000 w 26640"/>
                        <a:gd name="textAreaTop" fmla="*/ 0 h 26640"/>
                        <a:gd name="textAreaBottom" fmla="*/ 27000 h 26640"/>
                      </a:gdLst>
                      <a:ahLst/>
                      <a:cxnLst/>
                      <a:rect l="textAreaLeft" t="textAreaTop" r="textAreaRight" b="textAreaBottom"/>
                      <a:pathLst>
                        <a:path w="24669" h="24669">
                          <a:moveTo>
                            <a:pt x="0" y="0"/>
                          </a:moveTo>
                          <a:lnTo>
                            <a:pt x="24670" y="0"/>
                          </a:lnTo>
                          <a:lnTo>
                            <a:pt x="24670" y="24670"/>
                          </a:lnTo>
                          <a:lnTo>
                            <a:pt x="0" y="2467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3" name="Google Shape;877;p28"/>
                    <p:cNvSpPr/>
                    <p:nvPr/>
                  </p:nvSpPr>
                  <p:spPr>
                    <a:xfrm>
                      <a:off x="6855840" y="2917800"/>
                      <a:ext cx="26640" cy="26640"/>
                    </a:xfrm>
                    <a:custGeom>
                      <a:avLst/>
                      <a:gdLst>
                        <a:gd name="textAreaLeft" fmla="*/ 0 w 26640"/>
                        <a:gd name="textAreaRight" fmla="*/ 27000 w 26640"/>
                        <a:gd name="textAreaTop" fmla="*/ 0 h 26640"/>
                        <a:gd name="textAreaBottom" fmla="*/ 27000 h 26640"/>
                      </a:gdLst>
                      <a:ahLst/>
                      <a:cxnLst/>
                      <a:rect l="textAreaLeft" t="textAreaTop" r="textAreaRight" b="textAreaBottom"/>
                      <a:pathLst>
                        <a:path w="24669" h="24669">
                          <a:moveTo>
                            <a:pt x="0" y="0"/>
                          </a:moveTo>
                          <a:lnTo>
                            <a:pt x="24670" y="0"/>
                          </a:lnTo>
                          <a:lnTo>
                            <a:pt x="24670" y="24670"/>
                          </a:lnTo>
                          <a:lnTo>
                            <a:pt x="0" y="2467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94" name="Google Shape;878;p28"/>
                  <p:cNvGrpSpPr/>
                  <p:nvPr/>
                </p:nvGrpSpPr>
                <p:grpSpPr>
                  <a:xfrm>
                    <a:off x="6378120" y="3156840"/>
                    <a:ext cx="504360" cy="26640"/>
                    <a:chOff x="6378120" y="3156840"/>
                    <a:chExt cx="504360" cy="26640"/>
                  </a:xfrm>
                </p:grpSpPr>
                <p:sp>
                  <p:nvSpPr>
                    <p:cNvPr id="795" name="Google Shape;879;p28"/>
                    <p:cNvSpPr/>
                    <p:nvPr/>
                  </p:nvSpPr>
                  <p:spPr>
                    <a:xfrm>
                      <a:off x="6378120" y="3156840"/>
                      <a:ext cx="26640" cy="26640"/>
                    </a:xfrm>
                    <a:custGeom>
                      <a:avLst/>
                      <a:gdLst>
                        <a:gd name="textAreaLeft" fmla="*/ 0 w 26640"/>
                        <a:gd name="textAreaRight" fmla="*/ 27000 w 26640"/>
                        <a:gd name="textAreaTop" fmla="*/ 0 h 26640"/>
                        <a:gd name="textAreaBottom" fmla="*/ 27000 h 26640"/>
                      </a:gdLst>
                      <a:ahLst/>
                      <a:cxnLst/>
                      <a:rect l="textAreaLeft" t="textAreaTop" r="textAreaRight" b="textAreaBottom"/>
                      <a:pathLst>
                        <a:path w="24669" h="24669">
                          <a:moveTo>
                            <a:pt x="0" y="0"/>
                          </a:moveTo>
                          <a:lnTo>
                            <a:pt x="24670" y="0"/>
                          </a:lnTo>
                          <a:lnTo>
                            <a:pt x="24670" y="24670"/>
                          </a:lnTo>
                          <a:lnTo>
                            <a:pt x="0" y="2467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6" name="Google Shape;880;p28"/>
                    <p:cNvSpPr/>
                    <p:nvPr/>
                  </p:nvSpPr>
                  <p:spPr>
                    <a:xfrm>
                      <a:off x="6616800" y="3156840"/>
                      <a:ext cx="26640" cy="26640"/>
                    </a:xfrm>
                    <a:custGeom>
                      <a:avLst/>
                      <a:gdLst>
                        <a:gd name="textAreaLeft" fmla="*/ 0 w 26640"/>
                        <a:gd name="textAreaRight" fmla="*/ 27000 w 26640"/>
                        <a:gd name="textAreaTop" fmla="*/ 0 h 26640"/>
                        <a:gd name="textAreaBottom" fmla="*/ 27000 h 26640"/>
                      </a:gdLst>
                      <a:ahLst/>
                      <a:cxnLst/>
                      <a:rect l="textAreaLeft" t="textAreaTop" r="textAreaRight" b="textAreaBottom"/>
                      <a:pathLst>
                        <a:path w="24669" h="24669">
                          <a:moveTo>
                            <a:pt x="0" y="0"/>
                          </a:moveTo>
                          <a:lnTo>
                            <a:pt x="24670" y="0"/>
                          </a:lnTo>
                          <a:lnTo>
                            <a:pt x="24670" y="24670"/>
                          </a:lnTo>
                          <a:lnTo>
                            <a:pt x="0" y="2467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7" name="Google Shape;881;p28"/>
                    <p:cNvSpPr/>
                    <p:nvPr/>
                  </p:nvSpPr>
                  <p:spPr>
                    <a:xfrm>
                      <a:off x="6855840" y="3156840"/>
                      <a:ext cx="26640" cy="26640"/>
                    </a:xfrm>
                    <a:custGeom>
                      <a:avLst/>
                      <a:gdLst>
                        <a:gd name="textAreaLeft" fmla="*/ 0 w 26640"/>
                        <a:gd name="textAreaRight" fmla="*/ 27000 w 26640"/>
                        <a:gd name="textAreaTop" fmla="*/ 0 h 26640"/>
                        <a:gd name="textAreaBottom" fmla="*/ 27000 h 26640"/>
                      </a:gdLst>
                      <a:ahLst/>
                      <a:cxnLst/>
                      <a:rect l="textAreaLeft" t="textAreaTop" r="textAreaRight" b="textAreaBottom"/>
                      <a:pathLst>
                        <a:path w="24669" h="24669">
                          <a:moveTo>
                            <a:pt x="0" y="0"/>
                          </a:moveTo>
                          <a:lnTo>
                            <a:pt x="24670" y="0"/>
                          </a:lnTo>
                          <a:lnTo>
                            <a:pt x="24670" y="24670"/>
                          </a:lnTo>
                          <a:lnTo>
                            <a:pt x="0" y="2467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grpSp>
        <p:grpSp>
          <p:nvGrpSpPr>
            <p:cNvPr id="798" name="Google Shape;882;p28"/>
            <p:cNvGrpSpPr/>
            <p:nvPr/>
          </p:nvGrpSpPr>
          <p:grpSpPr>
            <a:xfrm>
              <a:off x="5248800" y="1817280"/>
              <a:ext cx="478800" cy="594720"/>
              <a:chOff x="5248800" y="1817280"/>
              <a:chExt cx="478800" cy="594720"/>
            </a:xfrm>
          </p:grpSpPr>
          <p:grpSp>
            <p:nvGrpSpPr>
              <p:cNvPr id="799" name="Google Shape;883;p28"/>
              <p:cNvGrpSpPr/>
              <p:nvPr/>
            </p:nvGrpSpPr>
            <p:grpSpPr>
              <a:xfrm>
                <a:off x="5248800" y="1817280"/>
                <a:ext cx="478800" cy="594720"/>
                <a:chOff x="5248800" y="1817280"/>
                <a:chExt cx="478800" cy="594720"/>
              </a:xfrm>
            </p:grpSpPr>
            <p:sp>
              <p:nvSpPr>
                <p:cNvPr id="800" name="Google Shape;884;p28"/>
                <p:cNvSpPr/>
                <p:nvPr/>
              </p:nvSpPr>
              <p:spPr>
                <a:xfrm>
                  <a:off x="5248800" y="1817280"/>
                  <a:ext cx="478800" cy="594720"/>
                </a:xfrm>
                <a:custGeom>
                  <a:avLst/>
                  <a:gdLst>
                    <a:gd name="textAreaLeft" fmla="*/ 0 w 478800"/>
                    <a:gd name="textAreaRight" fmla="*/ 479160 w 478800"/>
                    <a:gd name="textAreaTop" fmla="*/ 0 h 594720"/>
                    <a:gd name="textAreaBottom" fmla="*/ 595080 h 594720"/>
                  </a:gdLst>
                  <a:ahLst/>
                  <a:cxnLst/>
                  <a:rect l="textAreaLeft" t="textAreaTop" r="textAreaRight" b="textAreaBottom"/>
                  <a:pathLst>
                    <a:path w="435673" h="541115">
                      <a:moveTo>
                        <a:pt x="394621" y="0"/>
                      </a:moveTo>
                      <a:cubicBezTo>
                        <a:pt x="417294" y="0"/>
                        <a:pt x="435674" y="18380"/>
                        <a:pt x="435674" y="41053"/>
                      </a:cubicBezTo>
                      <a:lnTo>
                        <a:pt x="435674" y="500062"/>
                      </a:lnTo>
                      <a:cubicBezTo>
                        <a:pt x="435674" y="522735"/>
                        <a:pt x="417294" y="541115"/>
                        <a:pt x="394621" y="541115"/>
                      </a:cubicBezTo>
                      <a:lnTo>
                        <a:pt x="41053" y="541115"/>
                      </a:lnTo>
                      <a:cubicBezTo>
                        <a:pt x="18380" y="541115"/>
                        <a:pt x="0" y="522735"/>
                        <a:pt x="0" y="500062"/>
                      </a:cubicBezTo>
                      <a:lnTo>
                        <a:pt x="0" y="41053"/>
                      </a:lnTo>
                      <a:cubicBezTo>
                        <a:pt x="0" y="18380"/>
                        <a:pt x="18380" y="0"/>
                        <a:pt x="41053"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801" name="Google Shape;885;p28"/>
                <p:cNvGrpSpPr/>
                <p:nvPr/>
              </p:nvGrpSpPr>
              <p:grpSpPr>
                <a:xfrm>
                  <a:off x="5498280" y="1851840"/>
                  <a:ext cx="181080" cy="45360"/>
                  <a:chOff x="5498280" y="1851840"/>
                  <a:chExt cx="181080" cy="45360"/>
                </a:xfrm>
              </p:grpSpPr>
              <p:sp>
                <p:nvSpPr>
                  <p:cNvPr id="802" name="Google Shape;886;p28"/>
                  <p:cNvSpPr/>
                  <p:nvPr/>
                </p:nvSpPr>
                <p:spPr>
                  <a:xfrm>
                    <a:off x="5634000" y="1851840"/>
                    <a:ext cx="45360" cy="45360"/>
                  </a:xfrm>
                  <a:custGeom>
                    <a:avLst/>
                    <a:gdLst>
                      <a:gd name="textAreaLeft" fmla="*/ 0 w 45360"/>
                      <a:gd name="textAreaRight" fmla="*/ 45720 w 45360"/>
                      <a:gd name="textAreaTop" fmla="*/ 0 h 45360"/>
                      <a:gd name="textAreaBottom" fmla="*/ 45720 h 45360"/>
                    </a:gdLst>
                    <a:ahLst/>
                    <a:cxnLst/>
                    <a:rect l="textAreaLeft" t="textAreaTop" r="textAreaRight" b="textAreaBottom"/>
                    <a:pathLst>
                      <a:path w="41528" h="41529">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3" name="Google Shape;887;p28"/>
                  <p:cNvSpPr/>
                  <p:nvPr/>
                </p:nvSpPr>
                <p:spPr>
                  <a:xfrm>
                    <a:off x="5566320" y="1851840"/>
                    <a:ext cx="45360" cy="45360"/>
                  </a:xfrm>
                  <a:custGeom>
                    <a:avLst/>
                    <a:gdLst>
                      <a:gd name="textAreaLeft" fmla="*/ 0 w 45360"/>
                      <a:gd name="textAreaRight" fmla="*/ 45720 w 45360"/>
                      <a:gd name="textAreaTop" fmla="*/ 0 h 45360"/>
                      <a:gd name="textAreaBottom" fmla="*/ 45720 h 45360"/>
                    </a:gdLst>
                    <a:ahLst/>
                    <a:cxnLst/>
                    <a:rect l="textAreaLeft" t="textAreaTop" r="textAreaRight" b="textAreaBottom"/>
                    <a:pathLst>
                      <a:path w="41528" h="41529">
                        <a:moveTo>
                          <a:pt x="41529" y="20765"/>
                        </a:moveTo>
                        <a:cubicBezTo>
                          <a:pt x="41529" y="32290"/>
                          <a:pt x="32195" y="41529"/>
                          <a:pt x="20764" y="41529"/>
                        </a:cubicBezTo>
                        <a:cubicBezTo>
                          <a:pt x="9334" y="41529"/>
                          <a:pt x="0" y="32194"/>
                          <a:pt x="0" y="20765"/>
                        </a:cubicBezTo>
                        <a:cubicBezTo>
                          <a:pt x="0" y="9334"/>
                          <a:pt x="9334" y="0"/>
                          <a:pt x="20764" y="0"/>
                        </a:cubicBezTo>
                        <a:cubicBezTo>
                          <a:pt x="32195" y="0"/>
                          <a:pt x="41529" y="9334"/>
                          <a:pt x="41529" y="20765"/>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4" name="Google Shape;888;p28"/>
                  <p:cNvSpPr/>
                  <p:nvPr/>
                </p:nvSpPr>
                <p:spPr>
                  <a:xfrm>
                    <a:off x="5498280" y="1851840"/>
                    <a:ext cx="45360" cy="45360"/>
                  </a:xfrm>
                  <a:custGeom>
                    <a:avLst/>
                    <a:gdLst>
                      <a:gd name="textAreaLeft" fmla="*/ 0 w 45360"/>
                      <a:gd name="textAreaRight" fmla="*/ 45720 w 45360"/>
                      <a:gd name="textAreaTop" fmla="*/ 0 h 45360"/>
                      <a:gd name="textAreaBottom" fmla="*/ 45720 h 45360"/>
                    </a:gdLst>
                    <a:ahLst/>
                    <a:cxnLst/>
                    <a:rect l="textAreaLeft" t="textAreaTop" r="textAreaRight" b="textAreaBottom"/>
                    <a:pathLst>
                      <a:path w="41529" h="41529">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805" name="Google Shape;889;p28"/>
              <p:cNvGrpSpPr/>
              <p:nvPr/>
            </p:nvGrpSpPr>
            <p:grpSpPr>
              <a:xfrm>
                <a:off x="5287680" y="1932120"/>
                <a:ext cx="394560" cy="412560"/>
                <a:chOff x="5287680" y="1932120"/>
                <a:chExt cx="394560" cy="412560"/>
              </a:xfrm>
            </p:grpSpPr>
            <p:sp>
              <p:nvSpPr>
                <p:cNvPr id="806" name="Google Shape;890;p28"/>
                <p:cNvSpPr/>
                <p:nvPr/>
              </p:nvSpPr>
              <p:spPr>
                <a:xfrm>
                  <a:off x="5287680" y="2165400"/>
                  <a:ext cx="392760" cy="179280"/>
                </a:xfrm>
                <a:custGeom>
                  <a:avLst/>
                  <a:gdLst>
                    <a:gd name="textAreaLeft" fmla="*/ 0 w 392760"/>
                    <a:gd name="textAreaRight" fmla="*/ 393120 w 392760"/>
                    <a:gd name="textAreaTop" fmla="*/ 0 h 179280"/>
                    <a:gd name="textAreaBottom" fmla="*/ 179640 h 179280"/>
                  </a:gdLst>
                  <a:ahLst/>
                  <a:cxnLst/>
                  <a:rect l="textAreaLeft" t="textAreaTop" r="textAreaRight" b="textAreaBottom"/>
                  <a:pathLst>
                    <a:path w="357473" h="163258">
                      <a:moveTo>
                        <a:pt x="40196" y="72962"/>
                      </a:moveTo>
                      <a:lnTo>
                        <a:pt x="0" y="72962"/>
                      </a:lnTo>
                      <a:lnTo>
                        <a:pt x="0" y="90297"/>
                      </a:lnTo>
                      <a:lnTo>
                        <a:pt x="40196" y="90297"/>
                      </a:lnTo>
                      <a:lnTo>
                        <a:pt x="40196" y="72962"/>
                      </a:lnTo>
                      <a:close/>
                      <a:moveTo>
                        <a:pt x="185166" y="126778"/>
                      </a:moveTo>
                      <a:lnTo>
                        <a:pt x="294894" y="126778"/>
                      </a:lnTo>
                      <a:lnTo>
                        <a:pt x="294894" y="109347"/>
                      </a:lnTo>
                      <a:lnTo>
                        <a:pt x="185166" y="109347"/>
                      </a:lnTo>
                      <a:lnTo>
                        <a:pt x="185166" y="126778"/>
                      </a:lnTo>
                      <a:close/>
                      <a:moveTo>
                        <a:pt x="294894" y="0"/>
                      </a:moveTo>
                      <a:lnTo>
                        <a:pt x="38291" y="0"/>
                      </a:lnTo>
                      <a:lnTo>
                        <a:pt x="38291" y="17335"/>
                      </a:lnTo>
                      <a:lnTo>
                        <a:pt x="294894" y="17335"/>
                      </a:lnTo>
                      <a:lnTo>
                        <a:pt x="294894" y="0"/>
                      </a:lnTo>
                      <a:close/>
                      <a:moveTo>
                        <a:pt x="0" y="163259"/>
                      </a:moveTo>
                      <a:lnTo>
                        <a:pt x="99632" y="163259"/>
                      </a:lnTo>
                      <a:lnTo>
                        <a:pt x="99632" y="145828"/>
                      </a:lnTo>
                      <a:lnTo>
                        <a:pt x="0" y="145828"/>
                      </a:lnTo>
                      <a:lnTo>
                        <a:pt x="0" y="163259"/>
                      </a:lnTo>
                      <a:close/>
                      <a:moveTo>
                        <a:pt x="76581" y="36481"/>
                      </a:moveTo>
                      <a:lnTo>
                        <a:pt x="0" y="36481"/>
                      </a:lnTo>
                      <a:lnTo>
                        <a:pt x="0" y="53816"/>
                      </a:lnTo>
                      <a:lnTo>
                        <a:pt x="76581" y="53816"/>
                      </a:lnTo>
                      <a:lnTo>
                        <a:pt x="76581" y="36481"/>
                      </a:lnTo>
                      <a:close/>
                      <a:moveTo>
                        <a:pt x="52483" y="90297"/>
                      </a:moveTo>
                      <a:lnTo>
                        <a:pt x="207836" y="90297"/>
                      </a:lnTo>
                      <a:lnTo>
                        <a:pt x="207836" y="72962"/>
                      </a:lnTo>
                      <a:lnTo>
                        <a:pt x="52483" y="72962"/>
                      </a:lnTo>
                      <a:lnTo>
                        <a:pt x="52483" y="90297"/>
                      </a:lnTo>
                      <a:close/>
                      <a:moveTo>
                        <a:pt x="164402" y="109347"/>
                      </a:moveTo>
                      <a:lnTo>
                        <a:pt x="0" y="109347"/>
                      </a:lnTo>
                      <a:lnTo>
                        <a:pt x="0" y="126778"/>
                      </a:lnTo>
                      <a:lnTo>
                        <a:pt x="164402" y="126778"/>
                      </a:lnTo>
                      <a:lnTo>
                        <a:pt x="164402" y="109347"/>
                      </a:lnTo>
                      <a:close/>
                      <a:moveTo>
                        <a:pt x="220218" y="90297"/>
                      </a:moveTo>
                      <a:lnTo>
                        <a:pt x="357378" y="90297"/>
                      </a:lnTo>
                      <a:lnTo>
                        <a:pt x="357378" y="72962"/>
                      </a:lnTo>
                      <a:lnTo>
                        <a:pt x="220218" y="72962"/>
                      </a:lnTo>
                      <a:lnTo>
                        <a:pt x="220218" y="90297"/>
                      </a:lnTo>
                      <a:close/>
                      <a:moveTo>
                        <a:pt x="97441" y="53816"/>
                      </a:moveTo>
                      <a:lnTo>
                        <a:pt x="357474" y="53816"/>
                      </a:lnTo>
                      <a:lnTo>
                        <a:pt x="357474" y="36481"/>
                      </a:lnTo>
                      <a:lnTo>
                        <a:pt x="97441" y="36481"/>
                      </a:lnTo>
                      <a:lnTo>
                        <a:pt x="97441" y="53816"/>
                      </a:lnTo>
                      <a:close/>
                      <a:moveTo>
                        <a:pt x="305371" y="0"/>
                      </a:moveTo>
                      <a:lnTo>
                        <a:pt x="305371" y="17335"/>
                      </a:lnTo>
                      <a:lnTo>
                        <a:pt x="357378" y="17335"/>
                      </a:lnTo>
                      <a:lnTo>
                        <a:pt x="357378" y="0"/>
                      </a:lnTo>
                      <a:lnTo>
                        <a:pt x="305371" y="0"/>
                      </a:lnTo>
                      <a:close/>
                      <a:moveTo>
                        <a:pt x="315659" y="126778"/>
                      </a:moveTo>
                      <a:lnTo>
                        <a:pt x="357378" y="126778"/>
                      </a:lnTo>
                      <a:lnTo>
                        <a:pt x="357378" y="109347"/>
                      </a:lnTo>
                      <a:lnTo>
                        <a:pt x="315659" y="109347"/>
                      </a:lnTo>
                      <a:lnTo>
                        <a:pt x="315659" y="126778"/>
                      </a:lnTo>
                      <a:close/>
                      <a:moveTo>
                        <a:pt x="120396" y="163259"/>
                      </a:moveTo>
                      <a:lnTo>
                        <a:pt x="222981" y="163259"/>
                      </a:lnTo>
                      <a:lnTo>
                        <a:pt x="222981" y="145828"/>
                      </a:lnTo>
                      <a:lnTo>
                        <a:pt x="120396" y="145828"/>
                      </a:lnTo>
                      <a:lnTo>
                        <a:pt x="120396" y="163259"/>
                      </a:lnTo>
                      <a:close/>
                      <a:moveTo>
                        <a:pt x="235363" y="163259"/>
                      </a:moveTo>
                      <a:lnTo>
                        <a:pt x="313563" y="163259"/>
                      </a:lnTo>
                      <a:lnTo>
                        <a:pt x="313563" y="145828"/>
                      </a:lnTo>
                      <a:lnTo>
                        <a:pt x="235363" y="145828"/>
                      </a:lnTo>
                      <a:lnTo>
                        <a:pt x="235363" y="163259"/>
                      </a:ln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7" name="Google Shape;891;p28"/>
                <p:cNvSpPr/>
                <p:nvPr/>
              </p:nvSpPr>
              <p:spPr>
                <a:xfrm>
                  <a:off x="5293440" y="1932120"/>
                  <a:ext cx="388800" cy="197640"/>
                </a:xfrm>
                <a:custGeom>
                  <a:avLst/>
                  <a:gdLst>
                    <a:gd name="textAreaLeft" fmla="*/ 0 w 388800"/>
                    <a:gd name="textAreaRight" fmla="*/ 389160 w 388800"/>
                    <a:gd name="textAreaTop" fmla="*/ 0 h 197640"/>
                    <a:gd name="textAreaBottom" fmla="*/ 198000 h 197640"/>
                  </a:gdLst>
                  <a:ahLst/>
                  <a:cxnLst/>
                  <a:rect l="textAreaLeft" t="textAreaTop" r="textAreaRight" b="textAreaBottom"/>
                  <a:pathLst>
                    <a:path w="353948" h="180117">
                      <a:moveTo>
                        <a:pt x="0" y="0"/>
                      </a:moveTo>
                      <a:lnTo>
                        <a:pt x="353949" y="0"/>
                      </a:lnTo>
                      <a:lnTo>
                        <a:pt x="353949" y="180118"/>
                      </a:lnTo>
                      <a:lnTo>
                        <a:pt x="0" y="180118"/>
                      </a:ln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808" name="Google Shape;892;p28"/>
            <p:cNvGrpSpPr/>
            <p:nvPr/>
          </p:nvGrpSpPr>
          <p:grpSpPr>
            <a:xfrm>
              <a:off x="7810920" y="2543040"/>
              <a:ext cx="1047600" cy="27000"/>
              <a:chOff x="7810920" y="2543040"/>
              <a:chExt cx="1047600" cy="27000"/>
            </a:xfrm>
          </p:grpSpPr>
          <p:sp>
            <p:nvSpPr>
              <p:cNvPr id="809" name="Google Shape;893;p28"/>
              <p:cNvSpPr/>
              <p:nvPr/>
            </p:nvSpPr>
            <p:spPr>
              <a:xfrm>
                <a:off x="7823880" y="2556720"/>
                <a:ext cx="1021680" cy="10080"/>
              </a:xfrm>
              <a:custGeom>
                <a:avLst/>
                <a:gdLst>
                  <a:gd name="textAreaLeft" fmla="*/ 0 w 1021680"/>
                  <a:gd name="textAreaRight" fmla="*/ 1022040 w 1021680"/>
                  <a:gd name="textAreaTop" fmla="*/ 0 h 10080"/>
                  <a:gd name="textAreaBottom" fmla="*/ 10440 h 10080"/>
                </a:gdLst>
                <a:ahLst/>
                <a:cxnLst/>
                <a:rect l="textAreaLeft" t="textAreaTop" r="textAreaRight" b="textAreaBottom"/>
                <a:pathLst>
                  <a:path w="929354" h="9525">
                    <a:moveTo>
                      <a:pt x="929354" y="0"/>
                    </a:moveTo>
                    <a:lnTo>
                      <a:pt x="0" y="0"/>
                    </a:lnTo>
                  </a:path>
                </a:pathLst>
              </a:custGeom>
              <a:solidFill>
                <a:schemeClr val="accent4"/>
              </a:solidFill>
              <a:ln w="10950">
                <a:solidFill>
                  <a:srgbClr val="6F7082"/>
                </a:solidFill>
                <a:prstDash val="dashDot"/>
                <a:miter/>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0" name="Google Shape;894;p28"/>
              <p:cNvSpPr/>
              <p:nvPr/>
            </p:nvSpPr>
            <p:spPr>
              <a:xfrm>
                <a:off x="8831520" y="2543040"/>
                <a:ext cx="27000" cy="27000"/>
              </a:xfrm>
              <a:custGeom>
                <a:avLst/>
                <a:gdLst>
                  <a:gd name="textAreaLeft" fmla="*/ 0 w 27000"/>
                  <a:gd name="textAreaRight" fmla="*/ 27360 w 27000"/>
                  <a:gd name="textAreaTop" fmla="*/ 0 h 27000"/>
                  <a:gd name="textAreaBottom" fmla="*/ 27360 h 27000"/>
                </a:gdLst>
                <a:ahLst/>
                <a:cxnLst/>
                <a:rect l="textAreaLeft" t="textAreaTop" r="textAreaRight" b="textAreaBottom"/>
                <a:pathLst>
                  <a:path w="24764" h="24765">
                    <a:moveTo>
                      <a:pt x="12382" y="0"/>
                    </a:moveTo>
                    <a:cubicBezTo>
                      <a:pt x="19240" y="0"/>
                      <a:pt x="24765" y="5524"/>
                      <a:pt x="24765" y="12382"/>
                    </a:cubicBezTo>
                    <a:cubicBezTo>
                      <a:pt x="24765" y="19240"/>
                      <a:pt x="19240" y="24765"/>
                      <a:pt x="12382" y="24765"/>
                    </a:cubicBezTo>
                    <a:cubicBezTo>
                      <a:pt x="5524" y="24765"/>
                      <a:pt x="0" y="19240"/>
                      <a:pt x="0" y="12382"/>
                    </a:cubicBezTo>
                    <a:cubicBezTo>
                      <a:pt x="0" y="5524"/>
                      <a:pt x="5524" y="0"/>
                      <a:pt x="12382" y="0"/>
                    </a:cubicBezTo>
                    <a:close/>
                  </a:path>
                </a:pathLst>
              </a:custGeom>
              <a:solidFill>
                <a:schemeClr val="accent4"/>
              </a:solidFill>
              <a:ln w="9525">
                <a:solidFill>
                  <a:srgbClr val="6F7082"/>
                </a:solidFill>
                <a:round/>
              </a:ln>
            </p:spPr>
            <p:style>
              <a:lnRef idx="0">
                <a:scrgbClr r="0" g="0" b="0"/>
              </a:lnRef>
              <a:fillRef idx="0">
                <a:scrgbClr r="0" g="0" b="0"/>
              </a:fillRef>
              <a:effectRef idx="0">
                <a:scrgbClr r="0" g="0" b="0"/>
              </a:effectRef>
              <a:fontRef idx="minor"/>
            </p:style>
            <p:txBody>
              <a:bodyPr tIns="13680" bIns="13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1" name="Google Shape;895;p28"/>
              <p:cNvSpPr/>
              <p:nvPr/>
            </p:nvSpPr>
            <p:spPr>
              <a:xfrm>
                <a:off x="7810920" y="2543040"/>
                <a:ext cx="27000" cy="27000"/>
              </a:xfrm>
              <a:custGeom>
                <a:avLst/>
                <a:gdLst>
                  <a:gd name="textAreaLeft" fmla="*/ 0 w 27000"/>
                  <a:gd name="textAreaRight" fmla="*/ 27360 w 27000"/>
                  <a:gd name="textAreaTop" fmla="*/ 0 h 27000"/>
                  <a:gd name="textAreaBottom" fmla="*/ 27360 h 27000"/>
                </a:gdLst>
                <a:ahLst/>
                <a:cxnLst/>
                <a:rect l="textAreaLeft" t="textAreaTop" r="textAreaRight" b="textAreaBottom"/>
                <a:pathLst>
                  <a:path w="24764" h="24765">
                    <a:moveTo>
                      <a:pt x="12382" y="0"/>
                    </a:moveTo>
                    <a:cubicBezTo>
                      <a:pt x="5524" y="0"/>
                      <a:pt x="0" y="5524"/>
                      <a:pt x="0" y="12382"/>
                    </a:cubicBezTo>
                    <a:cubicBezTo>
                      <a:pt x="0" y="19240"/>
                      <a:pt x="5524" y="24765"/>
                      <a:pt x="12382" y="24765"/>
                    </a:cubicBezTo>
                    <a:cubicBezTo>
                      <a:pt x="19240" y="24765"/>
                      <a:pt x="24765" y="19240"/>
                      <a:pt x="24765" y="12382"/>
                    </a:cubicBezTo>
                    <a:cubicBezTo>
                      <a:pt x="24765" y="5524"/>
                      <a:pt x="19240" y="0"/>
                      <a:pt x="12382" y="0"/>
                    </a:cubicBezTo>
                    <a:close/>
                  </a:path>
                </a:pathLst>
              </a:custGeom>
              <a:solidFill>
                <a:schemeClr val="accent4"/>
              </a:solidFill>
              <a:ln w="9525">
                <a:solidFill>
                  <a:srgbClr val="6F7082"/>
                </a:solidFill>
                <a:round/>
              </a:ln>
            </p:spPr>
            <p:style>
              <a:lnRef idx="0">
                <a:scrgbClr r="0" g="0" b="0"/>
              </a:lnRef>
              <a:fillRef idx="0">
                <a:scrgbClr r="0" g="0" b="0"/>
              </a:fillRef>
              <a:effectRef idx="0">
                <a:scrgbClr r="0" g="0" b="0"/>
              </a:effectRef>
              <a:fontRef idx="minor"/>
            </p:style>
            <p:txBody>
              <a:bodyPr tIns="13680" bIns="13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12" name="Google Shape;896;p28"/>
            <p:cNvGrpSpPr/>
            <p:nvPr/>
          </p:nvGrpSpPr>
          <p:grpSpPr>
            <a:xfrm>
              <a:off x="8348400" y="2013480"/>
              <a:ext cx="657360" cy="856440"/>
              <a:chOff x="8348400" y="2013480"/>
              <a:chExt cx="657360" cy="856440"/>
            </a:xfrm>
          </p:grpSpPr>
          <p:grpSp>
            <p:nvGrpSpPr>
              <p:cNvPr id="813" name="Google Shape;897;p28"/>
              <p:cNvGrpSpPr/>
              <p:nvPr/>
            </p:nvGrpSpPr>
            <p:grpSpPr>
              <a:xfrm>
                <a:off x="8348400" y="2013480"/>
                <a:ext cx="657360" cy="856440"/>
                <a:chOff x="8348400" y="2013480"/>
                <a:chExt cx="657360" cy="856440"/>
              </a:xfrm>
            </p:grpSpPr>
            <p:sp>
              <p:nvSpPr>
                <p:cNvPr id="814" name="Google Shape;898;p28"/>
                <p:cNvSpPr/>
                <p:nvPr/>
              </p:nvSpPr>
              <p:spPr>
                <a:xfrm>
                  <a:off x="8348400" y="2013480"/>
                  <a:ext cx="657360" cy="856440"/>
                </a:xfrm>
                <a:custGeom>
                  <a:avLst/>
                  <a:gdLst>
                    <a:gd name="textAreaLeft" fmla="*/ 0 w 657360"/>
                    <a:gd name="textAreaRight" fmla="*/ 657720 w 657360"/>
                    <a:gd name="textAreaTop" fmla="*/ 0 h 856440"/>
                    <a:gd name="textAreaBottom" fmla="*/ 856800 h 856440"/>
                  </a:gdLst>
                  <a:ahLst/>
                  <a:cxnLst/>
                  <a:rect l="textAreaLeft" t="textAreaTop" r="textAreaRight" b="textAreaBottom"/>
                  <a:pathLst>
                    <a:path w="598074" h="779145">
                      <a:moveTo>
                        <a:pt x="557022" y="0"/>
                      </a:moveTo>
                      <a:cubicBezTo>
                        <a:pt x="579695" y="0"/>
                        <a:pt x="598075" y="18380"/>
                        <a:pt x="598075" y="41053"/>
                      </a:cubicBezTo>
                      <a:lnTo>
                        <a:pt x="598075" y="738092"/>
                      </a:lnTo>
                      <a:cubicBezTo>
                        <a:pt x="598075" y="760765"/>
                        <a:pt x="579695" y="779145"/>
                        <a:pt x="557022" y="779145"/>
                      </a:cubicBezTo>
                      <a:lnTo>
                        <a:pt x="41053" y="779145"/>
                      </a:lnTo>
                      <a:cubicBezTo>
                        <a:pt x="18380" y="779145"/>
                        <a:pt x="0" y="760765"/>
                        <a:pt x="0" y="738092"/>
                      </a:cubicBezTo>
                      <a:lnTo>
                        <a:pt x="0" y="41053"/>
                      </a:lnTo>
                      <a:cubicBezTo>
                        <a:pt x="0" y="18380"/>
                        <a:pt x="18380" y="0"/>
                        <a:pt x="4105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815" name="Google Shape;899;p28"/>
                <p:cNvGrpSpPr/>
                <p:nvPr/>
              </p:nvGrpSpPr>
              <p:grpSpPr>
                <a:xfrm>
                  <a:off x="8776800" y="2047680"/>
                  <a:ext cx="180720" cy="45360"/>
                  <a:chOff x="8776800" y="2047680"/>
                  <a:chExt cx="180720" cy="45360"/>
                </a:xfrm>
              </p:grpSpPr>
              <p:sp>
                <p:nvSpPr>
                  <p:cNvPr id="816" name="Google Shape;900;p28"/>
                  <p:cNvSpPr/>
                  <p:nvPr/>
                </p:nvSpPr>
                <p:spPr>
                  <a:xfrm>
                    <a:off x="8912160" y="2047680"/>
                    <a:ext cx="45360" cy="45360"/>
                  </a:xfrm>
                  <a:custGeom>
                    <a:avLst/>
                    <a:gdLst>
                      <a:gd name="textAreaLeft" fmla="*/ 0 w 45360"/>
                      <a:gd name="textAreaRight" fmla="*/ 45720 w 45360"/>
                      <a:gd name="textAreaTop" fmla="*/ 0 h 45360"/>
                      <a:gd name="textAreaBottom" fmla="*/ 45720 h 45360"/>
                    </a:gdLst>
                    <a:ahLst/>
                    <a:cxnLst/>
                    <a:rect l="textAreaLeft" t="textAreaTop" r="textAreaRight" b="textAreaBottom"/>
                    <a:pathLst>
                      <a:path w="41528" h="41528">
                        <a:moveTo>
                          <a:pt x="41529" y="20764"/>
                        </a:moveTo>
                        <a:cubicBezTo>
                          <a:pt x="41529" y="32290"/>
                          <a:pt x="32194" y="41529"/>
                          <a:pt x="20764" y="41529"/>
                        </a:cubicBezTo>
                        <a:cubicBezTo>
                          <a:pt x="9334" y="41529"/>
                          <a:pt x="0" y="32195"/>
                          <a:pt x="0" y="20764"/>
                        </a:cubicBezTo>
                        <a:cubicBezTo>
                          <a:pt x="0" y="9334"/>
                          <a:pt x="9334" y="0"/>
                          <a:pt x="20764" y="0"/>
                        </a:cubicBezTo>
                        <a:cubicBezTo>
                          <a:pt x="32194" y="0"/>
                          <a:pt x="41529" y="9334"/>
                          <a:pt x="41529" y="20764"/>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7" name="Google Shape;901;p28"/>
                  <p:cNvSpPr/>
                  <p:nvPr/>
                </p:nvSpPr>
                <p:spPr>
                  <a:xfrm>
                    <a:off x="8844480" y="2047680"/>
                    <a:ext cx="45360" cy="45360"/>
                  </a:xfrm>
                  <a:custGeom>
                    <a:avLst/>
                    <a:gdLst>
                      <a:gd name="textAreaLeft" fmla="*/ 0 w 45360"/>
                      <a:gd name="textAreaRight" fmla="*/ 45720 w 45360"/>
                      <a:gd name="textAreaTop" fmla="*/ 0 h 45360"/>
                      <a:gd name="textAreaBottom" fmla="*/ 45720 h 45360"/>
                    </a:gdLst>
                    <a:ahLst/>
                    <a:cxnLst/>
                    <a:rect l="textAreaLeft" t="textAreaTop" r="textAreaRight" b="textAreaBottom"/>
                    <a:pathLst>
                      <a:path w="41529" h="41528">
                        <a:moveTo>
                          <a:pt x="41529" y="20764"/>
                        </a:moveTo>
                        <a:cubicBezTo>
                          <a:pt x="41529" y="32290"/>
                          <a:pt x="32195" y="41529"/>
                          <a:pt x="20765" y="41529"/>
                        </a:cubicBezTo>
                        <a:cubicBezTo>
                          <a:pt x="9335" y="41529"/>
                          <a:pt x="0" y="32195"/>
                          <a:pt x="0" y="20764"/>
                        </a:cubicBezTo>
                        <a:cubicBezTo>
                          <a:pt x="0" y="9334"/>
                          <a:pt x="9335" y="0"/>
                          <a:pt x="20765" y="0"/>
                        </a:cubicBezTo>
                        <a:cubicBezTo>
                          <a:pt x="32195" y="0"/>
                          <a:pt x="41529" y="9334"/>
                          <a:pt x="41529" y="20764"/>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8" name="Google Shape;902;p28"/>
                  <p:cNvSpPr/>
                  <p:nvPr/>
                </p:nvSpPr>
                <p:spPr>
                  <a:xfrm>
                    <a:off x="8776800" y="2047680"/>
                    <a:ext cx="45360" cy="45360"/>
                  </a:xfrm>
                  <a:custGeom>
                    <a:avLst/>
                    <a:gdLst>
                      <a:gd name="textAreaLeft" fmla="*/ 0 w 45360"/>
                      <a:gd name="textAreaRight" fmla="*/ 45720 w 45360"/>
                      <a:gd name="textAreaTop" fmla="*/ 0 h 45360"/>
                      <a:gd name="textAreaBottom" fmla="*/ 45720 h 45360"/>
                    </a:gdLst>
                    <a:ahLst/>
                    <a:cxnLst/>
                    <a:rect l="textAreaLeft" t="textAreaTop" r="textAreaRight" b="textAreaBottom"/>
                    <a:pathLst>
                      <a:path w="41529" h="41528">
                        <a:moveTo>
                          <a:pt x="41529" y="20764"/>
                        </a:moveTo>
                        <a:cubicBezTo>
                          <a:pt x="41529" y="32290"/>
                          <a:pt x="32194" y="41529"/>
                          <a:pt x="20765" y="41529"/>
                        </a:cubicBezTo>
                        <a:cubicBezTo>
                          <a:pt x="9334" y="41529"/>
                          <a:pt x="0" y="32195"/>
                          <a:pt x="0" y="20764"/>
                        </a:cubicBezTo>
                        <a:cubicBezTo>
                          <a:pt x="0" y="9334"/>
                          <a:pt x="9334" y="0"/>
                          <a:pt x="20765" y="0"/>
                        </a:cubicBezTo>
                        <a:cubicBezTo>
                          <a:pt x="32194" y="0"/>
                          <a:pt x="41529" y="9334"/>
                          <a:pt x="41529" y="20764"/>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819" name="Google Shape;903;p28"/>
              <p:cNvGrpSpPr/>
              <p:nvPr/>
            </p:nvGrpSpPr>
            <p:grpSpPr>
              <a:xfrm>
                <a:off x="8426520" y="2190960"/>
                <a:ext cx="504000" cy="527040"/>
                <a:chOff x="8426520" y="2190960"/>
                <a:chExt cx="504000" cy="527040"/>
              </a:xfrm>
            </p:grpSpPr>
            <p:sp>
              <p:nvSpPr>
                <p:cNvPr id="820" name="Google Shape;904;p28"/>
                <p:cNvSpPr/>
                <p:nvPr/>
              </p:nvSpPr>
              <p:spPr>
                <a:xfrm>
                  <a:off x="8426520" y="2489040"/>
                  <a:ext cx="501840" cy="228960"/>
                </a:xfrm>
                <a:custGeom>
                  <a:avLst/>
                  <a:gdLst>
                    <a:gd name="textAreaLeft" fmla="*/ 0 w 501840"/>
                    <a:gd name="textAreaRight" fmla="*/ 502200 w 501840"/>
                    <a:gd name="textAreaTop" fmla="*/ 0 h 228960"/>
                    <a:gd name="textAreaBottom" fmla="*/ 229320 h 228960"/>
                  </a:gdLst>
                  <a:ahLst/>
                  <a:cxnLst/>
                  <a:rect l="textAreaLeft" t="textAreaTop" r="textAreaRight" b="textAreaBottom"/>
                  <a:pathLst>
                    <a:path w="456723" h="208597">
                      <a:moveTo>
                        <a:pt x="51340" y="93250"/>
                      </a:moveTo>
                      <a:lnTo>
                        <a:pt x="0" y="93250"/>
                      </a:lnTo>
                      <a:lnTo>
                        <a:pt x="0" y="115443"/>
                      </a:lnTo>
                      <a:lnTo>
                        <a:pt x="51340" y="115443"/>
                      </a:lnTo>
                      <a:lnTo>
                        <a:pt x="51340" y="93250"/>
                      </a:lnTo>
                      <a:close/>
                      <a:moveTo>
                        <a:pt x="236601" y="162020"/>
                      </a:moveTo>
                      <a:lnTo>
                        <a:pt x="376904" y="162020"/>
                      </a:lnTo>
                      <a:lnTo>
                        <a:pt x="376904" y="139827"/>
                      </a:lnTo>
                      <a:lnTo>
                        <a:pt x="236601" y="139827"/>
                      </a:lnTo>
                      <a:lnTo>
                        <a:pt x="236601" y="162020"/>
                      </a:lnTo>
                      <a:close/>
                      <a:moveTo>
                        <a:pt x="376809" y="0"/>
                      </a:moveTo>
                      <a:lnTo>
                        <a:pt x="48863" y="0"/>
                      </a:lnTo>
                      <a:lnTo>
                        <a:pt x="48863" y="22193"/>
                      </a:lnTo>
                      <a:lnTo>
                        <a:pt x="376809" y="22193"/>
                      </a:lnTo>
                      <a:lnTo>
                        <a:pt x="376809" y="0"/>
                      </a:lnTo>
                      <a:close/>
                      <a:moveTo>
                        <a:pt x="0" y="208597"/>
                      </a:moveTo>
                      <a:lnTo>
                        <a:pt x="127349" y="208597"/>
                      </a:lnTo>
                      <a:lnTo>
                        <a:pt x="127349" y="186404"/>
                      </a:lnTo>
                      <a:lnTo>
                        <a:pt x="0" y="186404"/>
                      </a:lnTo>
                      <a:lnTo>
                        <a:pt x="0" y="208597"/>
                      </a:lnTo>
                      <a:close/>
                      <a:moveTo>
                        <a:pt x="97917" y="46577"/>
                      </a:moveTo>
                      <a:lnTo>
                        <a:pt x="0" y="46577"/>
                      </a:lnTo>
                      <a:lnTo>
                        <a:pt x="0" y="68771"/>
                      </a:lnTo>
                      <a:lnTo>
                        <a:pt x="97917" y="68771"/>
                      </a:lnTo>
                      <a:lnTo>
                        <a:pt x="97917" y="46577"/>
                      </a:lnTo>
                      <a:close/>
                      <a:moveTo>
                        <a:pt x="67056" y="115348"/>
                      </a:moveTo>
                      <a:lnTo>
                        <a:pt x="265557" y="115348"/>
                      </a:lnTo>
                      <a:lnTo>
                        <a:pt x="265557" y="93154"/>
                      </a:lnTo>
                      <a:lnTo>
                        <a:pt x="67056" y="93154"/>
                      </a:lnTo>
                      <a:lnTo>
                        <a:pt x="67056" y="115348"/>
                      </a:lnTo>
                      <a:close/>
                      <a:moveTo>
                        <a:pt x="210026" y="139732"/>
                      </a:moveTo>
                      <a:lnTo>
                        <a:pt x="0" y="139732"/>
                      </a:lnTo>
                      <a:lnTo>
                        <a:pt x="0" y="161925"/>
                      </a:lnTo>
                      <a:lnTo>
                        <a:pt x="210122" y="161925"/>
                      </a:lnTo>
                      <a:lnTo>
                        <a:pt x="210122" y="139732"/>
                      </a:lnTo>
                      <a:close/>
                      <a:moveTo>
                        <a:pt x="281369" y="115348"/>
                      </a:moveTo>
                      <a:lnTo>
                        <a:pt x="456724" y="115348"/>
                      </a:lnTo>
                      <a:lnTo>
                        <a:pt x="456724" y="93154"/>
                      </a:lnTo>
                      <a:lnTo>
                        <a:pt x="281369" y="93154"/>
                      </a:lnTo>
                      <a:lnTo>
                        <a:pt x="281369" y="115348"/>
                      </a:lnTo>
                      <a:close/>
                      <a:moveTo>
                        <a:pt x="124397" y="68771"/>
                      </a:moveTo>
                      <a:lnTo>
                        <a:pt x="456629" y="68771"/>
                      </a:lnTo>
                      <a:lnTo>
                        <a:pt x="456629" y="46577"/>
                      </a:lnTo>
                      <a:lnTo>
                        <a:pt x="124397" y="46577"/>
                      </a:lnTo>
                      <a:lnTo>
                        <a:pt x="124397" y="68771"/>
                      </a:lnTo>
                      <a:close/>
                      <a:moveTo>
                        <a:pt x="390144" y="0"/>
                      </a:moveTo>
                      <a:lnTo>
                        <a:pt x="390144" y="22193"/>
                      </a:lnTo>
                      <a:lnTo>
                        <a:pt x="456629" y="22193"/>
                      </a:lnTo>
                      <a:lnTo>
                        <a:pt x="456629" y="0"/>
                      </a:lnTo>
                      <a:lnTo>
                        <a:pt x="390144" y="0"/>
                      </a:lnTo>
                      <a:close/>
                      <a:moveTo>
                        <a:pt x="403289" y="162020"/>
                      </a:moveTo>
                      <a:lnTo>
                        <a:pt x="456629" y="162020"/>
                      </a:lnTo>
                      <a:lnTo>
                        <a:pt x="456629" y="139827"/>
                      </a:lnTo>
                      <a:lnTo>
                        <a:pt x="403289" y="139827"/>
                      </a:lnTo>
                      <a:lnTo>
                        <a:pt x="403289" y="162020"/>
                      </a:lnTo>
                      <a:close/>
                      <a:moveTo>
                        <a:pt x="153734" y="208597"/>
                      </a:moveTo>
                      <a:lnTo>
                        <a:pt x="284893" y="208597"/>
                      </a:lnTo>
                      <a:lnTo>
                        <a:pt x="284893" y="186404"/>
                      </a:lnTo>
                      <a:lnTo>
                        <a:pt x="153734" y="186404"/>
                      </a:lnTo>
                      <a:lnTo>
                        <a:pt x="153734" y="208597"/>
                      </a:lnTo>
                      <a:close/>
                      <a:moveTo>
                        <a:pt x="300704" y="208597"/>
                      </a:moveTo>
                      <a:lnTo>
                        <a:pt x="400622" y="208597"/>
                      </a:lnTo>
                      <a:lnTo>
                        <a:pt x="400622" y="186404"/>
                      </a:lnTo>
                      <a:lnTo>
                        <a:pt x="300704" y="186404"/>
                      </a:lnTo>
                      <a:lnTo>
                        <a:pt x="300704" y="208597"/>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1" name="Google Shape;905;p28"/>
                <p:cNvSpPr/>
                <p:nvPr/>
              </p:nvSpPr>
              <p:spPr>
                <a:xfrm>
                  <a:off x="8433720" y="2190960"/>
                  <a:ext cx="496800" cy="252720"/>
                </a:xfrm>
                <a:custGeom>
                  <a:avLst/>
                  <a:gdLst>
                    <a:gd name="textAreaLeft" fmla="*/ 0 w 496800"/>
                    <a:gd name="textAreaRight" fmla="*/ 497160 w 496800"/>
                    <a:gd name="textAreaTop" fmla="*/ 0 h 252720"/>
                    <a:gd name="textAreaBottom" fmla="*/ 253080 h 252720"/>
                  </a:gdLst>
                  <a:ahLst/>
                  <a:cxnLst/>
                  <a:rect l="textAreaLeft" t="textAreaTop" r="textAreaRight" b="textAreaBottom"/>
                  <a:pathLst>
                    <a:path w="452246" h="230219">
                      <a:moveTo>
                        <a:pt x="0" y="0"/>
                      </a:moveTo>
                      <a:lnTo>
                        <a:pt x="452247" y="0"/>
                      </a:lnTo>
                      <a:lnTo>
                        <a:pt x="452247" y="230219"/>
                      </a:lnTo>
                      <a:lnTo>
                        <a:pt x="0" y="230219"/>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822" name="Google Shape;906;p28"/>
            <p:cNvGrpSpPr/>
            <p:nvPr/>
          </p:nvGrpSpPr>
          <p:grpSpPr>
            <a:xfrm>
              <a:off x="5165280" y="2950920"/>
              <a:ext cx="645120" cy="1166400"/>
              <a:chOff x="5165280" y="2950920"/>
              <a:chExt cx="645120" cy="1166400"/>
            </a:xfrm>
          </p:grpSpPr>
          <p:grpSp>
            <p:nvGrpSpPr>
              <p:cNvPr id="823" name="Google Shape;907;p28"/>
              <p:cNvGrpSpPr/>
              <p:nvPr/>
            </p:nvGrpSpPr>
            <p:grpSpPr>
              <a:xfrm>
                <a:off x="5165280" y="2950920"/>
                <a:ext cx="645120" cy="1166400"/>
                <a:chOff x="5165280" y="2950920"/>
                <a:chExt cx="645120" cy="1166400"/>
              </a:xfrm>
            </p:grpSpPr>
            <p:grpSp>
              <p:nvGrpSpPr>
                <p:cNvPr id="824" name="Google Shape;908;p28"/>
                <p:cNvGrpSpPr/>
                <p:nvPr/>
              </p:nvGrpSpPr>
              <p:grpSpPr>
                <a:xfrm>
                  <a:off x="5165280" y="2950920"/>
                  <a:ext cx="645120" cy="1166400"/>
                  <a:chOff x="5165280" y="2950920"/>
                  <a:chExt cx="645120" cy="1166400"/>
                </a:xfrm>
              </p:grpSpPr>
              <p:sp>
                <p:nvSpPr>
                  <p:cNvPr id="825" name="Google Shape;909;p28"/>
                  <p:cNvSpPr/>
                  <p:nvPr/>
                </p:nvSpPr>
                <p:spPr>
                  <a:xfrm>
                    <a:off x="5165280" y="2950920"/>
                    <a:ext cx="645120" cy="1166400"/>
                  </a:xfrm>
                  <a:custGeom>
                    <a:avLst/>
                    <a:gdLst>
                      <a:gd name="textAreaLeft" fmla="*/ 0 w 645120"/>
                      <a:gd name="textAreaRight" fmla="*/ 645480 w 645120"/>
                      <a:gd name="textAreaTop" fmla="*/ 0 h 1166400"/>
                      <a:gd name="textAreaBottom" fmla="*/ 1166760 h 1166400"/>
                    </a:gdLst>
                    <a:ahLst/>
                    <a:cxnLst/>
                    <a:rect l="textAreaLeft" t="textAreaTop" r="textAreaRight" b="textAreaBottom"/>
                    <a:pathLst>
                      <a:path w="587120" h="1061085">
                        <a:moveTo>
                          <a:pt x="91440" y="0"/>
                        </a:moveTo>
                        <a:lnTo>
                          <a:pt x="495681" y="0"/>
                        </a:lnTo>
                        <a:cubicBezTo>
                          <a:pt x="546163" y="0"/>
                          <a:pt x="587121" y="40958"/>
                          <a:pt x="587121" y="91440"/>
                        </a:cubicBezTo>
                        <a:lnTo>
                          <a:pt x="587121" y="969645"/>
                        </a:lnTo>
                        <a:cubicBezTo>
                          <a:pt x="587121" y="1020128"/>
                          <a:pt x="546163" y="1061085"/>
                          <a:pt x="495681" y="1061085"/>
                        </a:cubicBezTo>
                        <a:lnTo>
                          <a:pt x="91440" y="1061085"/>
                        </a:lnTo>
                        <a:cubicBezTo>
                          <a:pt x="40958" y="1061085"/>
                          <a:pt x="0" y="1020128"/>
                          <a:pt x="0" y="969645"/>
                        </a:cubicBezTo>
                        <a:lnTo>
                          <a:pt x="0" y="91440"/>
                        </a:lnTo>
                        <a:cubicBezTo>
                          <a:pt x="0" y="40958"/>
                          <a:pt x="40958" y="0"/>
                          <a:pt x="91440"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26" name="Google Shape;910;p28"/>
                  <p:cNvSpPr/>
                  <p:nvPr/>
                </p:nvSpPr>
                <p:spPr>
                  <a:xfrm>
                    <a:off x="5401440" y="2987280"/>
                    <a:ext cx="172440" cy="27720"/>
                  </a:xfrm>
                  <a:custGeom>
                    <a:avLst/>
                    <a:gdLst>
                      <a:gd name="textAreaLeft" fmla="*/ 0 w 172440"/>
                      <a:gd name="textAreaRight" fmla="*/ 172800 w 172440"/>
                      <a:gd name="textAreaTop" fmla="*/ 0 h 27720"/>
                      <a:gd name="textAreaBottom" fmla="*/ 28080 h 27720"/>
                    </a:gdLst>
                    <a:ahLst/>
                    <a:cxnLst/>
                    <a:rect l="textAreaLeft" t="textAreaTop" r="textAreaRight" b="textAreaBottom"/>
                    <a:pathLst>
                      <a:path w="157162" h="25527">
                        <a:moveTo>
                          <a:pt x="144399" y="25527"/>
                        </a:moveTo>
                        <a:lnTo>
                          <a:pt x="12764" y="25527"/>
                        </a:lnTo>
                        <a:cubicBezTo>
                          <a:pt x="5715" y="25527"/>
                          <a:pt x="0" y="19812"/>
                          <a:pt x="0" y="12764"/>
                        </a:cubicBezTo>
                        <a:lnTo>
                          <a:pt x="0" y="12764"/>
                        </a:lnTo>
                        <a:cubicBezTo>
                          <a:pt x="0" y="5715"/>
                          <a:pt x="5715" y="0"/>
                          <a:pt x="12764" y="0"/>
                        </a:cubicBezTo>
                        <a:lnTo>
                          <a:pt x="144399" y="0"/>
                        </a:lnTo>
                        <a:cubicBezTo>
                          <a:pt x="151448" y="0"/>
                          <a:pt x="157163" y="5715"/>
                          <a:pt x="157163" y="12764"/>
                        </a:cubicBezTo>
                        <a:lnTo>
                          <a:pt x="157163" y="12764"/>
                        </a:lnTo>
                        <a:cubicBezTo>
                          <a:pt x="157163" y="19812"/>
                          <a:pt x="151448" y="25527"/>
                          <a:pt x="144399" y="25527"/>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827" name="Google Shape;911;p28"/>
                <p:cNvSpPr/>
                <p:nvPr/>
              </p:nvSpPr>
              <p:spPr>
                <a:xfrm>
                  <a:off x="5210640" y="3096000"/>
                  <a:ext cx="553320" cy="853920"/>
                </a:xfrm>
                <a:custGeom>
                  <a:avLst/>
                  <a:gdLst>
                    <a:gd name="textAreaLeft" fmla="*/ 0 w 553320"/>
                    <a:gd name="textAreaRight" fmla="*/ 553680 w 553320"/>
                    <a:gd name="textAreaTop" fmla="*/ 0 h 853920"/>
                    <a:gd name="textAreaBottom" fmla="*/ 854280 h 853920"/>
                  </a:gdLst>
                  <a:ahLst/>
                  <a:cxnLst/>
                  <a:rect l="textAreaLeft" t="textAreaTop" r="textAreaRight" b="textAreaBottom"/>
                  <a:pathLst>
                    <a:path w="504158" h="777906">
                      <a:moveTo>
                        <a:pt x="0" y="0"/>
                      </a:moveTo>
                      <a:lnTo>
                        <a:pt x="504158" y="0"/>
                      </a:lnTo>
                      <a:lnTo>
                        <a:pt x="504158" y="777907"/>
                      </a:lnTo>
                      <a:lnTo>
                        <a:pt x="0" y="777907"/>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828" name="Google Shape;912;p28"/>
                <p:cNvGrpSpPr/>
                <p:nvPr/>
              </p:nvGrpSpPr>
              <p:grpSpPr>
                <a:xfrm>
                  <a:off x="5275440" y="3575160"/>
                  <a:ext cx="425160" cy="172440"/>
                  <a:chOff x="5275440" y="3575160"/>
                  <a:chExt cx="425160" cy="172440"/>
                </a:xfrm>
              </p:grpSpPr>
              <p:grpSp>
                <p:nvGrpSpPr>
                  <p:cNvPr id="829" name="Google Shape;913;p28"/>
                  <p:cNvGrpSpPr/>
                  <p:nvPr/>
                </p:nvGrpSpPr>
                <p:grpSpPr>
                  <a:xfrm>
                    <a:off x="5275440" y="3575160"/>
                    <a:ext cx="425160" cy="172440"/>
                    <a:chOff x="5275440" y="3575160"/>
                    <a:chExt cx="425160" cy="172440"/>
                  </a:xfrm>
                </p:grpSpPr>
                <p:grpSp>
                  <p:nvGrpSpPr>
                    <p:cNvPr id="830" name="Google Shape;914;p28"/>
                    <p:cNvGrpSpPr/>
                    <p:nvPr/>
                  </p:nvGrpSpPr>
                  <p:grpSpPr>
                    <a:xfrm>
                      <a:off x="5275440" y="3575160"/>
                      <a:ext cx="425160" cy="71640"/>
                      <a:chOff x="5275440" y="3575160"/>
                      <a:chExt cx="425160" cy="71640"/>
                    </a:xfrm>
                  </p:grpSpPr>
                  <p:sp>
                    <p:nvSpPr>
                      <p:cNvPr id="831" name="Google Shape;915;p28"/>
                      <p:cNvSpPr/>
                      <p:nvPr/>
                    </p:nvSpPr>
                    <p:spPr>
                      <a:xfrm>
                        <a:off x="5275440" y="3575160"/>
                        <a:ext cx="425160" cy="71640"/>
                      </a:xfrm>
                      <a:custGeom>
                        <a:avLst/>
                        <a:gdLst>
                          <a:gd name="textAreaLeft" fmla="*/ 0 w 425160"/>
                          <a:gd name="textAreaRight" fmla="*/ 425520 w 425160"/>
                          <a:gd name="textAreaTop" fmla="*/ 0 h 71640"/>
                          <a:gd name="textAreaBottom" fmla="*/ 72000 h 71640"/>
                        </a:gdLst>
                        <a:ahLst/>
                        <a:cxnLst/>
                        <a:rect l="textAreaLeft" t="textAreaTop" r="textAreaRight" b="textAreaBottom"/>
                        <a:pathLst>
                          <a:path w="386905" h="65532">
                            <a:moveTo>
                              <a:pt x="386810" y="15049"/>
                            </a:moveTo>
                            <a:lnTo>
                              <a:pt x="386810" y="50482"/>
                            </a:lnTo>
                            <a:cubicBezTo>
                              <a:pt x="386810" y="58769"/>
                              <a:pt x="380143" y="65532"/>
                              <a:pt x="371856" y="65532"/>
                            </a:cubicBezTo>
                            <a:lnTo>
                              <a:pt x="14954" y="65532"/>
                            </a:lnTo>
                            <a:cubicBezTo>
                              <a:pt x="14288" y="65532"/>
                              <a:pt x="13525" y="65532"/>
                              <a:pt x="12859" y="65341"/>
                            </a:cubicBezTo>
                            <a:cubicBezTo>
                              <a:pt x="5524" y="64294"/>
                              <a:pt x="0" y="58102"/>
                              <a:pt x="0" y="50482"/>
                            </a:cubicBezTo>
                            <a:lnTo>
                              <a:pt x="0" y="15049"/>
                            </a:lnTo>
                            <a:cubicBezTo>
                              <a:pt x="0" y="6762"/>
                              <a:pt x="6667" y="0"/>
                              <a:pt x="15049" y="0"/>
                            </a:cubicBezTo>
                            <a:lnTo>
                              <a:pt x="371951" y="0"/>
                            </a:lnTo>
                            <a:cubicBezTo>
                              <a:pt x="379476" y="0"/>
                              <a:pt x="385667" y="5619"/>
                              <a:pt x="386715" y="12859"/>
                            </a:cubicBezTo>
                            <a:cubicBezTo>
                              <a:pt x="386810" y="13525"/>
                              <a:pt x="386905" y="14288"/>
                              <a:pt x="386905" y="15049"/>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0" bIns="36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2" name="Google Shape;916;p28"/>
                      <p:cNvSpPr/>
                      <p:nvPr/>
                    </p:nvSpPr>
                    <p:spPr>
                      <a:xfrm>
                        <a:off x="5289120" y="3589200"/>
                        <a:ext cx="411120" cy="57600"/>
                      </a:xfrm>
                      <a:custGeom>
                        <a:avLst/>
                        <a:gdLst>
                          <a:gd name="textAreaLeft" fmla="*/ 0 w 411120"/>
                          <a:gd name="textAreaRight" fmla="*/ 411480 w 411120"/>
                          <a:gd name="textAreaTop" fmla="*/ 0 h 57600"/>
                          <a:gd name="textAreaBottom" fmla="*/ 57960 h 57600"/>
                        </a:gdLst>
                        <a:ahLst/>
                        <a:cxnLst/>
                        <a:rect l="textAreaLeft" t="textAreaTop" r="textAreaRight" b="textAreaBottom"/>
                        <a:pathLst>
                          <a:path w="374141" h="52864">
                            <a:moveTo>
                              <a:pt x="374142" y="2381"/>
                            </a:moveTo>
                            <a:lnTo>
                              <a:pt x="374142" y="37815"/>
                            </a:lnTo>
                            <a:cubicBezTo>
                              <a:pt x="374142" y="46101"/>
                              <a:pt x="367475" y="52864"/>
                              <a:pt x="359188" y="52864"/>
                            </a:cubicBezTo>
                            <a:lnTo>
                              <a:pt x="2286" y="52864"/>
                            </a:lnTo>
                            <a:cubicBezTo>
                              <a:pt x="1619" y="52864"/>
                              <a:pt x="857" y="52864"/>
                              <a:pt x="191" y="52674"/>
                            </a:cubicBezTo>
                            <a:cubicBezTo>
                              <a:pt x="95" y="52007"/>
                              <a:pt x="0" y="51245"/>
                              <a:pt x="0" y="50578"/>
                            </a:cubicBezTo>
                            <a:lnTo>
                              <a:pt x="0" y="15050"/>
                            </a:lnTo>
                            <a:cubicBezTo>
                              <a:pt x="0" y="6763"/>
                              <a:pt x="6668" y="0"/>
                              <a:pt x="14954" y="0"/>
                            </a:cubicBezTo>
                            <a:lnTo>
                              <a:pt x="371856" y="0"/>
                            </a:lnTo>
                            <a:cubicBezTo>
                              <a:pt x="372523" y="0"/>
                              <a:pt x="373285" y="0"/>
                              <a:pt x="373952" y="191"/>
                            </a:cubicBezTo>
                            <a:cubicBezTo>
                              <a:pt x="374047" y="858"/>
                              <a:pt x="374142" y="1620"/>
                              <a:pt x="374142" y="238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833" name="Google Shape;917;p28"/>
                    <p:cNvGrpSpPr/>
                    <p:nvPr/>
                  </p:nvGrpSpPr>
                  <p:grpSpPr>
                    <a:xfrm>
                      <a:off x="5275440" y="3675960"/>
                      <a:ext cx="425160" cy="71640"/>
                      <a:chOff x="5275440" y="3675960"/>
                      <a:chExt cx="425160" cy="71640"/>
                    </a:xfrm>
                  </p:grpSpPr>
                  <p:sp>
                    <p:nvSpPr>
                      <p:cNvPr id="834" name="Google Shape;918;p28"/>
                      <p:cNvSpPr/>
                      <p:nvPr/>
                    </p:nvSpPr>
                    <p:spPr>
                      <a:xfrm>
                        <a:off x="5275440" y="3675960"/>
                        <a:ext cx="425160" cy="71640"/>
                      </a:xfrm>
                      <a:custGeom>
                        <a:avLst/>
                        <a:gdLst>
                          <a:gd name="textAreaLeft" fmla="*/ 0 w 425160"/>
                          <a:gd name="textAreaRight" fmla="*/ 425520 w 425160"/>
                          <a:gd name="textAreaTop" fmla="*/ 0 h 71640"/>
                          <a:gd name="textAreaBottom" fmla="*/ 72000 h 71640"/>
                        </a:gdLst>
                        <a:ahLst/>
                        <a:cxnLst/>
                        <a:rect l="textAreaLeft" t="textAreaTop" r="textAreaRight" b="textAreaBottom"/>
                        <a:pathLst>
                          <a:path w="386905" h="65532">
                            <a:moveTo>
                              <a:pt x="386810" y="15049"/>
                            </a:moveTo>
                            <a:lnTo>
                              <a:pt x="386810" y="50482"/>
                            </a:lnTo>
                            <a:cubicBezTo>
                              <a:pt x="386810" y="58769"/>
                              <a:pt x="380143" y="65532"/>
                              <a:pt x="371856" y="65532"/>
                            </a:cubicBezTo>
                            <a:lnTo>
                              <a:pt x="14954" y="65532"/>
                            </a:lnTo>
                            <a:cubicBezTo>
                              <a:pt x="14288" y="65532"/>
                              <a:pt x="13525" y="65532"/>
                              <a:pt x="12859" y="65341"/>
                            </a:cubicBezTo>
                            <a:cubicBezTo>
                              <a:pt x="5524" y="64294"/>
                              <a:pt x="0" y="58102"/>
                              <a:pt x="0" y="50482"/>
                            </a:cubicBezTo>
                            <a:lnTo>
                              <a:pt x="0" y="15049"/>
                            </a:lnTo>
                            <a:cubicBezTo>
                              <a:pt x="0" y="6762"/>
                              <a:pt x="6667" y="0"/>
                              <a:pt x="15049" y="0"/>
                            </a:cubicBezTo>
                            <a:lnTo>
                              <a:pt x="371951" y="0"/>
                            </a:lnTo>
                            <a:cubicBezTo>
                              <a:pt x="379476" y="0"/>
                              <a:pt x="385667" y="5619"/>
                              <a:pt x="386715" y="12859"/>
                            </a:cubicBezTo>
                            <a:cubicBezTo>
                              <a:pt x="386810" y="13525"/>
                              <a:pt x="386905" y="14288"/>
                              <a:pt x="386905" y="15049"/>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0" bIns="36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5" name="Google Shape;919;p28"/>
                      <p:cNvSpPr/>
                      <p:nvPr/>
                    </p:nvSpPr>
                    <p:spPr>
                      <a:xfrm>
                        <a:off x="5289120" y="3689640"/>
                        <a:ext cx="411120" cy="57600"/>
                      </a:xfrm>
                      <a:custGeom>
                        <a:avLst/>
                        <a:gdLst>
                          <a:gd name="textAreaLeft" fmla="*/ 0 w 411120"/>
                          <a:gd name="textAreaRight" fmla="*/ 411480 w 411120"/>
                          <a:gd name="textAreaTop" fmla="*/ 0 h 57600"/>
                          <a:gd name="textAreaBottom" fmla="*/ 57960 h 57600"/>
                        </a:gdLst>
                        <a:ahLst/>
                        <a:cxnLst/>
                        <a:rect l="textAreaLeft" t="textAreaTop" r="textAreaRight" b="textAreaBottom"/>
                        <a:pathLst>
                          <a:path w="374141" h="52864">
                            <a:moveTo>
                              <a:pt x="374142" y="2381"/>
                            </a:moveTo>
                            <a:lnTo>
                              <a:pt x="374142" y="37815"/>
                            </a:lnTo>
                            <a:cubicBezTo>
                              <a:pt x="374142" y="46101"/>
                              <a:pt x="367475" y="52864"/>
                              <a:pt x="359188" y="52864"/>
                            </a:cubicBezTo>
                            <a:lnTo>
                              <a:pt x="2286" y="52864"/>
                            </a:lnTo>
                            <a:cubicBezTo>
                              <a:pt x="1619" y="52864"/>
                              <a:pt x="857" y="52864"/>
                              <a:pt x="191" y="52674"/>
                            </a:cubicBezTo>
                            <a:cubicBezTo>
                              <a:pt x="95" y="52007"/>
                              <a:pt x="0" y="51245"/>
                              <a:pt x="0" y="50578"/>
                            </a:cubicBezTo>
                            <a:lnTo>
                              <a:pt x="0" y="15050"/>
                            </a:lnTo>
                            <a:cubicBezTo>
                              <a:pt x="0" y="6763"/>
                              <a:pt x="6668" y="0"/>
                              <a:pt x="14954" y="0"/>
                            </a:cubicBezTo>
                            <a:lnTo>
                              <a:pt x="371856" y="0"/>
                            </a:lnTo>
                            <a:cubicBezTo>
                              <a:pt x="372523" y="0"/>
                              <a:pt x="373285" y="0"/>
                              <a:pt x="373952" y="191"/>
                            </a:cubicBezTo>
                            <a:cubicBezTo>
                              <a:pt x="374047" y="858"/>
                              <a:pt x="374142" y="1620"/>
                              <a:pt x="374142" y="238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836" name="Google Shape;920;p28"/>
                  <p:cNvGrpSpPr/>
                  <p:nvPr/>
                </p:nvGrpSpPr>
                <p:grpSpPr>
                  <a:xfrm>
                    <a:off x="5398560" y="3610800"/>
                    <a:ext cx="194760" cy="16200"/>
                    <a:chOff x="5398560" y="3610800"/>
                    <a:chExt cx="194760" cy="16200"/>
                  </a:xfrm>
                </p:grpSpPr>
                <p:sp>
                  <p:nvSpPr>
                    <p:cNvPr id="837" name="Google Shape;921;p28"/>
                    <p:cNvSpPr/>
                    <p:nvPr/>
                  </p:nvSpPr>
                  <p:spPr>
                    <a:xfrm>
                      <a:off x="5398560" y="361080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49" y="7524"/>
                          </a:moveTo>
                          <a:cubicBezTo>
                            <a:pt x="15049" y="11680"/>
                            <a:pt x="11681" y="15049"/>
                            <a:pt x="7525" y="15049"/>
                          </a:cubicBezTo>
                          <a:cubicBezTo>
                            <a:pt x="3369" y="15049"/>
                            <a:pt x="0" y="11680"/>
                            <a:pt x="0" y="7524"/>
                          </a:cubicBezTo>
                          <a:cubicBezTo>
                            <a:pt x="0" y="3369"/>
                            <a:pt x="3369" y="0"/>
                            <a:pt x="7525" y="0"/>
                          </a:cubicBezTo>
                          <a:cubicBezTo>
                            <a:pt x="11681" y="0"/>
                            <a:pt x="15049" y="3369"/>
                            <a:pt x="15049" y="7524"/>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8" name="Google Shape;922;p28"/>
                    <p:cNvSpPr/>
                    <p:nvPr/>
                  </p:nvSpPr>
                  <p:spPr>
                    <a:xfrm>
                      <a:off x="5443200" y="361080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49" y="7525"/>
                          </a:moveTo>
                          <a:cubicBezTo>
                            <a:pt x="15049" y="11716"/>
                            <a:pt x="11716" y="15050"/>
                            <a:pt x="7525" y="15050"/>
                          </a:cubicBezTo>
                          <a:cubicBezTo>
                            <a:pt x="3334" y="15050"/>
                            <a:pt x="0" y="11716"/>
                            <a:pt x="0" y="7525"/>
                          </a:cubicBezTo>
                          <a:cubicBezTo>
                            <a:pt x="0" y="3334"/>
                            <a:pt x="3334" y="0"/>
                            <a:pt x="7525" y="0"/>
                          </a:cubicBezTo>
                          <a:cubicBezTo>
                            <a:pt x="11716" y="0"/>
                            <a:pt x="15049" y="3334"/>
                            <a:pt x="15049" y="752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9" name="Google Shape;923;p28"/>
                    <p:cNvSpPr/>
                    <p:nvPr/>
                  </p:nvSpPr>
                  <p:spPr>
                    <a:xfrm>
                      <a:off x="5487840" y="361080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0" name="Google Shape;924;p28"/>
                    <p:cNvSpPr/>
                    <p:nvPr/>
                  </p:nvSpPr>
                  <p:spPr>
                    <a:xfrm>
                      <a:off x="5532480" y="361080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49" y="7524"/>
                          </a:moveTo>
                          <a:cubicBezTo>
                            <a:pt x="15049" y="11680"/>
                            <a:pt x="11680" y="15049"/>
                            <a:pt x="7525" y="15049"/>
                          </a:cubicBezTo>
                          <a:cubicBezTo>
                            <a:pt x="3369" y="15049"/>
                            <a:pt x="0" y="11680"/>
                            <a:pt x="0" y="7524"/>
                          </a:cubicBezTo>
                          <a:cubicBezTo>
                            <a:pt x="0" y="3369"/>
                            <a:pt x="3369" y="0"/>
                            <a:pt x="7525" y="0"/>
                          </a:cubicBezTo>
                          <a:cubicBezTo>
                            <a:pt x="11681" y="0"/>
                            <a:pt x="15049" y="3369"/>
                            <a:pt x="15049" y="7524"/>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1" name="Google Shape;925;p28"/>
                    <p:cNvSpPr/>
                    <p:nvPr/>
                  </p:nvSpPr>
                  <p:spPr>
                    <a:xfrm>
                      <a:off x="5577120" y="361080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42" name="Google Shape;926;p28"/>
                  <p:cNvGrpSpPr/>
                  <p:nvPr/>
                </p:nvGrpSpPr>
                <p:grpSpPr>
                  <a:xfrm>
                    <a:off x="5398560" y="3707280"/>
                    <a:ext cx="194760" cy="16200"/>
                    <a:chOff x="5398560" y="3707280"/>
                    <a:chExt cx="194760" cy="16200"/>
                  </a:xfrm>
                </p:grpSpPr>
                <p:sp>
                  <p:nvSpPr>
                    <p:cNvPr id="843" name="Google Shape;927;p28"/>
                    <p:cNvSpPr/>
                    <p:nvPr/>
                  </p:nvSpPr>
                  <p:spPr>
                    <a:xfrm>
                      <a:off x="5398560" y="370728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4" name="Google Shape;928;p28"/>
                    <p:cNvSpPr/>
                    <p:nvPr/>
                  </p:nvSpPr>
                  <p:spPr>
                    <a:xfrm>
                      <a:off x="5443200" y="370728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49" y="7525"/>
                          </a:moveTo>
                          <a:cubicBezTo>
                            <a:pt x="15049" y="11716"/>
                            <a:pt x="11716" y="15050"/>
                            <a:pt x="7525" y="15050"/>
                          </a:cubicBezTo>
                          <a:cubicBezTo>
                            <a:pt x="3334" y="15050"/>
                            <a:pt x="0" y="11716"/>
                            <a:pt x="0" y="7525"/>
                          </a:cubicBezTo>
                          <a:cubicBezTo>
                            <a:pt x="0" y="3334"/>
                            <a:pt x="3334" y="0"/>
                            <a:pt x="7525" y="0"/>
                          </a:cubicBezTo>
                          <a:cubicBezTo>
                            <a:pt x="11716" y="0"/>
                            <a:pt x="15049" y="3334"/>
                            <a:pt x="15049" y="752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5" name="Google Shape;929;p28"/>
                    <p:cNvSpPr/>
                    <p:nvPr/>
                  </p:nvSpPr>
                  <p:spPr>
                    <a:xfrm>
                      <a:off x="5487840" y="370728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6" name="Google Shape;930;p28"/>
                    <p:cNvSpPr/>
                    <p:nvPr/>
                  </p:nvSpPr>
                  <p:spPr>
                    <a:xfrm>
                      <a:off x="5532480" y="370728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7" name="Google Shape;931;p28"/>
                    <p:cNvSpPr/>
                    <p:nvPr/>
                  </p:nvSpPr>
                  <p:spPr>
                    <a:xfrm>
                      <a:off x="5577120" y="370728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848" name="Google Shape;932;p28"/>
                <p:cNvGrpSpPr/>
                <p:nvPr/>
              </p:nvGrpSpPr>
              <p:grpSpPr>
                <a:xfrm>
                  <a:off x="5346000" y="3207960"/>
                  <a:ext cx="283680" cy="283680"/>
                  <a:chOff x="5346000" y="3207960"/>
                  <a:chExt cx="283680" cy="283680"/>
                </a:xfrm>
              </p:grpSpPr>
              <p:sp>
                <p:nvSpPr>
                  <p:cNvPr id="849" name="Google Shape;933;p28"/>
                  <p:cNvSpPr/>
                  <p:nvPr/>
                </p:nvSpPr>
                <p:spPr>
                  <a:xfrm>
                    <a:off x="5346000" y="3207960"/>
                    <a:ext cx="283680" cy="283680"/>
                  </a:xfrm>
                  <a:custGeom>
                    <a:avLst/>
                    <a:gdLst>
                      <a:gd name="textAreaLeft" fmla="*/ 0 w 283680"/>
                      <a:gd name="textAreaRight" fmla="*/ 284040 w 283680"/>
                      <a:gd name="textAreaTop" fmla="*/ 0 h 283680"/>
                      <a:gd name="textAreaBottom" fmla="*/ 284040 h 283680"/>
                    </a:gdLst>
                    <a:ahLst/>
                    <a:cxnLst/>
                    <a:rect l="textAreaLeft" t="textAreaTop" r="textAreaRight" b="textAreaBottom"/>
                    <a:pathLst>
                      <a:path w="258413" h="258317">
                        <a:moveTo>
                          <a:pt x="258413" y="129159"/>
                        </a:moveTo>
                        <a:cubicBezTo>
                          <a:pt x="258413" y="159544"/>
                          <a:pt x="247936" y="187452"/>
                          <a:pt x="230410" y="209454"/>
                        </a:cubicBezTo>
                        <a:cubicBezTo>
                          <a:pt x="206692" y="239268"/>
                          <a:pt x="170212" y="258318"/>
                          <a:pt x="129159" y="258318"/>
                        </a:cubicBezTo>
                        <a:cubicBezTo>
                          <a:pt x="88106" y="258318"/>
                          <a:pt x="51625" y="239268"/>
                          <a:pt x="28004" y="209454"/>
                        </a:cubicBezTo>
                        <a:cubicBezTo>
                          <a:pt x="27337" y="208597"/>
                          <a:pt x="26670" y="207740"/>
                          <a:pt x="26003" y="206788"/>
                        </a:cubicBezTo>
                        <a:cubicBezTo>
                          <a:pt x="9716" y="185166"/>
                          <a:pt x="0" y="158305"/>
                          <a:pt x="0" y="129159"/>
                        </a:cubicBezTo>
                        <a:cubicBezTo>
                          <a:pt x="0" y="57817"/>
                          <a:pt x="57817" y="0"/>
                          <a:pt x="129159" y="0"/>
                        </a:cubicBezTo>
                        <a:cubicBezTo>
                          <a:pt x="176784" y="0"/>
                          <a:pt x="218313" y="25717"/>
                          <a:pt x="240697" y="64008"/>
                        </a:cubicBezTo>
                        <a:cubicBezTo>
                          <a:pt x="251936" y="83153"/>
                          <a:pt x="258318" y="105442"/>
                          <a:pt x="258318" y="129159"/>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50" name="Google Shape;934;p28"/>
                  <p:cNvSpPr/>
                  <p:nvPr/>
                </p:nvSpPr>
                <p:spPr>
                  <a:xfrm>
                    <a:off x="5376600" y="3258720"/>
                    <a:ext cx="222480" cy="232920"/>
                  </a:xfrm>
                  <a:custGeom>
                    <a:avLst/>
                    <a:gdLst>
                      <a:gd name="textAreaLeft" fmla="*/ 0 w 222480"/>
                      <a:gd name="textAreaRight" fmla="*/ 222840 w 222480"/>
                      <a:gd name="textAreaTop" fmla="*/ 0 h 232920"/>
                      <a:gd name="textAreaBottom" fmla="*/ 233280 h 232920"/>
                    </a:gdLst>
                    <a:ahLst/>
                    <a:cxnLst/>
                    <a:rect l="textAreaLeft" t="textAreaTop" r="textAreaRight" b="textAreaBottom"/>
                    <a:pathLst>
                      <a:path w="202501" h="212216">
                        <a:moveTo>
                          <a:pt x="202406" y="163353"/>
                        </a:moveTo>
                        <a:cubicBezTo>
                          <a:pt x="178689" y="193167"/>
                          <a:pt x="142208" y="212217"/>
                          <a:pt x="101155" y="212217"/>
                        </a:cubicBezTo>
                        <a:cubicBezTo>
                          <a:pt x="60103" y="212217"/>
                          <a:pt x="23622" y="193167"/>
                          <a:pt x="0" y="163353"/>
                        </a:cubicBezTo>
                        <a:cubicBezTo>
                          <a:pt x="9525" y="122682"/>
                          <a:pt x="42958" y="91249"/>
                          <a:pt x="84677" y="84582"/>
                        </a:cubicBezTo>
                        <a:cubicBezTo>
                          <a:pt x="68675" y="78010"/>
                          <a:pt x="57341" y="62293"/>
                          <a:pt x="57341" y="43910"/>
                        </a:cubicBezTo>
                        <a:cubicBezTo>
                          <a:pt x="57341" y="19717"/>
                          <a:pt x="76962" y="0"/>
                          <a:pt x="101251" y="0"/>
                        </a:cubicBezTo>
                        <a:cubicBezTo>
                          <a:pt x="125539" y="0"/>
                          <a:pt x="145161" y="19717"/>
                          <a:pt x="145161" y="43910"/>
                        </a:cubicBezTo>
                        <a:cubicBezTo>
                          <a:pt x="145161" y="62293"/>
                          <a:pt x="133826" y="78010"/>
                          <a:pt x="117824" y="84582"/>
                        </a:cubicBezTo>
                        <a:cubicBezTo>
                          <a:pt x="159544" y="91249"/>
                          <a:pt x="192976" y="122682"/>
                          <a:pt x="202501" y="163353"/>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851" name="Google Shape;935;p28"/>
              <p:cNvSpPr/>
              <p:nvPr/>
            </p:nvSpPr>
            <p:spPr>
              <a:xfrm>
                <a:off x="5401440" y="4012920"/>
                <a:ext cx="172440" cy="27720"/>
              </a:xfrm>
              <a:custGeom>
                <a:avLst/>
                <a:gdLst>
                  <a:gd name="textAreaLeft" fmla="*/ 0 w 172440"/>
                  <a:gd name="textAreaRight" fmla="*/ 172800 w 172440"/>
                  <a:gd name="textAreaTop" fmla="*/ 0 h 27720"/>
                  <a:gd name="textAreaBottom" fmla="*/ 28080 h 27720"/>
                </a:gdLst>
                <a:ahLst/>
                <a:cxnLst/>
                <a:rect l="textAreaLeft" t="textAreaTop" r="textAreaRight" b="textAreaBottom"/>
                <a:pathLst>
                  <a:path w="157162" h="25527">
                    <a:moveTo>
                      <a:pt x="144399" y="25527"/>
                    </a:moveTo>
                    <a:lnTo>
                      <a:pt x="12764" y="25527"/>
                    </a:lnTo>
                    <a:cubicBezTo>
                      <a:pt x="5715" y="25527"/>
                      <a:pt x="0" y="19812"/>
                      <a:pt x="0" y="12764"/>
                    </a:cubicBezTo>
                    <a:lnTo>
                      <a:pt x="0" y="12764"/>
                    </a:lnTo>
                    <a:cubicBezTo>
                      <a:pt x="0" y="5715"/>
                      <a:pt x="5715" y="0"/>
                      <a:pt x="12764" y="0"/>
                    </a:cubicBezTo>
                    <a:lnTo>
                      <a:pt x="144399" y="0"/>
                    </a:lnTo>
                    <a:cubicBezTo>
                      <a:pt x="151448" y="0"/>
                      <a:pt x="157163" y="5715"/>
                      <a:pt x="157163" y="12764"/>
                    </a:cubicBezTo>
                    <a:lnTo>
                      <a:pt x="157163" y="12764"/>
                    </a:lnTo>
                    <a:cubicBezTo>
                      <a:pt x="157163" y="19812"/>
                      <a:pt x="151448" y="25527"/>
                      <a:pt x="144399" y="25527"/>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2" name="Google Shape;966;p31"/>
          <p:cNvSpPr/>
          <p:nvPr/>
        </p:nvSpPr>
        <p:spPr>
          <a:xfrm rot="4500000">
            <a:off x="4600800" y="7200"/>
            <a:ext cx="5575320" cy="4866840"/>
          </a:xfrm>
          <a:custGeom>
            <a:avLst/>
            <a:gdLst>
              <a:gd name="textAreaLeft" fmla="*/ 0 w 5575320"/>
              <a:gd name="textAreaRight" fmla="*/ 5575680 w 5575320"/>
              <a:gd name="textAreaTop" fmla="*/ 0 h 4866840"/>
              <a:gd name="textAreaBottom" fmla="*/ 4867200 h 4866840"/>
            </a:gdLst>
            <a:ahLst/>
            <a:cxnLst/>
            <a:rect l="textAreaLeft" t="textAreaTop" r="textAreaRight" b="textAreaBottom"/>
            <a:pathLst>
              <a:path w="45721" h="44028">
                <a:moveTo>
                  <a:pt x="22493" y="0"/>
                </a:moveTo>
                <a:cubicBezTo>
                  <a:pt x="21088" y="0"/>
                  <a:pt x="19696" y="207"/>
                  <a:pt x="18384" y="686"/>
                </a:cubicBezTo>
                <a:cubicBezTo>
                  <a:pt x="16538" y="1365"/>
                  <a:pt x="14788" y="2674"/>
                  <a:pt x="13800" y="4401"/>
                </a:cubicBezTo>
                <a:cubicBezTo>
                  <a:pt x="12502" y="6663"/>
                  <a:pt x="12633" y="9461"/>
                  <a:pt x="11597" y="11842"/>
                </a:cubicBezTo>
                <a:cubicBezTo>
                  <a:pt x="10764" y="13771"/>
                  <a:pt x="8704" y="14926"/>
                  <a:pt x="7073" y="16116"/>
                </a:cubicBezTo>
                <a:cubicBezTo>
                  <a:pt x="4548" y="17962"/>
                  <a:pt x="2048" y="20141"/>
                  <a:pt x="1179" y="23260"/>
                </a:cubicBezTo>
                <a:cubicBezTo>
                  <a:pt x="0" y="27415"/>
                  <a:pt x="346" y="32368"/>
                  <a:pt x="2715" y="36071"/>
                </a:cubicBezTo>
                <a:cubicBezTo>
                  <a:pt x="4489" y="38834"/>
                  <a:pt x="7513" y="39655"/>
                  <a:pt x="10644" y="39715"/>
                </a:cubicBezTo>
                <a:cubicBezTo>
                  <a:pt x="10740" y="39716"/>
                  <a:pt x="10835" y="39717"/>
                  <a:pt x="10932" y="39717"/>
                </a:cubicBezTo>
                <a:cubicBezTo>
                  <a:pt x="12378" y="39717"/>
                  <a:pt x="13967" y="39555"/>
                  <a:pt x="15526" y="39555"/>
                </a:cubicBezTo>
                <a:cubicBezTo>
                  <a:pt x="17089" y="39555"/>
                  <a:pt x="18623" y="39718"/>
                  <a:pt x="19955" y="40369"/>
                </a:cubicBezTo>
                <a:cubicBezTo>
                  <a:pt x="23538" y="42115"/>
                  <a:pt x="27996" y="44028"/>
                  <a:pt x="32241" y="44028"/>
                </a:cubicBezTo>
                <a:cubicBezTo>
                  <a:pt x="33555" y="44028"/>
                  <a:pt x="34848" y="43845"/>
                  <a:pt x="36088" y="43417"/>
                </a:cubicBezTo>
                <a:cubicBezTo>
                  <a:pt x="41505" y="41548"/>
                  <a:pt x="44149" y="37905"/>
                  <a:pt x="44934" y="33178"/>
                </a:cubicBezTo>
                <a:cubicBezTo>
                  <a:pt x="45720" y="28463"/>
                  <a:pt x="43565" y="24534"/>
                  <a:pt x="42875" y="20796"/>
                </a:cubicBezTo>
                <a:cubicBezTo>
                  <a:pt x="42446" y="18438"/>
                  <a:pt x="42160" y="15819"/>
                  <a:pt x="41422" y="13473"/>
                </a:cubicBezTo>
                <a:cubicBezTo>
                  <a:pt x="41148" y="12580"/>
                  <a:pt x="40779" y="11711"/>
                  <a:pt x="40339" y="10890"/>
                </a:cubicBezTo>
                <a:cubicBezTo>
                  <a:pt x="38076" y="6675"/>
                  <a:pt x="34100" y="3496"/>
                  <a:pt x="29766" y="1615"/>
                </a:cubicBezTo>
                <a:cubicBezTo>
                  <a:pt x="27553" y="661"/>
                  <a:pt x="25002" y="0"/>
                  <a:pt x="22493"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53" name="PlaceHolder 1"/>
          <p:cNvSpPr>
            <a:spLocks noGrp="1"/>
          </p:cNvSpPr>
          <p:nvPr>
            <p:ph type="title"/>
          </p:nvPr>
        </p:nvSpPr>
        <p:spPr>
          <a:xfrm>
            <a:off x="809640" y="1028880"/>
            <a:ext cx="2800080" cy="100944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000" b="1" u="none" strike="noStrike">
                <a:solidFill>
                  <a:schemeClr val="dk1"/>
                </a:solidFill>
                <a:effectLst/>
                <a:uFillTx/>
                <a:latin typeface="Epilogue"/>
                <a:ea typeface="Epilogue"/>
              </a:rPr>
              <a:t>Introduction</a:t>
            </a:r>
            <a:endParaRPr lang="fr-FR" sz="3000" b="0" u="none" strike="noStrike">
              <a:solidFill>
                <a:schemeClr val="dk1"/>
              </a:solidFill>
              <a:effectLst/>
              <a:uFillTx/>
              <a:latin typeface="Arial"/>
            </a:endParaRPr>
          </a:p>
        </p:txBody>
      </p:sp>
      <p:sp>
        <p:nvSpPr>
          <p:cNvPr id="854" name="PlaceHolder 2"/>
          <p:cNvSpPr>
            <a:spLocks noGrp="1"/>
          </p:cNvSpPr>
          <p:nvPr>
            <p:ph type="subTitle"/>
          </p:nvPr>
        </p:nvSpPr>
        <p:spPr>
          <a:xfrm>
            <a:off x="809640" y="2038320"/>
            <a:ext cx="4295520" cy="206640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a:solidFill>
                  <a:schemeClr val="dk1"/>
                </a:solidFill>
                <a:effectLst/>
                <a:uFillTx/>
                <a:latin typeface="Lato"/>
                <a:ea typeface="Lato"/>
              </a:rPr>
              <a:t>This project introduces a web-based presentation tool aimed at overcoming content fragmentation and interaction limitations in traditional presentation systems. It integrates multiple file formats into a single presentation and offers intuitive 3D model control combined with remote recording capabilities, enhancing both delivery and sharing of lessons.</a:t>
            </a:r>
            <a:endParaRPr lang="en-US" sz="1200" b="0" u="none" strike="noStrike">
              <a:solidFill>
                <a:srgbClr val="000000"/>
              </a:solidFill>
              <a:effectLst/>
              <a:uFillTx/>
              <a:latin typeface="OpenSymbol"/>
            </a:endParaRPr>
          </a:p>
        </p:txBody>
      </p:sp>
      <p:sp>
        <p:nvSpPr>
          <p:cNvPr id="855" name="Google Shape;969;p31"/>
          <p:cNvSpPr/>
          <p:nvPr/>
        </p:nvSpPr>
        <p:spPr>
          <a:xfrm>
            <a:off x="5668920" y="1076400"/>
            <a:ext cx="2990160" cy="2990160"/>
          </a:xfrm>
          <a:prstGeom prst="roundRect">
            <a:avLst>
              <a:gd name="adj" fmla="val 16667"/>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Google Shape;1018;p32"/>
          <p:cNvSpPr/>
          <p:nvPr/>
        </p:nvSpPr>
        <p:spPr>
          <a:xfrm rot="14380200" flipH="1">
            <a:off x="-1095120" y="408240"/>
            <a:ext cx="5218920" cy="4707720"/>
          </a:xfrm>
          <a:custGeom>
            <a:avLst/>
            <a:gdLst>
              <a:gd name="textAreaLeft" fmla="*/ -360 w 5218920"/>
              <a:gd name="textAreaRight" fmla="*/ 5218920 w 5218920"/>
              <a:gd name="textAreaTop" fmla="*/ 0 h 4707720"/>
              <a:gd name="textAreaBottom" fmla="*/ 4708080 h 47077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1" name="PlaceHolder 1"/>
          <p:cNvSpPr>
            <a:spLocks noGrp="1"/>
          </p:cNvSpPr>
          <p:nvPr>
            <p:ph type="title"/>
          </p:nvPr>
        </p:nvSpPr>
        <p:spPr>
          <a:xfrm>
            <a:off x="4048200" y="2571840"/>
            <a:ext cx="4381200" cy="83772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US" sz="4800" b="1" u="none" strike="noStrike">
                <a:solidFill>
                  <a:schemeClr val="dk1"/>
                </a:solidFill>
                <a:effectLst/>
                <a:uFillTx/>
                <a:latin typeface="Epilogue"/>
                <a:ea typeface="Epilogue"/>
              </a:rPr>
              <a:t>System Overview</a:t>
            </a:r>
            <a:endParaRPr lang="fr-FR" sz="4800" b="0" u="none" strike="noStrike">
              <a:solidFill>
                <a:schemeClr val="dk1"/>
              </a:solidFill>
              <a:effectLst/>
              <a:uFillTx/>
              <a:latin typeface="Arial"/>
            </a:endParaRPr>
          </a:p>
        </p:txBody>
      </p:sp>
      <p:sp>
        <p:nvSpPr>
          <p:cNvPr id="902" name="PlaceHolder 2"/>
          <p:cNvSpPr>
            <a:spLocks noGrp="1"/>
          </p:cNvSpPr>
          <p:nvPr>
            <p:ph type="title"/>
          </p:nvPr>
        </p:nvSpPr>
        <p:spPr>
          <a:xfrm>
            <a:off x="4048200" y="1324080"/>
            <a:ext cx="1238040" cy="837720"/>
          </a:xfrm>
          <a:prstGeom prst="rect">
            <a:avLst/>
          </a:prstGeom>
          <a:noFill/>
          <a:ln w="0">
            <a:noFill/>
          </a:ln>
        </p:spPr>
        <p:txBody>
          <a:bodyPr lIns="91440" tIns="91440" rIns="91440" bIns="91440" anchor="b">
            <a:normAutofit fontScale="90000"/>
          </a:bodyPr>
          <a:lstStyle/>
          <a:p>
            <a:pPr indent="0" algn="ctr">
              <a:lnSpc>
                <a:spcPct val="100000"/>
              </a:lnSpc>
              <a:buNone/>
              <a:tabLst>
                <a:tab pos="0" algn="l"/>
              </a:tabLst>
            </a:pPr>
            <a:r>
              <a:rPr lang="en-US" sz="6000" b="0" u="none" strike="noStrike">
                <a:solidFill>
                  <a:schemeClr val="dk1"/>
                </a:solidFill>
                <a:effectLst/>
                <a:uFillTx/>
                <a:latin typeface="Calibri"/>
                <a:ea typeface="Epilogue"/>
              </a:rPr>
              <a:t>01</a:t>
            </a:r>
            <a:endParaRPr lang="fr-FR" sz="6000" b="0" u="none" strike="noStrike">
              <a:solidFill>
                <a:schemeClr val="dk1"/>
              </a:solidFill>
              <a:effectLst/>
              <a:uFillTx/>
              <a:latin typeface="Arial"/>
            </a:endParaRPr>
          </a:p>
        </p:txBody>
      </p:sp>
      <p:sp>
        <p:nvSpPr>
          <p:cNvPr id="903" name="Google Shape;1021;p32"/>
          <p:cNvSpPr/>
          <p:nvPr/>
        </p:nvSpPr>
        <p:spPr>
          <a:xfrm>
            <a:off x="484560" y="1076400"/>
            <a:ext cx="2990160" cy="2990160"/>
          </a:xfrm>
          <a:prstGeom prst="roundRect">
            <a:avLst>
              <a:gd name="adj" fmla="val 16667"/>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grpSp>
        <p:nvGrpSpPr>
          <p:cNvPr id="904" name="Google Shape;1022;p32"/>
          <p:cNvGrpSpPr/>
          <p:nvPr/>
        </p:nvGrpSpPr>
        <p:grpSpPr>
          <a:xfrm>
            <a:off x="7441560" y="289800"/>
            <a:ext cx="1366560" cy="1381680"/>
            <a:chOff x="7441560" y="289800"/>
            <a:chExt cx="1366560" cy="1381680"/>
          </a:xfrm>
        </p:grpSpPr>
        <p:sp>
          <p:nvSpPr>
            <p:cNvPr id="905" name="Google Shape;1023;p32"/>
            <p:cNvSpPr/>
            <p:nvPr/>
          </p:nvSpPr>
          <p:spPr>
            <a:xfrm>
              <a:off x="7568640" y="416880"/>
              <a:ext cx="1239480" cy="1254600"/>
            </a:xfrm>
            <a:custGeom>
              <a:avLst/>
              <a:gdLst>
                <a:gd name="textAreaLeft" fmla="*/ 0 w 1239480"/>
                <a:gd name="textAreaRight" fmla="*/ 1239840 w 1239480"/>
                <a:gd name="textAreaTop" fmla="*/ 0 h 1254600"/>
                <a:gd name="textAreaBottom" fmla="*/ 1254960 h 1254600"/>
              </a:gdLst>
              <a:ahLst/>
              <a:cxnLst/>
              <a:rect l="textAreaLeft" t="textAreaTop" r="textAreaRight" b="textAreaBottom"/>
              <a:pathLst>
                <a:path w="1959864" h="1983676">
                  <a:moveTo>
                    <a:pt x="1868520" y="0"/>
                  </a:moveTo>
                  <a:lnTo>
                    <a:pt x="91345" y="0"/>
                  </a:lnTo>
                  <a:cubicBezTo>
                    <a:pt x="40958" y="0"/>
                    <a:pt x="0" y="40958"/>
                    <a:pt x="0" y="91345"/>
                  </a:cubicBezTo>
                  <a:lnTo>
                    <a:pt x="0" y="1892427"/>
                  </a:lnTo>
                  <a:cubicBezTo>
                    <a:pt x="0" y="1942814"/>
                    <a:pt x="40958" y="1983677"/>
                    <a:pt x="91345" y="1983677"/>
                  </a:cubicBezTo>
                  <a:lnTo>
                    <a:pt x="1868520" y="1983677"/>
                  </a:lnTo>
                  <a:cubicBezTo>
                    <a:pt x="1918906" y="1983677"/>
                    <a:pt x="1959864" y="1942814"/>
                    <a:pt x="1959864" y="1892427"/>
                  </a:cubicBezTo>
                  <a:lnTo>
                    <a:pt x="1959864" y="91345"/>
                  </a:lnTo>
                  <a:cubicBezTo>
                    <a:pt x="1959864" y="40958"/>
                    <a:pt x="1918906" y="0"/>
                    <a:pt x="1868520"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6" name="Google Shape;1024;p32"/>
            <p:cNvSpPr/>
            <p:nvPr/>
          </p:nvSpPr>
          <p:spPr>
            <a:xfrm>
              <a:off x="7505280" y="289800"/>
              <a:ext cx="1239480" cy="1254600"/>
            </a:xfrm>
            <a:custGeom>
              <a:avLst/>
              <a:gdLst>
                <a:gd name="textAreaLeft" fmla="*/ 0 w 1239480"/>
                <a:gd name="textAreaRight" fmla="*/ 1239840 w 1239480"/>
                <a:gd name="textAreaTop" fmla="*/ 0 h 1254600"/>
                <a:gd name="textAreaBottom" fmla="*/ 1254960 h 1254600"/>
              </a:gdLst>
              <a:ahLst/>
              <a:cxnLst/>
              <a:rect l="textAreaLeft" t="textAreaTop" r="textAreaRight" b="textAreaBottom"/>
              <a:pathLst>
                <a:path w="1959864" h="1983676">
                  <a:moveTo>
                    <a:pt x="1868519" y="0"/>
                  </a:moveTo>
                  <a:lnTo>
                    <a:pt x="91345" y="0"/>
                  </a:lnTo>
                  <a:cubicBezTo>
                    <a:pt x="40958" y="0"/>
                    <a:pt x="0" y="40958"/>
                    <a:pt x="0" y="91345"/>
                  </a:cubicBezTo>
                  <a:lnTo>
                    <a:pt x="0" y="1892427"/>
                  </a:lnTo>
                  <a:cubicBezTo>
                    <a:pt x="0" y="1942814"/>
                    <a:pt x="40958" y="1983677"/>
                    <a:pt x="91345" y="1983677"/>
                  </a:cubicBezTo>
                  <a:lnTo>
                    <a:pt x="1868519" y="1983677"/>
                  </a:lnTo>
                  <a:cubicBezTo>
                    <a:pt x="1918907" y="1983677"/>
                    <a:pt x="1959865" y="1942814"/>
                    <a:pt x="1959865" y="1892427"/>
                  </a:cubicBezTo>
                  <a:lnTo>
                    <a:pt x="1959865" y="91345"/>
                  </a:lnTo>
                  <a:cubicBezTo>
                    <a:pt x="1959865" y="40958"/>
                    <a:pt x="1918907" y="0"/>
                    <a:pt x="1868519"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907" name="Google Shape;1025;p32"/>
            <p:cNvGrpSpPr/>
            <p:nvPr/>
          </p:nvGrpSpPr>
          <p:grpSpPr>
            <a:xfrm>
              <a:off x="7441560" y="353520"/>
              <a:ext cx="1237680" cy="1252800"/>
              <a:chOff x="7441560" y="353520"/>
              <a:chExt cx="1237680" cy="1252800"/>
            </a:xfrm>
          </p:grpSpPr>
          <p:sp>
            <p:nvSpPr>
              <p:cNvPr id="908" name="Google Shape;1026;p32"/>
              <p:cNvSpPr/>
              <p:nvPr/>
            </p:nvSpPr>
            <p:spPr>
              <a:xfrm>
                <a:off x="7441560" y="353520"/>
                <a:ext cx="1237680" cy="1252800"/>
              </a:xfrm>
              <a:custGeom>
                <a:avLst/>
                <a:gdLst>
                  <a:gd name="textAreaLeft" fmla="*/ 0 w 1237680"/>
                  <a:gd name="textAreaRight" fmla="*/ 1238040 w 1237680"/>
                  <a:gd name="textAreaTop" fmla="*/ 0 h 1252800"/>
                  <a:gd name="textAreaBottom" fmla="*/ 1253160 h 1252800"/>
                </a:gdLst>
                <a:ahLst/>
                <a:cxnLst/>
                <a:rect l="textAreaLeft" t="textAreaTop" r="textAreaRight" b="textAreaBottom"/>
                <a:pathLst>
                  <a:path w="1959864" h="1983676">
                    <a:moveTo>
                      <a:pt x="1959864" y="91345"/>
                    </a:moveTo>
                    <a:lnTo>
                      <a:pt x="1959864" y="1892427"/>
                    </a:lnTo>
                    <a:cubicBezTo>
                      <a:pt x="1959864" y="1942814"/>
                      <a:pt x="1918907" y="1983677"/>
                      <a:pt x="1868520" y="1983677"/>
                    </a:cubicBezTo>
                    <a:lnTo>
                      <a:pt x="91345" y="1983677"/>
                    </a:lnTo>
                    <a:cubicBezTo>
                      <a:pt x="40958" y="1983677"/>
                      <a:pt x="0" y="1942814"/>
                      <a:pt x="0" y="1892427"/>
                    </a:cubicBezTo>
                    <a:lnTo>
                      <a:pt x="0" y="91345"/>
                    </a:lnTo>
                    <a:cubicBezTo>
                      <a:pt x="0" y="40958"/>
                      <a:pt x="40958" y="0"/>
                      <a:pt x="91345" y="0"/>
                    </a:cubicBezTo>
                    <a:lnTo>
                      <a:pt x="1868520" y="0"/>
                    </a:lnTo>
                    <a:cubicBezTo>
                      <a:pt x="1918907" y="0"/>
                      <a:pt x="1959864" y="40958"/>
                      <a:pt x="1959864" y="91345"/>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9" name="Google Shape;1027;p32"/>
              <p:cNvSpPr/>
              <p:nvPr/>
            </p:nvSpPr>
            <p:spPr>
              <a:xfrm>
                <a:off x="7441560" y="353520"/>
                <a:ext cx="1237680" cy="108360"/>
              </a:xfrm>
              <a:custGeom>
                <a:avLst/>
                <a:gdLst>
                  <a:gd name="textAreaLeft" fmla="*/ 0 w 1237680"/>
                  <a:gd name="textAreaRight" fmla="*/ 1238040 w 1237680"/>
                  <a:gd name="textAreaTop" fmla="*/ 0 h 108360"/>
                  <a:gd name="textAreaBottom" fmla="*/ 108720 h 108360"/>
                </a:gdLst>
                <a:ahLst/>
                <a:cxnLst/>
                <a:rect l="textAreaLeft" t="textAreaTop" r="textAreaRight" b="textAreaBottom"/>
                <a:pathLst>
                  <a:path w="1959958" h="172307">
                    <a:moveTo>
                      <a:pt x="1959959" y="91345"/>
                    </a:moveTo>
                    <a:lnTo>
                      <a:pt x="1959959" y="172307"/>
                    </a:lnTo>
                    <a:lnTo>
                      <a:pt x="0" y="172307"/>
                    </a:lnTo>
                    <a:lnTo>
                      <a:pt x="0" y="91345"/>
                    </a:lnTo>
                    <a:cubicBezTo>
                      <a:pt x="0" y="40958"/>
                      <a:pt x="40957" y="0"/>
                      <a:pt x="91344" y="0"/>
                    </a:cubicBezTo>
                    <a:lnTo>
                      <a:pt x="1868519" y="0"/>
                    </a:lnTo>
                    <a:cubicBezTo>
                      <a:pt x="1918906" y="0"/>
                      <a:pt x="1959864" y="40958"/>
                      <a:pt x="1959864" y="91345"/>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910" name="Google Shape;1028;p32"/>
              <p:cNvGrpSpPr/>
              <p:nvPr/>
            </p:nvGrpSpPr>
            <p:grpSpPr>
              <a:xfrm>
                <a:off x="7498800" y="394920"/>
                <a:ext cx="160920" cy="40320"/>
                <a:chOff x="7498800" y="394920"/>
                <a:chExt cx="160920" cy="40320"/>
              </a:xfrm>
            </p:grpSpPr>
            <p:sp>
              <p:nvSpPr>
                <p:cNvPr id="911" name="Google Shape;1029;p32"/>
                <p:cNvSpPr/>
                <p:nvPr/>
              </p:nvSpPr>
              <p:spPr>
                <a:xfrm>
                  <a:off x="7619400" y="394920"/>
                  <a:ext cx="40320" cy="40320"/>
                </a:xfrm>
                <a:custGeom>
                  <a:avLst/>
                  <a:gdLst>
                    <a:gd name="textAreaLeft" fmla="*/ 0 w 40320"/>
                    <a:gd name="textAreaRight" fmla="*/ 40680 w 40320"/>
                    <a:gd name="textAreaTop" fmla="*/ 0 h 40320"/>
                    <a:gd name="textAreaBottom" fmla="*/ 40680 h 40320"/>
                  </a:gdLst>
                  <a:ahLst/>
                  <a:cxnLst/>
                  <a:rect l="textAreaLeft" t="textAreaTop" r="textAreaRight" b="textAreaBottom"/>
                  <a:pathLst>
                    <a:path w="64389" h="64389">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12" name="Google Shape;1030;p32"/>
                <p:cNvSpPr/>
                <p:nvPr/>
              </p:nvSpPr>
              <p:spPr>
                <a:xfrm>
                  <a:off x="7559280" y="394920"/>
                  <a:ext cx="40320" cy="40320"/>
                </a:xfrm>
                <a:custGeom>
                  <a:avLst/>
                  <a:gdLst>
                    <a:gd name="textAreaLeft" fmla="*/ 0 w 40320"/>
                    <a:gd name="textAreaRight" fmla="*/ 40680 w 40320"/>
                    <a:gd name="textAreaTop" fmla="*/ 0 h 40320"/>
                    <a:gd name="textAreaBottom" fmla="*/ 40680 h 40320"/>
                  </a:gdLst>
                  <a:ahLst/>
                  <a:cxnLst/>
                  <a:rect l="textAreaLeft" t="textAreaTop" r="textAreaRight" b="textAreaBottom"/>
                  <a:pathLst>
                    <a:path w="64389" h="64389">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3" name="Google Shape;1031;p32"/>
                <p:cNvSpPr/>
                <p:nvPr/>
              </p:nvSpPr>
              <p:spPr>
                <a:xfrm>
                  <a:off x="7498800" y="394920"/>
                  <a:ext cx="40320" cy="40320"/>
                </a:xfrm>
                <a:custGeom>
                  <a:avLst/>
                  <a:gdLst>
                    <a:gd name="textAreaLeft" fmla="*/ 0 w 40320"/>
                    <a:gd name="textAreaRight" fmla="*/ 40680 w 40320"/>
                    <a:gd name="textAreaTop" fmla="*/ 0 h 40320"/>
                    <a:gd name="textAreaBottom" fmla="*/ 40680 h 40320"/>
                  </a:gdLst>
                  <a:ahLst/>
                  <a:cxnLst/>
                  <a:rect l="textAreaLeft" t="textAreaTop" r="textAreaRight" b="textAreaBottom"/>
                  <a:pathLst>
                    <a:path w="64389" h="64389">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914" name="Google Shape;1032;p32"/>
            <p:cNvGrpSpPr/>
            <p:nvPr/>
          </p:nvGrpSpPr>
          <p:grpSpPr>
            <a:xfrm>
              <a:off x="7612200" y="595080"/>
              <a:ext cx="896400" cy="922320"/>
              <a:chOff x="7612200" y="595080"/>
              <a:chExt cx="896400" cy="922320"/>
            </a:xfrm>
          </p:grpSpPr>
          <p:grpSp>
            <p:nvGrpSpPr>
              <p:cNvPr id="915" name="Google Shape;1033;p32"/>
              <p:cNvGrpSpPr/>
              <p:nvPr/>
            </p:nvGrpSpPr>
            <p:grpSpPr>
              <a:xfrm>
                <a:off x="7612200" y="1245600"/>
                <a:ext cx="381960" cy="264960"/>
                <a:chOff x="7612200" y="1245600"/>
                <a:chExt cx="381960" cy="264960"/>
              </a:xfrm>
            </p:grpSpPr>
            <p:sp>
              <p:nvSpPr>
                <p:cNvPr id="916" name="Google Shape;1034;p32"/>
                <p:cNvSpPr/>
                <p:nvPr/>
              </p:nvSpPr>
              <p:spPr>
                <a:xfrm>
                  <a:off x="7612200" y="1245600"/>
                  <a:ext cx="149400" cy="33120"/>
                </a:xfrm>
                <a:custGeom>
                  <a:avLst/>
                  <a:gdLst>
                    <a:gd name="textAreaLeft" fmla="*/ 0 w 149400"/>
                    <a:gd name="textAreaRight" fmla="*/ 149760 w 149400"/>
                    <a:gd name="textAreaTop" fmla="*/ 0 h 33120"/>
                    <a:gd name="textAreaBottom" fmla="*/ 33480 h 33120"/>
                  </a:gdLst>
                  <a:ahLst/>
                  <a:cxnLst/>
                  <a:rect l="textAreaLeft" t="textAreaTop" r="textAreaRight" b="textAreaBottom"/>
                  <a:pathLst>
                    <a:path w="237077" h="52959">
                      <a:moveTo>
                        <a:pt x="0" y="0"/>
                      </a:moveTo>
                      <a:lnTo>
                        <a:pt x="237077" y="0"/>
                      </a:lnTo>
                      <a:lnTo>
                        <a:pt x="23707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17" name="Google Shape;1035;p32"/>
                <p:cNvSpPr/>
                <p:nvPr/>
              </p:nvSpPr>
              <p:spPr>
                <a:xfrm>
                  <a:off x="7775280" y="1245600"/>
                  <a:ext cx="114840" cy="33120"/>
                </a:xfrm>
                <a:custGeom>
                  <a:avLst/>
                  <a:gdLst>
                    <a:gd name="textAreaLeft" fmla="*/ 0 w 114840"/>
                    <a:gd name="textAreaRight" fmla="*/ 115200 w 114840"/>
                    <a:gd name="textAreaTop" fmla="*/ 0 h 33120"/>
                    <a:gd name="textAreaBottom" fmla="*/ 33480 h 33120"/>
                  </a:gdLst>
                  <a:ahLst/>
                  <a:cxnLst/>
                  <a:rect l="textAreaLeft" t="textAreaTop" r="textAreaRight" b="textAreaBottom"/>
                  <a:pathLst>
                    <a:path w="182498" h="52959">
                      <a:moveTo>
                        <a:pt x="0" y="0"/>
                      </a:moveTo>
                      <a:lnTo>
                        <a:pt x="182499" y="0"/>
                      </a:lnTo>
                      <a:lnTo>
                        <a:pt x="182499"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18" name="Google Shape;1036;p32"/>
                <p:cNvSpPr/>
                <p:nvPr/>
              </p:nvSpPr>
              <p:spPr>
                <a:xfrm>
                  <a:off x="7902720" y="1245600"/>
                  <a:ext cx="91080" cy="33120"/>
                </a:xfrm>
                <a:custGeom>
                  <a:avLst/>
                  <a:gdLst>
                    <a:gd name="textAreaLeft" fmla="*/ 0 w 91080"/>
                    <a:gd name="textAreaRight" fmla="*/ 91440 w 91080"/>
                    <a:gd name="textAreaTop" fmla="*/ 0 h 33120"/>
                    <a:gd name="textAreaBottom" fmla="*/ 33480 h 33120"/>
                  </a:gdLst>
                  <a:ahLst/>
                  <a:cxnLst/>
                  <a:rect l="textAreaLeft" t="textAreaTop" r="textAreaRight" b="textAreaBottom"/>
                  <a:pathLst>
                    <a:path w="144875" h="52959">
                      <a:moveTo>
                        <a:pt x="0" y="0"/>
                      </a:moveTo>
                      <a:lnTo>
                        <a:pt x="144876" y="0"/>
                      </a:lnTo>
                      <a:lnTo>
                        <a:pt x="144876"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19" name="Google Shape;1037;p32"/>
                <p:cNvSpPr/>
                <p:nvPr/>
              </p:nvSpPr>
              <p:spPr>
                <a:xfrm>
                  <a:off x="7686000" y="1323000"/>
                  <a:ext cx="307800" cy="33120"/>
                </a:xfrm>
                <a:custGeom>
                  <a:avLst/>
                  <a:gdLst>
                    <a:gd name="textAreaLeft" fmla="*/ 0 w 307800"/>
                    <a:gd name="textAreaRight" fmla="*/ 308160 w 307800"/>
                    <a:gd name="textAreaTop" fmla="*/ 0 h 33120"/>
                    <a:gd name="textAreaBottom" fmla="*/ 33480 h 33120"/>
                  </a:gdLst>
                  <a:ahLst/>
                  <a:cxnLst/>
                  <a:rect l="textAreaLeft" t="textAreaTop" r="textAreaRight" b="textAreaBottom"/>
                  <a:pathLst>
                    <a:path w="487965" h="52959">
                      <a:moveTo>
                        <a:pt x="0" y="0"/>
                      </a:moveTo>
                      <a:lnTo>
                        <a:pt x="487966" y="0"/>
                      </a:lnTo>
                      <a:lnTo>
                        <a:pt x="487966"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0" name="Google Shape;1038;p32"/>
                <p:cNvSpPr/>
                <p:nvPr/>
              </p:nvSpPr>
              <p:spPr>
                <a:xfrm>
                  <a:off x="7612200" y="1323000"/>
                  <a:ext cx="56160" cy="33120"/>
                </a:xfrm>
                <a:custGeom>
                  <a:avLst/>
                  <a:gdLst>
                    <a:gd name="textAreaLeft" fmla="*/ 0 w 56160"/>
                    <a:gd name="textAreaRight" fmla="*/ 56520 w 56160"/>
                    <a:gd name="textAreaTop" fmla="*/ 0 h 33120"/>
                    <a:gd name="textAreaBottom" fmla="*/ 33480 h 33120"/>
                  </a:gdLst>
                  <a:ahLst/>
                  <a:cxnLst/>
                  <a:rect l="textAreaLeft" t="textAreaTop" r="textAreaRight" b="textAreaBottom"/>
                  <a:pathLst>
                    <a:path w="89630" h="52959">
                      <a:moveTo>
                        <a:pt x="0" y="0"/>
                      </a:moveTo>
                      <a:lnTo>
                        <a:pt x="89630" y="0"/>
                      </a:lnTo>
                      <a:lnTo>
                        <a:pt x="89630"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1" name="Google Shape;1039;p32"/>
                <p:cNvSpPr/>
                <p:nvPr/>
              </p:nvSpPr>
              <p:spPr>
                <a:xfrm>
                  <a:off x="7782120" y="1400400"/>
                  <a:ext cx="145440" cy="33120"/>
                </a:xfrm>
                <a:custGeom>
                  <a:avLst/>
                  <a:gdLst>
                    <a:gd name="textAreaLeft" fmla="*/ 0 w 145440"/>
                    <a:gd name="textAreaRight" fmla="*/ 145800 w 145440"/>
                    <a:gd name="textAreaTop" fmla="*/ 0 h 33120"/>
                    <a:gd name="textAreaBottom" fmla="*/ 33480 h 33120"/>
                  </a:gdLst>
                  <a:ahLst/>
                  <a:cxnLst/>
                  <a:rect l="textAreaLeft" t="textAreaTop" r="textAreaRight" b="textAreaBottom"/>
                  <a:pathLst>
                    <a:path w="230790" h="52959">
                      <a:moveTo>
                        <a:pt x="0" y="0"/>
                      </a:moveTo>
                      <a:lnTo>
                        <a:pt x="230791" y="0"/>
                      </a:lnTo>
                      <a:lnTo>
                        <a:pt x="230791"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2" name="Google Shape;1040;p32"/>
                <p:cNvSpPr/>
                <p:nvPr/>
              </p:nvSpPr>
              <p:spPr>
                <a:xfrm>
                  <a:off x="7941960" y="1400400"/>
                  <a:ext cx="52200" cy="33120"/>
                </a:xfrm>
                <a:custGeom>
                  <a:avLst/>
                  <a:gdLst>
                    <a:gd name="textAreaLeft" fmla="*/ 0 w 52200"/>
                    <a:gd name="textAreaRight" fmla="*/ 52560 w 52200"/>
                    <a:gd name="textAreaTop" fmla="*/ 0 h 33120"/>
                    <a:gd name="textAreaBottom" fmla="*/ 33480 h 33120"/>
                  </a:gdLst>
                  <a:ahLst/>
                  <a:cxnLst/>
                  <a:rect l="textAreaLeft" t="textAreaTop" r="textAreaRight" b="textAreaBottom"/>
                  <a:pathLst>
                    <a:path w="83248" h="52959">
                      <a:moveTo>
                        <a:pt x="0" y="0"/>
                      </a:moveTo>
                      <a:lnTo>
                        <a:pt x="83248" y="0"/>
                      </a:lnTo>
                      <a:lnTo>
                        <a:pt x="83248"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3" name="Google Shape;1041;p32"/>
                <p:cNvSpPr/>
                <p:nvPr/>
              </p:nvSpPr>
              <p:spPr>
                <a:xfrm>
                  <a:off x="7612200" y="1400400"/>
                  <a:ext cx="156240" cy="33120"/>
                </a:xfrm>
                <a:custGeom>
                  <a:avLst/>
                  <a:gdLst>
                    <a:gd name="textAreaLeft" fmla="*/ 0 w 156240"/>
                    <a:gd name="textAreaRight" fmla="*/ 156600 w 156240"/>
                    <a:gd name="textAreaTop" fmla="*/ 0 h 33120"/>
                    <a:gd name="textAreaBottom" fmla="*/ 33480 h 33120"/>
                  </a:gdLst>
                  <a:ahLst/>
                  <a:cxnLst/>
                  <a:rect l="textAreaLeft" t="textAreaTop" r="textAreaRight" b="textAreaBottom"/>
                  <a:pathLst>
                    <a:path w="247935" h="52959">
                      <a:moveTo>
                        <a:pt x="0" y="0"/>
                      </a:moveTo>
                      <a:lnTo>
                        <a:pt x="247936" y="0"/>
                      </a:lnTo>
                      <a:lnTo>
                        <a:pt x="247936"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4" name="Google Shape;1042;p32"/>
                <p:cNvSpPr/>
                <p:nvPr/>
              </p:nvSpPr>
              <p:spPr>
                <a:xfrm>
                  <a:off x="7722000" y="1477440"/>
                  <a:ext cx="126720" cy="33120"/>
                </a:xfrm>
                <a:custGeom>
                  <a:avLst/>
                  <a:gdLst>
                    <a:gd name="textAreaLeft" fmla="*/ 0 w 126720"/>
                    <a:gd name="textAreaRight" fmla="*/ 127080 w 126720"/>
                    <a:gd name="textAreaTop" fmla="*/ 0 h 33120"/>
                    <a:gd name="textAreaBottom" fmla="*/ 33480 h 33120"/>
                  </a:gdLst>
                  <a:ahLst/>
                  <a:cxnLst/>
                  <a:rect l="textAreaLeft" t="textAreaTop" r="textAreaRight" b="textAreaBottom"/>
                  <a:pathLst>
                    <a:path w="200977" h="52959">
                      <a:moveTo>
                        <a:pt x="0" y="0"/>
                      </a:moveTo>
                      <a:lnTo>
                        <a:pt x="200977" y="0"/>
                      </a:lnTo>
                      <a:lnTo>
                        <a:pt x="20097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5" name="Google Shape;1043;p32"/>
                <p:cNvSpPr/>
                <p:nvPr/>
              </p:nvSpPr>
              <p:spPr>
                <a:xfrm>
                  <a:off x="7612200" y="1477440"/>
                  <a:ext cx="95040" cy="33120"/>
                </a:xfrm>
                <a:custGeom>
                  <a:avLst/>
                  <a:gdLst>
                    <a:gd name="textAreaLeft" fmla="*/ 0 w 95040"/>
                    <a:gd name="textAreaRight" fmla="*/ 95400 w 95040"/>
                    <a:gd name="textAreaTop" fmla="*/ 0 h 33120"/>
                    <a:gd name="textAreaBottom" fmla="*/ 33480 h 33120"/>
                  </a:gdLst>
                  <a:ahLst/>
                  <a:cxnLst/>
                  <a:rect l="textAreaLeft" t="textAreaTop" r="textAreaRight" b="textAreaBottom"/>
                  <a:pathLst>
                    <a:path w="151256" h="52959">
                      <a:moveTo>
                        <a:pt x="0" y="0"/>
                      </a:moveTo>
                      <a:lnTo>
                        <a:pt x="151257" y="0"/>
                      </a:lnTo>
                      <a:lnTo>
                        <a:pt x="15125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26" name="Google Shape;1044;p32"/>
              <p:cNvGrpSpPr/>
              <p:nvPr/>
            </p:nvGrpSpPr>
            <p:grpSpPr>
              <a:xfrm>
                <a:off x="8126280" y="595080"/>
                <a:ext cx="381600" cy="264960"/>
                <a:chOff x="8126280" y="595080"/>
                <a:chExt cx="381600" cy="264960"/>
              </a:xfrm>
            </p:grpSpPr>
            <p:sp>
              <p:nvSpPr>
                <p:cNvPr id="927" name="Google Shape;1045;p32"/>
                <p:cNvSpPr/>
                <p:nvPr/>
              </p:nvSpPr>
              <p:spPr>
                <a:xfrm>
                  <a:off x="8126280" y="595080"/>
                  <a:ext cx="149400" cy="33120"/>
                </a:xfrm>
                <a:custGeom>
                  <a:avLst/>
                  <a:gdLst>
                    <a:gd name="textAreaLeft" fmla="*/ 0 w 149400"/>
                    <a:gd name="textAreaRight" fmla="*/ 149760 w 149400"/>
                    <a:gd name="textAreaTop" fmla="*/ 0 h 33120"/>
                    <a:gd name="textAreaBottom" fmla="*/ 33480 h 33120"/>
                  </a:gdLst>
                  <a:ahLst/>
                  <a:cxnLst/>
                  <a:rect l="textAreaLeft" t="textAreaTop" r="textAreaRight" b="textAreaBottom"/>
                  <a:pathLst>
                    <a:path w="237077" h="52959">
                      <a:moveTo>
                        <a:pt x="0" y="0"/>
                      </a:moveTo>
                      <a:lnTo>
                        <a:pt x="237077" y="0"/>
                      </a:lnTo>
                      <a:lnTo>
                        <a:pt x="23707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8" name="Google Shape;1046;p32"/>
                <p:cNvSpPr/>
                <p:nvPr/>
              </p:nvSpPr>
              <p:spPr>
                <a:xfrm>
                  <a:off x="8289360" y="595080"/>
                  <a:ext cx="114840" cy="33120"/>
                </a:xfrm>
                <a:custGeom>
                  <a:avLst/>
                  <a:gdLst>
                    <a:gd name="textAreaLeft" fmla="*/ 0 w 114840"/>
                    <a:gd name="textAreaRight" fmla="*/ 115200 w 114840"/>
                    <a:gd name="textAreaTop" fmla="*/ 0 h 33120"/>
                    <a:gd name="textAreaBottom" fmla="*/ 33480 h 33120"/>
                  </a:gdLst>
                  <a:ahLst/>
                  <a:cxnLst/>
                  <a:rect l="textAreaLeft" t="textAreaTop" r="textAreaRight" b="textAreaBottom"/>
                  <a:pathLst>
                    <a:path w="182498" h="52959">
                      <a:moveTo>
                        <a:pt x="0" y="0"/>
                      </a:moveTo>
                      <a:lnTo>
                        <a:pt x="182498" y="0"/>
                      </a:lnTo>
                      <a:lnTo>
                        <a:pt x="182498"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9" name="Google Shape;1047;p32"/>
                <p:cNvSpPr/>
                <p:nvPr/>
              </p:nvSpPr>
              <p:spPr>
                <a:xfrm>
                  <a:off x="8416800" y="595080"/>
                  <a:ext cx="91080" cy="33120"/>
                </a:xfrm>
                <a:custGeom>
                  <a:avLst/>
                  <a:gdLst>
                    <a:gd name="textAreaLeft" fmla="*/ 0 w 91080"/>
                    <a:gd name="textAreaRight" fmla="*/ 91440 w 91080"/>
                    <a:gd name="textAreaTop" fmla="*/ 0 h 33120"/>
                    <a:gd name="textAreaBottom" fmla="*/ 33480 h 33120"/>
                  </a:gdLst>
                  <a:ahLst/>
                  <a:cxnLst/>
                  <a:rect l="textAreaLeft" t="textAreaTop" r="textAreaRight" b="textAreaBottom"/>
                  <a:pathLst>
                    <a:path w="144875" h="52959">
                      <a:moveTo>
                        <a:pt x="0" y="0"/>
                      </a:moveTo>
                      <a:lnTo>
                        <a:pt x="144875" y="0"/>
                      </a:lnTo>
                      <a:lnTo>
                        <a:pt x="144875"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0" name="Google Shape;1048;p32"/>
                <p:cNvSpPr/>
                <p:nvPr/>
              </p:nvSpPr>
              <p:spPr>
                <a:xfrm>
                  <a:off x="8200080" y="672120"/>
                  <a:ext cx="307800" cy="33120"/>
                </a:xfrm>
                <a:custGeom>
                  <a:avLst/>
                  <a:gdLst>
                    <a:gd name="textAreaLeft" fmla="*/ 0 w 307800"/>
                    <a:gd name="textAreaRight" fmla="*/ 308160 w 307800"/>
                    <a:gd name="textAreaTop" fmla="*/ 0 h 33120"/>
                    <a:gd name="textAreaBottom" fmla="*/ 33480 h 33120"/>
                  </a:gdLst>
                  <a:ahLst/>
                  <a:cxnLst/>
                  <a:rect l="textAreaLeft" t="textAreaTop" r="textAreaRight" b="textAreaBottom"/>
                  <a:pathLst>
                    <a:path w="487965" h="52959">
                      <a:moveTo>
                        <a:pt x="0" y="0"/>
                      </a:moveTo>
                      <a:lnTo>
                        <a:pt x="487966" y="0"/>
                      </a:lnTo>
                      <a:lnTo>
                        <a:pt x="487966"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1" name="Google Shape;1049;p32"/>
                <p:cNvSpPr/>
                <p:nvPr/>
              </p:nvSpPr>
              <p:spPr>
                <a:xfrm>
                  <a:off x="8126280" y="672120"/>
                  <a:ext cx="56160" cy="33120"/>
                </a:xfrm>
                <a:custGeom>
                  <a:avLst/>
                  <a:gdLst>
                    <a:gd name="textAreaLeft" fmla="*/ 0 w 56160"/>
                    <a:gd name="textAreaRight" fmla="*/ 56520 w 56160"/>
                    <a:gd name="textAreaTop" fmla="*/ 0 h 33120"/>
                    <a:gd name="textAreaBottom" fmla="*/ 33480 h 33120"/>
                  </a:gdLst>
                  <a:ahLst/>
                  <a:cxnLst/>
                  <a:rect l="textAreaLeft" t="textAreaTop" r="textAreaRight" b="textAreaBottom"/>
                  <a:pathLst>
                    <a:path w="89630" h="52959">
                      <a:moveTo>
                        <a:pt x="0" y="0"/>
                      </a:moveTo>
                      <a:lnTo>
                        <a:pt x="89630" y="0"/>
                      </a:lnTo>
                      <a:lnTo>
                        <a:pt x="89630"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2" name="Google Shape;1050;p32"/>
                <p:cNvSpPr/>
                <p:nvPr/>
              </p:nvSpPr>
              <p:spPr>
                <a:xfrm>
                  <a:off x="8296200" y="749520"/>
                  <a:ext cx="145440" cy="33120"/>
                </a:xfrm>
                <a:custGeom>
                  <a:avLst/>
                  <a:gdLst>
                    <a:gd name="textAreaLeft" fmla="*/ 0 w 145440"/>
                    <a:gd name="textAreaRight" fmla="*/ 145800 w 145440"/>
                    <a:gd name="textAreaTop" fmla="*/ 0 h 33120"/>
                    <a:gd name="textAreaBottom" fmla="*/ 33480 h 33120"/>
                  </a:gdLst>
                  <a:ahLst/>
                  <a:cxnLst/>
                  <a:rect l="textAreaLeft" t="textAreaTop" r="textAreaRight" b="textAreaBottom"/>
                  <a:pathLst>
                    <a:path w="230790" h="52959">
                      <a:moveTo>
                        <a:pt x="0" y="0"/>
                      </a:moveTo>
                      <a:lnTo>
                        <a:pt x="230790" y="0"/>
                      </a:lnTo>
                      <a:lnTo>
                        <a:pt x="230790"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3" name="Google Shape;1051;p32"/>
                <p:cNvSpPr/>
                <p:nvPr/>
              </p:nvSpPr>
              <p:spPr>
                <a:xfrm>
                  <a:off x="8455680" y="749520"/>
                  <a:ext cx="52200" cy="33120"/>
                </a:xfrm>
                <a:custGeom>
                  <a:avLst/>
                  <a:gdLst>
                    <a:gd name="textAreaLeft" fmla="*/ 0 w 52200"/>
                    <a:gd name="textAreaRight" fmla="*/ 52560 w 52200"/>
                    <a:gd name="textAreaTop" fmla="*/ 0 h 33120"/>
                    <a:gd name="textAreaBottom" fmla="*/ 33480 h 33120"/>
                  </a:gdLst>
                  <a:ahLst/>
                  <a:cxnLst/>
                  <a:rect l="textAreaLeft" t="textAreaTop" r="textAreaRight" b="textAreaBottom"/>
                  <a:pathLst>
                    <a:path w="83248" h="52959">
                      <a:moveTo>
                        <a:pt x="0" y="0"/>
                      </a:moveTo>
                      <a:lnTo>
                        <a:pt x="83249" y="0"/>
                      </a:lnTo>
                      <a:lnTo>
                        <a:pt x="83249"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4" name="Google Shape;1052;p32"/>
                <p:cNvSpPr/>
                <p:nvPr/>
              </p:nvSpPr>
              <p:spPr>
                <a:xfrm>
                  <a:off x="8126280" y="749520"/>
                  <a:ext cx="156240" cy="33120"/>
                </a:xfrm>
                <a:custGeom>
                  <a:avLst/>
                  <a:gdLst>
                    <a:gd name="textAreaLeft" fmla="*/ 0 w 156240"/>
                    <a:gd name="textAreaRight" fmla="*/ 156600 w 156240"/>
                    <a:gd name="textAreaTop" fmla="*/ 0 h 33120"/>
                    <a:gd name="textAreaBottom" fmla="*/ 33480 h 33120"/>
                  </a:gdLst>
                  <a:ahLst/>
                  <a:cxnLst/>
                  <a:rect l="textAreaLeft" t="textAreaTop" r="textAreaRight" b="textAreaBottom"/>
                  <a:pathLst>
                    <a:path w="247935" h="52959">
                      <a:moveTo>
                        <a:pt x="0" y="0"/>
                      </a:moveTo>
                      <a:lnTo>
                        <a:pt x="247936" y="0"/>
                      </a:lnTo>
                      <a:lnTo>
                        <a:pt x="247936"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5" name="Google Shape;1053;p32"/>
                <p:cNvSpPr/>
                <p:nvPr/>
              </p:nvSpPr>
              <p:spPr>
                <a:xfrm>
                  <a:off x="8236080" y="826920"/>
                  <a:ext cx="126720" cy="33120"/>
                </a:xfrm>
                <a:custGeom>
                  <a:avLst/>
                  <a:gdLst>
                    <a:gd name="textAreaLeft" fmla="*/ 0 w 126720"/>
                    <a:gd name="textAreaRight" fmla="*/ 127080 w 126720"/>
                    <a:gd name="textAreaTop" fmla="*/ 0 h 33120"/>
                    <a:gd name="textAreaBottom" fmla="*/ 33480 h 33120"/>
                  </a:gdLst>
                  <a:ahLst/>
                  <a:cxnLst/>
                  <a:rect l="textAreaLeft" t="textAreaTop" r="textAreaRight" b="textAreaBottom"/>
                  <a:pathLst>
                    <a:path w="200977" h="52959">
                      <a:moveTo>
                        <a:pt x="0" y="0"/>
                      </a:moveTo>
                      <a:lnTo>
                        <a:pt x="200977" y="0"/>
                      </a:lnTo>
                      <a:lnTo>
                        <a:pt x="20097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6" name="Google Shape;1054;p32"/>
                <p:cNvSpPr/>
                <p:nvPr/>
              </p:nvSpPr>
              <p:spPr>
                <a:xfrm>
                  <a:off x="8126280" y="826920"/>
                  <a:ext cx="95040" cy="33120"/>
                </a:xfrm>
                <a:custGeom>
                  <a:avLst/>
                  <a:gdLst>
                    <a:gd name="textAreaLeft" fmla="*/ 0 w 95040"/>
                    <a:gd name="textAreaRight" fmla="*/ 95400 w 95040"/>
                    <a:gd name="textAreaTop" fmla="*/ 0 h 33120"/>
                    <a:gd name="textAreaBottom" fmla="*/ 33480 h 33120"/>
                  </a:gdLst>
                  <a:ahLst/>
                  <a:cxnLst/>
                  <a:rect l="textAreaLeft" t="textAreaTop" r="textAreaRight" b="textAreaBottom"/>
                  <a:pathLst>
                    <a:path w="151256" h="52959">
                      <a:moveTo>
                        <a:pt x="0" y="0"/>
                      </a:moveTo>
                      <a:lnTo>
                        <a:pt x="151257" y="0"/>
                      </a:lnTo>
                      <a:lnTo>
                        <a:pt x="15125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37" name="Google Shape;1055;p32"/>
              <p:cNvGrpSpPr/>
              <p:nvPr/>
            </p:nvGrpSpPr>
            <p:grpSpPr>
              <a:xfrm>
                <a:off x="8126280" y="923400"/>
                <a:ext cx="381600" cy="191520"/>
                <a:chOff x="8126280" y="923400"/>
                <a:chExt cx="381600" cy="191520"/>
              </a:xfrm>
            </p:grpSpPr>
            <p:sp>
              <p:nvSpPr>
                <p:cNvPr id="938" name="Google Shape;1056;p32"/>
                <p:cNvSpPr/>
                <p:nvPr/>
              </p:nvSpPr>
              <p:spPr>
                <a:xfrm>
                  <a:off x="8126280" y="923400"/>
                  <a:ext cx="149400" cy="33120"/>
                </a:xfrm>
                <a:custGeom>
                  <a:avLst/>
                  <a:gdLst>
                    <a:gd name="textAreaLeft" fmla="*/ 0 w 149400"/>
                    <a:gd name="textAreaRight" fmla="*/ 149760 w 149400"/>
                    <a:gd name="textAreaTop" fmla="*/ 0 h 33120"/>
                    <a:gd name="textAreaBottom" fmla="*/ 33480 h 33120"/>
                  </a:gdLst>
                  <a:ahLst/>
                  <a:cxnLst/>
                  <a:rect l="textAreaLeft" t="textAreaTop" r="textAreaRight" b="textAreaBottom"/>
                  <a:pathLst>
                    <a:path w="237077" h="52959">
                      <a:moveTo>
                        <a:pt x="0" y="0"/>
                      </a:moveTo>
                      <a:lnTo>
                        <a:pt x="237077" y="0"/>
                      </a:lnTo>
                      <a:lnTo>
                        <a:pt x="23707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9" name="Google Shape;1057;p32"/>
                <p:cNvSpPr/>
                <p:nvPr/>
              </p:nvSpPr>
              <p:spPr>
                <a:xfrm>
                  <a:off x="8289360" y="923400"/>
                  <a:ext cx="114840" cy="33120"/>
                </a:xfrm>
                <a:custGeom>
                  <a:avLst/>
                  <a:gdLst>
                    <a:gd name="textAreaLeft" fmla="*/ 0 w 114840"/>
                    <a:gd name="textAreaRight" fmla="*/ 115200 w 114840"/>
                    <a:gd name="textAreaTop" fmla="*/ 0 h 33120"/>
                    <a:gd name="textAreaBottom" fmla="*/ 33480 h 33120"/>
                  </a:gdLst>
                  <a:ahLst/>
                  <a:cxnLst/>
                  <a:rect l="textAreaLeft" t="textAreaTop" r="textAreaRight" b="textAreaBottom"/>
                  <a:pathLst>
                    <a:path w="182498" h="52959">
                      <a:moveTo>
                        <a:pt x="0" y="0"/>
                      </a:moveTo>
                      <a:lnTo>
                        <a:pt x="182498" y="0"/>
                      </a:lnTo>
                      <a:lnTo>
                        <a:pt x="182498"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0" name="Google Shape;1058;p32"/>
                <p:cNvSpPr/>
                <p:nvPr/>
              </p:nvSpPr>
              <p:spPr>
                <a:xfrm>
                  <a:off x="8416800" y="923400"/>
                  <a:ext cx="91080" cy="33120"/>
                </a:xfrm>
                <a:custGeom>
                  <a:avLst/>
                  <a:gdLst>
                    <a:gd name="textAreaLeft" fmla="*/ 0 w 91080"/>
                    <a:gd name="textAreaRight" fmla="*/ 91440 w 91080"/>
                    <a:gd name="textAreaTop" fmla="*/ 0 h 33120"/>
                    <a:gd name="textAreaBottom" fmla="*/ 33480 h 33120"/>
                  </a:gdLst>
                  <a:ahLst/>
                  <a:cxnLst/>
                  <a:rect l="textAreaLeft" t="textAreaTop" r="textAreaRight" b="textAreaBottom"/>
                  <a:pathLst>
                    <a:path w="144875" h="52959">
                      <a:moveTo>
                        <a:pt x="0" y="0"/>
                      </a:moveTo>
                      <a:lnTo>
                        <a:pt x="144875" y="0"/>
                      </a:lnTo>
                      <a:lnTo>
                        <a:pt x="144875"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1" name="Google Shape;1059;p32"/>
                <p:cNvSpPr/>
                <p:nvPr/>
              </p:nvSpPr>
              <p:spPr>
                <a:xfrm>
                  <a:off x="8296200" y="1004400"/>
                  <a:ext cx="145440" cy="33120"/>
                </a:xfrm>
                <a:custGeom>
                  <a:avLst/>
                  <a:gdLst>
                    <a:gd name="textAreaLeft" fmla="*/ 0 w 145440"/>
                    <a:gd name="textAreaRight" fmla="*/ 145800 w 145440"/>
                    <a:gd name="textAreaTop" fmla="*/ 0 h 33120"/>
                    <a:gd name="textAreaBottom" fmla="*/ 33480 h 33120"/>
                  </a:gdLst>
                  <a:ahLst/>
                  <a:cxnLst/>
                  <a:rect l="textAreaLeft" t="textAreaTop" r="textAreaRight" b="textAreaBottom"/>
                  <a:pathLst>
                    <a:path w="230790" h="52959">
                      <a:moveTo>
                        <a:pt x="0" y="0"/>
                      </a:moveTo>
                      <a:lnTo>
                        <a:pt x="230790" y="0"/>
                      </a:lnTo>
                      <a:lnTo>
                        <a:pt x="230790"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2" name="Google Shape;1060;p32"/>
                <p:cNvSpPr/>
                <p:nvPr/>
              </p:nvSpPr>
              <p:spPr>
                <a:xfrm>
                  <a:off x="8455680" y="1004400"/>
                  <a:ext cx="52200" cy="33120"/>
                </a:xfrm>
                <a:custGeom>
                  <a:avLst/>
                  <a:gdLst>
                    <a:gd name="textAreaLeft" fmla="*/ 0 w 52200"/>
                    <a:gd name="textAreaRight" fmla="*/ 52560 w 52200"/>
                    <a:gd name="textAreaTop" fmla="*/ 0 h 33120"/>
                    <a:gd name="textAreaBottom" fmla="*/ 33480 h 33120"/>
                  </a:gdLst>
                  <a:ahLst/>
                  <a:cxnLst/>
                  <a:rect l="textAreaLeft" t="textAreaTop" r="textAreaRight" b="textAreaBottom"/>
                  <a:pathLst>
                    <a:path w="83248" h="52959">
                      <a:moveTo>
                        <a:pt x="0" y="0"/>
                      </a:moveTo>
                      <a:lnTo>
                        <a:pt x="83249" y="0"/>
                      </a:lnTo>
                      <a:lnTo>
                        <a:pt x="83249"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3" name="Google Shape;1061;p32"/>
                <p:cNvSpPr/>
                <p:nvPr/>
              </p:nvSpPr>
              <p:spPr>
                <a:xfrm>
                  <a:off x="8126280" y="1004400"/>
                  <a:ext cx="156240" cy="33120"/>
                </a:xfrm>
                <a:custGeom>
                  <a:avLst/>
                  <a:gdLst>
                    <a:gd name="textAreaLeft" fmla="*/ 0 w 156240"/>
                    <a:gd name="textAreaRight" fmla="*/ 156600 w 156240"/>
                    <a:gd name="textAreaTop" fmla="*/ 0 h 33120"/>
                    <a:gd name="textAreaBottom" fmla="*/ 33480 h 33120"/>
                  </a:gdLst>
                  <a:ahLst/>
                  <a:cxnLst/>
                  <a:rect l="textAreaLeft" t="textAreaTop" r="textAreaRight" b="textAreaBottom"/>
                  <a:pathLst>
                    <a:path w="247935" h="52959">
                      <a:moveTo>
                        <a:pt x="0" y="0"/>
                      </a:moveTo>
                      <a:lnTo>
                        <a:pt x="247936" y="0"/>
                      </a:lnTo>
                      <a:lnTo>
                        <a:pt x="247936"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4" name="Google Shape;1062;p32"/>
                <p:cNvSpPr/>
                <p:nvPr/>
              </p:nvSpPr>
              <p:spPr>
                <a:xfrm>
                  <a:off x="8236080" y="1081800"/>
                  <a:ext cx="126720" cy="33120"/>
                </a:xfrm>
                <a:custGeom>
                  <a:avLst/>
                  <a:gdLst>
                    <a:gd name="textAreaLeft" fmla="*/ 0 w 126720"/>
                    <a:gd name="textAreaRight" fmla="*/ 127080 w 126720"/>
                    <a:gd name="textAreaTop" fmla="*/ 0 h 33120"/>
                    <a:gd name="textAreaBottom" fmla="*/ 33480 h 33120"/>
                  </a:gdLst>
                  <a:ahLst/>
                  <a:cxnLst/>
                  <a:rect l="textAreaLeft" t="textAreaTop" r="textAreaRight" b="textAreaBottom"/>
                  <a:pathLst>
                    <a:path w="200977" h="52959">
                      <a:moveTo>
                        <a:pt x="0" y="0"/>
                      </a:moveTo>
                      <a:lnTo>
                        <a:pt x="200977" y="0"/>
                      </a:lnTo>
                      <a:lnTo>
                        <a:pt x="20097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5" name="Google Shape;1063;p32"/>
                <p:cNvSpPr/>
                <p:nvPr/>
              </p:nvSpPr>
              <p:spPr>
                <a:xfrm>
                  <a:off x="8126280" y="1081800"/>
                  <a:ext cx="95040" cy="33120"/>
                </a:xfrm>
                <a:custGeom>
                  <a:avLst/>
                  <a:gdLst>
                    <a:gd name="textAreaLeft" fmla="*/ 0 w 95040"/>
                    <a:gd name="textAreaRight" fmla="*/ 95400 w 95040"/>
                    <a:gd name="textAreaTop" fmla="*/ 0 h 33120"/>
                    <a:gd name="textAreaBottom" fmla="*/ 33480 h 33120"/>
                  </a:gdLst>
                  <a:ahLst/>
                  <a:cxnLst/>
                  <a:rect l="textAreaLeft" t="textAreaTop" r="textAreaRight" b="textAreaBottom"/>
                  <a:pathLst>
                    <a:path w="151256" h="52959">
                      <a:moveTo>
                        <a:pt x="0" y="0"/>
                      </a:moveTo>
                      <a:lnTo>
                        <a:pt x="151257" y="0"/>
                      </a:lnTo>
                      <a:lnTo>
                        <a:pt x="15125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946" name="Google Shape;1064;p32"/>
              <p:cNvSpPr/>
              <p:nvPr/>
            </p:nvSpPr>
            <p:spPr>
              <a:xfrm>
                <a:off x="8126280" y="1240560"/>
                <a:ext cx="382320" cy="276840"/>
              </a:xfrm>
              <a:custGeom>
                <a:avLst/>
                <a:gdLst>
                  <a:gd name="textAreaLeft" fmla="*/ 0 w 382320"/>
                  <a:gd name="textAreaRight" fmla="*/ 382680 w 382320"/>
                  <a:gd name="textAreaTop" fmla="*/ 0 h 276840"/>
                  <a:gd name="textAreaBottom" fmla="*/ 277200 h 276840"/>
                </a:gdLst>
                <a:ahLst/>
                <a:cxnLst/>
                <a:rect l="textAreaLeft" t="textAreaTop" r="textAreaRight" b="textAreaBottom"/>
                <a:pathLst>
                  <a:path w="605885" h="438816">
                    <a:moveTo>
                      <a:pt x="572167" y="0"/>
                    </a:moveTo>
                    <a:cubicBezTo>
                      <a:pt x="590789" y="0"/>
                      <a:pt x="605885" y="15096"/>
                      <a:pt x="605885" y="33718"/>
                    </a:cubicBezTo>
                    <a:lnTo>
                      <a:pt x="605885" y="405098"/>
                    </a:lnTo>
                    <a:cubicBezTo>
                      <a:pt x="605885" y="423720"/>
                      <a:pt x="590789" y="438817"/>
                      <a:pt x="572167" y="438817"/>
                    </a:cubicBezTo>
                    <a:lnTo>
                      <a:pt x="33718" y="438817"/>
                    </a:lnTo>
                    <a:cubicBezTo>
                      <a:pt x="15096" y="438817"/>
                      <a:pt x="0" y="423720"/>
                      <a:pt x="0" y="405098"/>
                    </a:cubicBezTo>
                    <a:lnTo>
                      <a:pt x="0" y="33718"/>
                    </a:lnTo>
                    <a:cubicBezTo>
                      <a:pt x="0" y="15096"/>
                      <a:pt x="15096" y="0"/>
                      <a:pt x="33718"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7" name="Google Shape;1065;p32"/>
              <p:cNvSpPr/>
              <p:nvPr/>
            </p:nvSpPr>
            <p:spPr>
              <a:xfrm>
                <a:off x="7612200" y="598680"/>
                <a:ext cx="382320" cy="514800"/>
              </a:xfrm>
              <a:custGeom>
                <a:avLst/>
                <a:gdLst>
                  <a:gd name="textAreaLeft" fmla="*/ 0 w 382320"/>
                  <a:gd name="textAreaRight" fmla="*/ 382680 w 382320"/>
                  <a:gd name="textAreaTop" fmla="*/ 0 h 514800"/>
                  <a:gd name="textAreaBottom" fmla="*/ 515160 h 514800"/>
                </a:gdLst>
                <a:ahLst/>
                <a:cxnLst/>
                <a:rect l="textAreaLeft" t="textAreaTop" r="textAreaRight" b="textAreaBottom"/>
                <a:pathLst>
                  <a:path w="605885" h="815149">
                    <a:moveTo>
                      <a:pt x="554260" y="0"/>
                    </a:moveTo>
                    <a:cubicBezTo>
                      <a:pt x="582772" y="0"/>
                      <a:pt x="605885" y="23114"/>
                      <a:pt x="605885" y="51625"/>
                    </a:cubicBezTo>
                    <a:lnTo>
                      <a:pt x="605885" y="763524"/>
                    </a:lnTo>
                    <a:cubicBezTo>
                      <a:pt x="605885" y="792036"/>
                      <a:pt x="582771" y="815150"/>
                      <a:pt x="554260" y="815150"/>
                    </a:cubicBezTo>
                    <a:lnTo>
                      <a:pt x="51625" y="815150"/>
                    </a:lnTo>
                    <a:cubicBezTo>
                      <a:pt x="23113" y="815150"/>
                      <a:pt x="0" y="792036"/>
                      <a:pt x="0" y="763524"/>
                    </a:cubicBezTo>
                    <a:lnTo>
                      <a:pt x="0" y="51625"/>
                    </a:lnTo>
                    <a:cubicBezTo>
                      <a:pt x="0" y="23114"/>
                      <a:pt x="23113" y="0"/>
                      <a:pt x="5162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948" name="Google Shape;1066;p32"/>
            <p:cNvGrpSpPr/>
            <p:nvPr/>
          </p:nvGrpSpPr>
          <p:grpSpPr>
            <a:xfrm>
              <a:off x="7553160" y="556200"/>
              <a:ext cx="492840" cy="600480"/>
              <a:chOff x="7553160" y="556200"/>
              <a:chExt cx="492840" cy="600480"/>
            </a:xfrm>
          </p:grpSpPr>
          <p:grpSp>
            <p:nvGrpSpPr>
              <p:cNvPr id="949" name="Google Shape;1067;p32"/>
              <p:cNvGrpSpPr/>
              <p:nvPr/>
            </p:nvGrpSpPr>
            <p:grpSpPr>
              <a:xfrm>
                <a:off x="7566480" y="569520"/>
                <a:ext cx="472320" cy="579600"/>
                <a:chOff x="7566480" y="569520"/>
                <a:chExt cx="472320" cy="579600"/>
              </a:xfrm>
            </p:grpSpPr>
            <p:sp>
              <p:nvSpPr>
                <p:cNvPr id="950" name="Google Shape;1068;p32"/>
                <p:cNvSpPr/>
                <p:nvPr/>
              </p:nvSpPr>
              <p:spPr>
                <a:xfrm>
                  <a:off x="7574400" y="1143360"/>
                  <a:ext cx="442080" cy="5760"/>
                </a:xfrm>
                <a:custGeom>
                  <a:avLst/>
                  <a:gdLst>
                    <a:gd name="textAreaLeft" fmla="*/ 0 w 442080"/>
                    <a:gd name="textAreaRight" fmla="*/ 442440 w 442080"/>
                    <a:gd name="textAreaTop" fmla="*/ 0 h 5760"/>
                    <a:gd name="textAreaBottom" fmla="*/ 6120 h 5760"/>
                  </a:gdLst>
                  <a:ahLst/>
                  <a:cxnLst/>
                  <a:rect l="textAreaLeft" t="textAreaTop" r="textAreaRight" b="textAreaBottom"/>
                  <a:pathLst>
                    <a:path w="700277" h="9525">
                      <a:moveTo>
                        <a:pt x="700278" y="0"/>
                      </a:moveTo>
                      <a:lnTo>
                        <a:pt x="0" y="0"/>
                      </a:lnTo>
                    </a:path>
                  </a:pathLst>
                </a:custGeom>
                <a:solidFill>
                  <a:schemeClr val="dk1"/>
                </a:solidFill>
                <a:ln w="12750" cap="rnd">
                  <a:solidFill>
                    <a:srgbClr val="35363B"/>
                  </a:solidFill>
                  <a:prstDash val="dashDot"/>
                  <a:miter/>
                </a:ln>
              </p:spPr>
              <p:style>
                <a:lnRef idx="0">
                  <a:scrgbClr r="0" g="0" b="0"/>
                </a:lnRef>
                <a:fillRef idx="0">
                  <a:scrgbClr r="0" g="0" b="0"/>
                </a:fillRef>
                <a:effectRef idx="0">
                  <a:scrgbClr r="0" g="0" b="0"/>
                </a:effectRef>
                <a:fontRef idx="minor"/>
              </p:style>
              <p:txBody>
                <a:bodyPr tIns="2880" bIns="2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1" name="Google Shape;1069;p32"/>
                <p:cNvSpPr/>
                <p:nvPr/>
              </p:nvSpPr>
              <p:spPr>
                <a:xfrm>
                  <a:off x="7566480" y="577440"/>
                  <a:ext cx="5760" cy="549720"/>
                </a:xfrm>
                <a:custGeom>
                  <a:avLst/>
                  <a:gdLst>
                    <a:gd name="textAreaLeft" fmla="*/ 0 w 5760"/>
                    <a:gd name="textAreaRight" fmla="*/ 6120 w 5760"/>
                    <a:gd name="textAreaTop" fmla="*/ 0 h 549720"/>
                    <a:gd name="textAreaBottom" fmla="*/ 550080 h 549720"/>
                  </a:gdLst>
                  <a:ahLst/>
                  <a:cxnLst/>
                  <a:rect l="textAreaLeft" t="textAreaTop" r="textAreaRight" b="textAreaBottom"/>
                  <a:pathLst>
                    <a:path w="9525" h="870680">
                      <a:moveTo>
                        <a:pt x="0" y="870680"/>
                      </a:moveTo>
                      <a:lnTo>
                        <a:pt x="0" y="0"/>
                      </a:lnTo>
                    </a:path>
                  </a:pathLst>
                </a:custGeom>
                <a:solidFill>
                  <a:schemeClr val="dk1"/>
                </a:solidFill>
                <a:ln w="12750" cap="rnd">
                  <a:solidFill>
                    <a:srgbClr val="35363B"/>
                  </a:solidFill>
                  <a:prstDash val="dashDot"/>
                  <a:miter/>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2" name="Google Shape;1070;p32"/>
                <p:cNvSpPr/>
                <p:nvPr/>
              </p:nvSpPr>
              <p:spPr>
                <a:xfrm>
                  <a:off x="7582680" y="569520"/>
                  <a:ext cx="442080" cy="5760"/>
                </a:xfrm>
                <a:custGeom>
                  <a:avLst/>
                  <a:gdLst>
                    <a:gd name="textAreaLeft" fmla="*/ 0 w 442080"/>
                    <a:gd name="textAreaRight" fmla="*/ 442440 w 442080"/>
                    <a:gd name="textAreaTop" fmla="*/ 0 h 5760"/>
                    <a:gd name="textAreaBottom" fmla="*/ 6120 h 5760"/>
                  </a:gdLst>
                  <a:ahLst/>
                  <a:cxnLst/>
                  <a:rect l="textAreaLeft" t="textAreaTop" r="textAreaRight" b="textAreaBottom"/>
                  <a:pathLst>
                    <a:path w="700277" h="9525">
                      <a:moveTo>
                        <a:pt x="0" y="0"/>
                      </a:moveTo>
                      <a:lnTo>
                        <a:pt x="700278" y="0"/>
                      </a:lnTo>
                    </a:path>
                  </a:pathLst>
                </a:custGeom>
                <a:solidFill>
                  <a:schemeClr val="dk1"/>
                </a:solidFill>
                <a:ln w="12750" cap="rnd">
                  <a:solidFill>
                    <a:srgbClr val="35363B"/>
                  </a:solidFill>
                  <a:prstDash val="dashDot"/>
                  <a:miter/>
                </a:ln>
              </p:spPr>
              <p:style>
                <a:lnRef idx="0">
                  <a:scrgbClr r="0" g="0" b="0"/>
                </a:lnRef>
                <a:fillRef idx="0">
                  <a:scrgbClr r="0" g="0" b="0"/>
                </a:fillRef>
                <a:effectRef idx="0">
                  <a:scrgbClr r="0" g="0" b="0"/>
                </a:effectRef>
                <a:fontRef idx="minor"/>
              </p:style>
              <p:txBody>
                <a:bodyPr tIns="2880" bIns="2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3" name="Google Shape;1071;p32"/>
                <p:cNvSpPr/>
                <p:nvPr/>
              </p:nvSpPr>
              <p:spPr>
                <a:xfrm>
                  <a:off x="8033040" y="585360"/>
                  <a:ext cx="5760" cy="549720"/>
                </a:xfrm>
                <a:custGeom>
                  <a:avLst/>
                  <a:gdLst>
                    <a:gd name="textAreaLeft" fmla="*/ 0 w 5760"/>
                    <a:gd name="textAreaRight" fmla="*/ 6120 w 5760"/>
                    <a:gd name="textAreaTop" fmla="*/ 0 h 549720"/>
                    <a:gd name="textAreaBottom" fmla="*/ 550080 h 549720"/>
                  </a:gdLst>
                  <a:ahLst/>
                  <a:cxnLst/>
                  <a:rect l="textAreaLeft" t="textAreaTop" r="textAreaRight" b="textAreaBottom"/>
                  <a:pathLst>
                    <a:path w="9525" h="870680">
                      <a:moveTo>
                        <a:pt x="0" y="0"/>
                      </a:moveTo>
                      <a:lnTo>
                        <a:pt x="0" y="870680"/>
                      </a:lnTo>
                    </a:path>
                  </a:pathLst>
                </a:custGeom>
                <a:solidFill>
                  <a:schemeClr val="dk1"/>
                </a:solidFill>
                <a:ln w="12750" cap="rnd">
                  <a:solidFill>
                    <a:srgbClr val="35363B"/>
                  </a:solidFill>
                  <a:prstDash val="dashDot"/>
                  <a:miter/>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54" name="Google Shape;1072;p32"/>
              <p:cNvGrpSpPr/>
              <p:nvPr/>
            </p:nvGrpSpPr>
            <p:grpSpPr>
              <a:xfrm>
                <a:off x="7553160" y="556200"/>
                <a:ext cx="492840" cy="600480"/>
                <a:chOff x="7553160" y="556200"/>
                <a:chExt cx="492840" cy="600480"/>
              </a:xfrm>
            </p:grpSpPr>
            <p:grpSp>
              <p:nvGrpSpPr>
                <p:cNvPr id="955" name="Google Shape;1073;p32"/>
                <p:cNvGrpSpPr/>
                <p:nvPr/>
              </p:nvGrpSpPr>
              <p:grpSpPr>
                <a:xfrm>
                  <a:off x="7553160" y="556200"/>
                  <a:ext cx="492840" cy="26280"/>
                  <a:chOff x="7553160" y="556200"/>
                  <a:chExt cx="492840" cy="26280"/>
                </a:xfrm>
              </p:grpSpPr>
              <p:sp>
                <p:nvSpPr>
                  <p:cNvPr id="956" name="Google Shape;1074;p32"/>
                  <p:cNvSpPr/>
                  <p:nvPr/>
                </p:nvSpPr>
                <p:spPr>
                  <a:xfrm>
                    <a:off x="7553160" y="5562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09">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7" name="Google Shape;1075;p32"/>
                  <p:cNvSpPr/>
                  <p:nvPr/>
                </p:nvSpPr>
                <p:spPr>
                  <a:xfrm>
                    <a:off x="7786440" y="5562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09">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8" name="Google Shape;1076;p32"/>
                  <p:cNvSpPr/>
                  <p:nvPr/>
                </p:nvSpPr>
                <p:spPr>
                  <a:xfrm>
                    <a:off x="8019720" y="5562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09">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59" name="Google Shape;1077;p32"/>
                <p:cNvGrpSpPr/>
                <p:nvPr/>
              </p:nvGrpSpPr>
              <p:grpSpPr>
                <a:xfrm>
                  <a:off x="7553160" y="843120"/>
                  <a:ext cx="492840" cy="26280"/>
                  <a:chOff x="7553160" y="843120"/>
                  <a:chExt cx="492840" cy="26280"/>
                </a:xfrm>
              </p:grpSpPr>
              <p:sp>
                <p:nvSpPr>
                  <p:cNvPr id="960" name="Google Shape;1078;p32"/>
                  <p:cNvSpPr/>
                  <p:nvPr/>
                </p:nvSpPr>
                <p:spPr>
                  <a:xfrm>
                    <a:off x="7553160" y="84312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1" name="Google Shape;1079;p32"/>
                  <p:cNvSpPr/>
                  <p:nvPr/>
                </p:nvSpPr>
                <p:spPr>
                  <a:xfrm>
                    <a:off x="8019720" y="84312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62" name="Google Shape;1080;p32"/>
                <p:cNvGrpSpPr/>
                <p:nvPr/>
              </p:nvGrpSpPr>
              <p:grpSpPr>
                <a:xfrm>
                  <a:off x="7553160" y="1130400"/>
                  <a:ext cx="492840" cy="26280"/>
                  <a:chOff x="7553160" y="1130400"/>
                  <a:chExt cx="492840" cy="26280"/>
                </a:xfrm>
              </p:grpSpPr>
              <p:sp>
                <p:nvSpPr>
                  <p:cNvPr id="963" name="Google Shape;1081;p32"/>
                  <p:cNvSpPr/>
                  <p:nvPr/>
                </p:nvSpPr>
                <p:spPr>
                  <a:xfrm>
                    <a:off x="7553160" y="11304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4" name="Google Shape;1082;p32"/>
                  <p:cNvSpPr/>
                  <p:nvPr/>
                </p:nvSpPr>
                <p:spPr>
                  <a:xfrm>
                    <a:off x="7786440" y="11304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5" name="Google Shape;1083;p32"/>
                  <p:cNvSpPr/>
                  <p:nvPr/>
                </p:nvSpPr>
                <p:spPr>
                  <a:xfrm>
                    <a:off x="8019720" y="11304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grpSp>
          <p:nvGrpSpPr>
            <p:cNvPr id="966" name="Google Shape;1084;p32"/>
            <p:cNvGrpSpPr/>
            <p:nvPr/>
          </p:nvGrpSpPr>
          <p:grpSpPr>
            <a:xfrm>
              <a:off x="7821000" y="1008000"/>
              <a:ext cx="161640" cy="93960"/>
              <a:chOff x="7821000" y="1008000"/>
              <a:chExt cx="161640" cy="93960"/>
            </a:xfrm>
          </p:grpSpPr>
          <p:sp>
            <p:nvSpPr>
              <p:cNvPr id="967" name="Google Shape;1085;p32"/>
              <p:cNvSpPr/>
              <p:nvPr/>
            </p:nvSpPr>
            <p:spPr>
              <a:xfrm>
                <a:off x="7821000" y="1008000"/>
                <a:ext cx="161640" cy="93960"/>
              </a:xfrm>
              <a:custGeom>
                <a:avLst/>
                <a:gdLst>
                  <a:gd name="textAreaLeft" fmla="*/ 0 w 161640"/>
                  <a:gd name="textAreaRight" fmla="*/ 162000 w 161640"/>
                  <a:gd name="textAreaTop" fmla="*/ 0 h 93960"/>
                  <a:gd name="textAreaBottom" fmla="*/ 94320 h 93960"/>
                </a:gdLst>
                <a:ahLst/>
                <a:cxnLst/>
                <a:rect l="textAreaLeft" t="textAreaTop" r="textAreaRight" b="textAreaBottom"/>
                <a:pathLst>
                  <a:path w="256508" h="149542">
                    <a:moveTo>
                      <a:pt x="218694" y="0"/>
                    </a:moveTo>
                    <a:cubicBezTo>
                      <a:pt x="239578" y="0"/>
                      <a:pt x="256508" y="16930"/>
                      <a:pt x="256508" y="37814"/>
                    </a:cubicBezTo>
                    <a:lnTo>
                      <a:pt x="256508" y="111728"/>
                    </a:lnTo>
                    <a:cubicBezTo>
                      <a:pt x="256508" y="132612"/>
                      <a:pt x="239578" y="149543"/>
                      <a:pt x="218694" y="149543"/>
                    </a:cubicBezTo>
                    <a:lnTo>
                      <a:pt x="37814" y="149543"/>
                    </a:lnTo>
                    <a:cubicBezTo>
                      <a:pt x="16930" y="149543"/>
                      <a:pt x="1" y="132612"/>
                      <a:pt x="1" y="111728"/>
                    </a:cubicBezTo>
                    <a:lnTo>
                      <a:pt x="1" y="37814"/>
                    </a:lnTo>
                    <a:cubicBezTo>
                      <a:pt x="1" y="16930"/>
                      <a:pt x="16930" y="0"/>
                      <a:pt x="3781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968" name="Google Shape;1086;p32"/>
              <p:cNvGrpSpPr/>
              <p:nvPr/>
            </p:nvGrpSpPr>
            <p:grpSpPr>
              <a:xfrm>
                <a:off x="7842960" y="1024560"/>
                <a:ext cx="115920" cy="62280"/>
                <a:chOff x="7842960" y="1024560"/>
                <a:chExt cx="115920" cy="62280"/>
              </a:xfrm>
            </p:grpSpPr>
            <p:grpSp>
              <p:nvGrpSpPr>
                <p:cNvPr id="969" name="Google Shape;1087;p32"/>
                <p:cNvGrpSpPr/>
                <p:nvPr/>
              </p:nvGrpSpPr>
              <p:grpSpPr>
                <a:xfrm>
                  <a:off x="7899120" y="1025640"/>
                  <a:ext cx="59760" cy="59760"/>
                  <a:chOff x="7899120" y="1025640"/>
                  <a:chExt cx="59760" cy="59760"/>
                </a:xfrm>
              </p:grpSpPr>
              <p:sp>
                <p:nvSpPr>
                  <p:cNvPr id="970" name="Google Shape;1088;p32"/>
                  <p:cNvSpPr/>
                  <p:nvPr/>
                </p:nvSpPr>
                <p:spPr>
                  <a:xfrm>
                    <a:off x="7899120" y="1058760"/>
                    <a:ext cx="26640" cy="26640"/>
                  </a:xfrm>
                  <a:custGeom>
                    <a:avLst/>
                    <a:gdLst>
                      <a:gd name="textAreaLeft" fmla="*/ 0 w 26640"/>
                      <a:gd name="textAreaRight" fmla="*/ 27000 w 26640"/>
                      <a:gd name="textAreaTop" fmla="*/ 0 h 26640"/>
                      <a:gd name="textAreaBottom" fmla="*/ 27000 h 26640"/>
                    </a:gdLst>
                    <a:ahLst/>
                    <a:cxnLst/>
                    <a:rect l="textAreaLeft" t="textAreaTop" r="textAreaRight" b="textAreaBottom"/>
                    <a:pathLst>
                      <a:path w="42671" h="42672">
                        <a:moveTo>
                          <a:pt x="16764" y="31147"/>
                        </a:moveTo>
                        <a:lnTo>
                          <a:pt x="42672" y="5144"/>
                        </a:lnTo>
                        <a:lnTo>
                          <a:pt x="37529" y="0"/>
                        </a:lnTo>
                        <a:lnTo>
                          <a:pt x="11525" y="25908"/>
                        </a:lnTo>
                        <a:lnTo>
                          <a:pt x="6382" y="28765"/>
                        </a:lnTo>
                        <a:lnTo>
                          <a:pt x="0" y="38576"/>
                        </a:lnTo>
                        <a:lnTo>
                          <a:pt x="4096" y="42672"/>
                        </a:lnTo>
                        <a:lnTo>
                          <a:pt x="13906" y="36290"/>
                        </a:lnTo>
                        <a:lnTo>
                          <a:pt x="16764" y="31147"/>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1" name="Google Shape;1089;p32"/>
                  <p:cNvSpPr/>
                  <p:nvPr/>
                </p:nvSpPr>
                <p:spPr>
                  <a:xfrm>
                    <a:off x="7917840" y="1025640"/>
                    <a:ext cx="41040" cy="41040"/>
                  </a:xfrm>
                  <a:custGeom>
                    <a:avLst/>
                    <a:gdLst>
                      <a:gd name="textAreaLeft" fmla="*/ 0 w 41040"/>
                      <a:gd name="textAreaRight" fmla="*/ 41400 w 41040"/>
                      <a:gd name="textAreaTop" fmla="*/ 0 h 41040"/>
                      <a:gd name="textAreaBottom" fmla="*/ 41400 h 41040"/>
                    </a:gdLst>
                    <a:ahLst/>
                    <a:cxnLst/>
                    <a:rect l="textAreaLeft" t="textAreaTop" r="textAreaRight" b="textAreaBottom"/>
                    <a:pathLst>
                      <a:path w="65418" h="65418">
                        <a:moveTo>
                          <a:pt x="36576" y="54845"/>
                        </a:moveTo>
                        <a:lnTo>
                          <a:pt x="63246" y="28175"/>
                        </a:lnTo>
                        <a:cubicBezTo>
                          <a:pt x="64008" y="27413"/>
                          <a:pt x="64484" y="26461"/>
                          <a:pt x="64770" y="25413"/>
                        </a:cubicBezTo>
                        <a:cubicBezTo>
                          <a:pt x="65627" y="21794"/>
                          <a:pt x="66866" y="13602"/>
                          <a:pt x="59341" y="6077"/>
                        </a:cubicBezTo>
                        <a:cubicBezTo>
                          <a:pt x="51816" y="-1447"/>
                          <a:pt x="43625" y="-209"/>
                          <a:pt x="40005" y="648"/>
                        </a:cubicBezTo>
                        <a:cubicBezTo>
                          <a:pt x="38958" y="934"/>
                          <a:pt x="38005" y="1410"/>
                          <a:pt x="37243" y="2172"/>
                        </a:cubicBezTo>
                        <a:lnTo>
                          <a:pt x="10573" y="28842"/>
                        </a:lnTo>
                        <a:cubicBezTo>
                          <a:pt x="14669" y="32938"/>
                          <a:pt x="14669" y="39701"/>
                          <a:pt x="10573" y="43796"/>
                        </a:cubicBezTo>
                        <a:lnTo>
                          <a:pt x="8287" y="46082"/>
                        </a:lnTo>
                        <a:lnTo>
                          <a:pt x="4286" y="42082"/>
                        </a:lnTo>
                        <a:lnTo>
                          <a:pt x="0" y="46368"/>
                        </a:lnTo>
                        <a:lnTo>
                          <a:pt x="19050" y="65418"/>
                        </a:lnTo>
                        <a:lnTo>
                          <a:pt x="23336" y="61132"/>
                        </a:lnTo>
                        <a:lnTo>
                          <a:pt x="19336" y="57131"/>
                        </a:lnTo>
                        <a:lnTo>
                          <a:pt x="21622" y="54845"/>
                        </a:lnTo>
                        <a:cubicBezTo>
                          <a:pt x="25718" y="50750"/>
                          <a:pt x="32481" y="50750"/>
                          <a:pt x="36576" y="54845"/>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972" name="Google Shape;1090;p32"/>
                <p:cNvGrpSpPr/>
                <p:nvPr/>
              </p:nvGrpSpPr>
              <p:grpSpPr>
                <a:xfrm>
                  <a:off x="7842960" y="1024560"/>
                  <a:ext cx="61920" cy="62280"/>
                  <a:chOff x="7842960" y="1024560"/>
                  <a:chExt cx="61920" cy="62280"/>
                </a:xfrm>
              </p:grpSpPr>
              <p:sp>
                <p:nvSpPr>
                  <p:cNvPr id="973" name="Google Shape;1091;p32"/>
                  <p:cNvSpPr/>
                  <p:nvPr/>
                </p:nvSpPr>
                <p:spPr>
                  <a:xfrm>
                    <a:off x="7842960" y="1024560"/>
                    <a:ext cx="61920" cy="62280"/>
                  </a:xfrm>
                  <a:custGeom>
                    <a:avLst/>
                    <a:gdLst>
                      <a:gd name="textAreaLeft" fmla="*/ 0 w 61920"/>
                      <a:gd name="textAreaRight" fmla="*/ 62280 w 61920"/>
                      <a:gd name="textAreaTop" fmla="*/ 0 h 62280"/>
                      <a:gd name="textAreaBottom" fmla="*/ 62640 h 62280"/>
                    </a:gdLst>
                    <a:ahLst/>
                    <a:cxnLst/>
                    <a:rect l="textAreaLeft" t="textAreaTop" r="textAreaRight" b="textAreaBottom"/>
                    <a:pathLst>
                      <a:path w="98773" h="98921">
                        <a:moveTo>
                          <a:pt x="40717" y="72440"/>
                        </a:moveTo>
                        <a:lnTo>
                          <a:pt x="72244" y="40912"/>
                        </a:lnTo>
                        <a:cubicBezTo>
                          <a:pt x="74149" y="39007"/>
                          <a:pt x="76721" y="38054"/>
                          <a:pt x="79388" y="38054"/>
                        </a:cubicBezTo>
                        <a:cubicBezTo>
                          <a:pt x="84341" y="38150"/>
                          <a:pt x="89389" y="36340"/>
                          <a:pt x="93199" y="32530"/>
                        </a:cubicBezTo>
                        <a:cubicBezTo>
                          <a:pt x="98247" y="27482"/>
                          <a:pt x="99866" y="20243"/>
                          <a:pt x="98057" y="13766"/>
                        </a:cubicBezTo>
                        <a:lnTo>
                          <a:pt x="88722" y="23100"/>
                        </a:lnTo>
                        <a:lnTo>
                          <a:pt x="78435" y="20338"/>
                        </a:lnTo>
                        <a:lnTo>
                          <a:pt x="75673" y="10051"/>
                        </a:lnTo>
                        <a:lnTo>
                          <a:pt x="85007" y="716"/>
                        </a:lnTo>
                        <a:cubicBezTo>
                          <a:pt x="78626" y="-1093"/>
                          <a:pt x="71482" y="526"/>
                          <a:pt x="66434" y="5574"/>
                        </a:cubicBezTo>
                        <a:cubicBezTo>
                          <a:pt x="62624" y="9384"/>
                          <a:pt x="60814" y="14432"/>
                          <a:pt x="60909" y="19385"/>
                        </a:cubicBezTo>
                        <a:cubicBezTo>
                          <a:pt x="60909" y="22052"/>
                          <a:pt x="59957" y="24624"/>
                          <a:pt x="58052" y="26529"/>
                        </a:cubicBezTo>
                        <a:lnTo>
                          <a:pt x="26524" y="58057"/>
                        </a:lnTo>
                        <a:cubicBezTo>
                          <a:pt x="24619" y="59962"/>
                          <a:pt x="22047" y="60914"/>
                          <a:pt x="19380" y="60914"/>
                        </a:cubicBezTo>
                        <a:cubicBezTo>
                          <a:pt x="14427" y="60819"/>
                          <a:pt x="9379" y="62629"/>
                          <a:pt x="5569" y="66439"/>
                        </a:cubicBezTo>
                        <a:cubicBezTo>
                          <a:pt x="-2146" y="74154"/>
                          <a:pt x="-1861" y="86918"/>
                          <a:pt x="6522" y="94252"/>
                        </a:cubicBezTo>
                        <a:cubicBezTo>
                          <a:pt x="13761" y="100634"/>
                          <a:pt x="24905" y="100443"/>
                          <a:pt x="32048" y="93871"/>
                        </a:cubicBezTo>
                        <a:cubicBezTo>
                          <a:pt x="36239" y="89966"/>
                          <a:pt x="38240" y="84632"/>
                          <a:pt x="38145" y="79393"/>
                        </a:cubicBezTo>
                        <a:cubicBezTo>
                          <a:pt x="38145" y="76821"/>
                          <a:pt x="39097" y="74249"/>
                          <a:pt x="41002" y="72440"/>
                        </a:cubicBezTo>
                        <a:close/>
                        <a:moveTo>
                          <a:pt x="16618" y="87965"/>
                        </a:moveTo>
                        <a:lnTo>
                          <a:pt x="10713" y="82060"/>
                        </a:lnTo>
                        <a:lnTo>
                          <a:pt x="12903" y="73964"/>
                        </a:lnTo>
                        <a:lnTo>
                          <a:pt x="21000" y="71773"/>
                        </a:lnTo>
                        <a:lnTo>
                          <a:pt x="26905" y="77678"/>
                        </a:lnTo>
                        <a:lnTo>
                          <a:pt x="24714" y="85775"/>
                        </a:lnTo>
                        <a:lnTo>
                          <a:pt x="16618" y="8796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31320" bIns="31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4" name="Google Shape;1092;p32"/>
                  <p:cNvSpPr/>
                  <p:nvPr/>
                </p:nvSpPr>
                <p:spPr>
                  <a:xfrm>
                    <a:off x="7868880" y="1051560"/>
                    <a:ext cx="9360" cy="9360"/>
                  </a:xfrm>
                  <a:custGeom>
                    <a:avLst/>
                    <a:gdLst>
                      <a:gd name="textAreaLeft" fmla="*/ 0 w 9360"/>
                      <a:gd name="textAreaRight" fmla="*/ 9720 w 9360"/>
                      <a:gd name="textAreaTop" fmla="*/ 0 h 9360"/>
                      <a:gd name="textAreaBottom" fmla="*/ 9720 h 9360"/>
                    </a:gdLst>
                    <a:ahLst/>
                    <a:cxnLst/>
                    <a:rect l="textAreaLeft" t="textAreaTop" r="textAreaRight" b="textAreaBottom"/>
                    <a:pathLst>
                      <a:path w="15573" h="15573">
                        <a:moveTo>
                          <a:pt x="786" y="14883"/>
                        </a:moveTo>
                        <a:lnTo>
                          <a:pt x="786" y="14883"/>
                        </a:lnTo>
                        <a:cubicBezTo>
                          <a:pt x="-262" y="13835"/>
                          <a:pt x="-262" y="12025"/>
                          <a:pt x="786" y="10882"/>
                        </a:cubicBezTo>
                        <a:lnTo>
                          <a:pt x="10882" y="786"/>
                        </a:lnTo>
                        <a:cubicBezTo>
                          <a:pt x="11930" y="-262"/>
                          <a:pt x="13740" y="-262"/>
                          <a:pt x="14788" y="786"/>
                        </a:cubicBezTo>
                        <a:lnTo>
                          <a:pt x="14788" y="786"/>
                        </a:lnTo>
                        <a:cubicBezTo>
                          <a:pt x="15835" y="1834"/>
                          <a:pt x="15835" y="3643"/>
                          <a:pt x="14788" y="4691"/>
                        </a:cubicBezTo>
                        <a:lnTo>
                          <a:pt x="4691" y="14788"/>
                        </a:lnTo>
                        <a:cubicBezTo>
                          <a:pt x="3643" y="15835"/>
                          <a:pt x="1834" y="15835"/>
                          <a:pt x="690" y="14788"/>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grpSp>
      <p:grpSp>
        <p:nvGrpSpPr>
          <p:cNvPr id="975" name="Google Shape;1093;p32"/>
          <p:cNvGrpSpPr/>
          <p:nvPr/>
        </p:nvGrpSpPr>
        <p:grpSpPr>
          <a:xfrm>
            <a:off x="254520" y="3695400"/>
            <a:ext cx="916920" cy="683280"/>
            <a:chOff x="254520" y="3695400"/>
            <a:chExt cx="916920" cy="683280"/>
          </a:xfrm>
        </p:grpSpPr>
        <p:grpSp>
          <p:nvGrpSpPr>
            <p:cNvPr id="976" name="Google Shape;1094;p32"/>
            <p:cNvGrpSpPr/>
            <p:nvPr/>
          </p:nvGrpSpPr>
          <p:grpSpPr>
            <a:xfrm>
              <a:off x="254520" y="3695400"/>
              <a:ext cx="916920" cy="683280"/>
              <a:chOff x="254520" y="3695400"/>
              <a:chExt cx="916920" cy="683280"/>
            </a:xfrm>
          </p:grpSpPr>
          <p:sp>
            <p:nvSpPr>
              <p:cNvPr id="977" name="Google Shape;1095;p32"/>
              <p:cNvSpPr/>
              <p:nvPr/>
            </p:nvSpPr>
            <p:spPr>
              <a:xfrm>
                <a:off x="458640" y="3695400"/>
                <a:ext cx="712800" cy="479160"/>
              </a:xfrm>
              <a:custGeom>
                <a:avLst/>
                <a:gdLst>
                  <a:gd name="textAreaLeft" fmla="*/ 0 w 712800"/>
                  <a:gd name="textAreaRight" fmla="*/ 713160 w 712800"/>
                  <a:gd name="textAreaTop" fmla="*/ 0 h 479160"/>
                  <a:gd name="textAreaBottom" fmla="*/ 479520 h 479160"/>
                </a:gdLst>
                <a:ahLst/>
                <a:cxnLst/>
                <a:rect l="textAreaLeft" t="textAreaTop" r="textAreaRight" b="textAreaBottom"/>
                <a:pathLst>
                  <a:path w="445389" h="299466">
                    <a:moveTo>
                      <a:pt x="139065" y="7620"/>
                    </a:moveTo>
                    <a:lnTo>
                      <a:pt x="173355" y="41910"/>
                    </a:lnTo>
                    <a:cubicBezTo>
                      <a:pt x="178308" y="46863"/>
                      <a:pt x="185071" y="49721"/>
                      <a:pt x="192119" y="49721"/>
                    </a:cubicBezTo>
                    <a:lnTo>
                      <a:pt x="418910" y="49721"/>
                    </a:lnTo>
                    <a:cubicBezTo>
                      <a:pt x="433578" y="49721"/>
                      <a:pt x="445389" y="61627"/>
                      <a:pt x="445389" y="76200"/>
                    </a:cubicBezTo>
                    <a:lnTo>
                      <a:pt x="445389" y="272987"/>
                    </a:lnTo>
                    <a:cubicBezTo>
                      <a:pt x="445389" y="287655"/>
                      <a:pt x="433483" y="299466"/>
                      <a:pt x="418910" y="299466"/>
                    </a:cubicBezTo>
                    <a:lnTo>
                      <a:pt x="26479" y="299466"/>
                    </a:lnTo>
                    <a:cubicBezTo>
                      <a:pt x="11811" y="299466"/>
                      <a:pt x="0" y="287560"/>
                      <a:pt x="0" y="272987"/>
                    </a:cubicBezTo>
                    <a:lnTo>
                      <a:pt x="0" y="26479"/>
                    </a:lnTo>
                    <a:cubicBezTo>
                      <a:pt x="0" y="11811"/>
                      <a:pt x="11906" y="0"/>
                      <a:pt x="26479" y="0"/>
                    </a:cubicBezTo>
                    <a:lnTo>
                      <a:pt x="120396" y="0"/>
                    </a:lnTo>
                    <a:cubicBezTo>
                      <a:pt x="127444" y="0"/>
                      <a:pt x="134207" y="2762"/>
                      <a:pt x="139160" y="7715"/>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8" name="Google Shape;1096;p32"/>
              <p:cNvSpPr/>
              <p:nvPr/>
            </p:nvSpPr>
            <p:spPr>
              <a:xfrm>
                <a:off x="356400" y="3797280"/>
                <a:ext cx="712800" cy="479160"/>
              </a:xfrm>
              <a:custGeom>
                <a:avLst/>
                <a:gdLst>
                  <a:gd name="textAreaLeft" fmla="*/ 0 w 712800"/>
                  <a:gd name="textAreaRight" fmla="*/ 713160 w 712800"/>
                  <a:gd name="textAreaTop" fmla="*/ 0 h 479160"/>
                  <a:gd name="textAreaBottom" fmla="*/ 479520 h 479160"/>
                </a:gdLst>
                <a:ahLst/>
                <a:cxnLst/>
                <a:rect l="textAreaLeft" t="textAreaTop" r="textAreaRight" b="textAreaBottom"/>
                <a:pathLst>
                  <a:path w="445389" h="299465">
                    <a:moveTo>
                      <a:pt x="139065" y="7715"/>
                    </a:moveTo>
                    <a:lnTo>
                      <a:pt x="173355" y="42005"/>
                    </a:lnTo>
                    <a:cubicBezTo>
                      <a:pt x="178308" y="46958"/>
                      <a:pt x="185071" y="49721"/>
                      <a:pt x="192119" y="49721"/>
                    </a:cubicBezTo>
                    <a:lnTo>
                      <a:pt x="418909" y="49721"/>
                    </a:lnTo>
                    <a:cubicBezTo>
                      <a:pt x="433578" y="49721"/>
                      <a:pt x="445389" y="61627"/>
                      <a:pt x="445389" y="76200"/>
                    </a:cubicBezTo>
                    <a:lnTo>
                      <a:pt x="445389" y="272986"/>
                    </a:lnTo>
                    <a:cubicBezTo>
                      <a:pt x="445389" y="287655"/>
                      <a:pt x="433483" y="299466"/>
                      <a:pt x="418909" y="299466"/>
                    </a:cubicBezTo>
                    <a:lnTo>
                      <a:pt x="26480" y="299466"/>
                    </a:lnTo>
                    <a:cubicBezTo>
                      <a:pt x="11811" y="299466"/>
                      <a:pt x="0" y="287560"/>
                      <a:pt x="0" y="272986"/>
                    </a:cubicBezTo>
                    <a:lnTo>
                      <a:pt x="0" y="26479"/>
                    </a:lnTo>
                    <a:cubicBezTo>
                      <a:pt x="0" y="11811"/>
                      <a:pt x="11906" y="0"/>
                      <a:pt x="26480" y="0"/>
                    </a:cubicBezTo>
                    <a:lnTo>
                      <a:pt x="120396" y="0"/>
                    </a:lnTo>
                    <a:cubicBezTo>
                      <a:pt x="127445" y="0"/>
                      <a:pt x="134207" y="2762"/>
                      <a:pt x="139160" y="7715"/>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9" name="Google Shape;1097;p32"/>
              <p:cNvSpPr/>
              <p:nvPr/>
            </p:nvSpPr>
            <p:spPr>
              <a:xfrm>
                <a:off x="254520" y="3899520"/>
                <a:ext cx="712800" cy="479160"/>
              </a:xfrm>
              <a:custGeom>
                <a:avLst/>
                <a:gdLst>
                  <a:gd name="textAreaLeft" fmla="*/ 0 w 712800"/>
                  <a:gd name="textAreaRight" fmla="*/ 713160 w 712800"/>
                  <a:gd name="textAreaTop" fmla="*/ 0 h 479160"/>
                  <a:gd name="textAreaBottom" fmla="*/ 479520 h 479160"/>
                </a:gdLst>
                <a:ahLst/>
                <a:cxnLst/>
                <a:rect l="textAreaLeft" t="textAreaTop" r="textAreaRight" b="textAreaBottom"/>
                <a:pathLst>
                  <a:path w="445389" h="299466">
                    <a:moveTo>
                      <a:pt x="139065" y="7715"/>
                    </a:moveTo>
                    <a:lnTo>
                      <a:pt x="173355" y="42005"/>
                    </a:lnTo>
                    <a:cubicBezTo>
                      <a:pt x="178308" y="46958"/>
                      <a:pt x="185071" y="49721"/>
                      <a:pt x="192119" y="49721"/>
                    </a:cubicBezTo>
                    <a:lnTo>
                      <a:pt x="418909" y="49721"/>
                    </a:lnTo>
                    <a:cubicBezTo>
                      <a:pt x="433578" y="49721"/>
                      <a:pt x="445389" y="61627"/>
                      <a:pt x="445389" y="76200"/>
                    </a:cubicBezTo>
                    <a:lnTo>
                      <a:pt x="445389" y="272987"/>
                    </a:lnTo>
                    <a:cubicBezTo>
                      <a:pt x="445389" y="287655"/>
                      <a:pt x="433483" y="299466"/>
                      <a:pt x="418909" y="299466"/>
                    </a:cubicBezTo>
                    <a:lnTo>
                      <a:pt x="26479" y="299466"/>
                    </a:lnTo>
                    <a:cubicBezTo>
                      <a:pt x="11811" y="299466"/>
                      <a:pt x="0" y="287560"/>
                      <a:pt x="0" y="272987"/>
                    </a:cubicBezTo>
                    <a:lnTo>
                      <a:pt x="0" y="26479"/>
                    </a:lnTo>
                    <a:cubicBezTo>
                      <a:pt x="0" y="11811"/>
                      <a:pt x="11906" y="0"/>
                      <a:pt x="26479" y="0"/>
                    </a:cubicBezTo>
                    <a:lnTo>
                      <a:pt x="120396" y="0"/>
                    </a:lnTo>
                    <a:cubicBezTo>
                      <a:pt x="127444" y="0"/>
                      <a:pt x="134207" y="2762"/>
                      <a:pt x="139160" y="7715"/>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980" name="Google Shape;1098;p32"/>
            <p:cNvSpPr/>
            <p:nvPr/>
          </p:nvSpPr>
          <p:spPr>
            <a:xfrm>
              <a:off x="429840" y="4095360"/>
              <a:ext cx="356760" cy="162720"/>
            </a:xfrm>
            <a:custGeom>
              <a:avLst/>
              <a:gdLst>
                <a:gd name="textAreaLeft" fmla="*/ 0 w 356760"/>
                <a:gd name="textAreaRight" fmla="*/ 357120 w 356760"/>
                <a:gd name="textAreaTop" fmla="*/ 0 h 162720"/>
                <a:gd name="textAreaBottom" fmla="*/ 163080 h 162720"/>
              </a:gdLst>
              <a:ahLst/>
              <a:cxnLst/>
              <a:rect l="textAreaLeft" t="textAreaTop" r="textAreaRight" b="textAreaBottom"/>
              <a:pathLst>
                <a:path w="222980" h="101917">
                  <a:moveTo>
                    <a:pt x="25051" y="45529"/>
                  </a:moveTo>
                  <a:lnTo>
                    <a:pt x="0" y="45529"/>
                  </a:lnTo>
                  <a:lnTo>
                    <a:pt x="0" y="56388"/>
                  </a:lnTo>
                  <a:lnTo>
                    <a:pt x="25051" y="56388"/>
                  </a:lnTo>
                  <a:lnTo>
                    <a:pt x="25051" y="45529"/>
                  </a:lnTo>
                  <a:close/>
                  <a:moveTo>
                    <a:pt x="115538" y="79153"/>
                  </a:moveTo>
                  <a:lnTo>
                    <a:pt x="184023" y="79153"/>
                  </a:lnTo>
                  <a:lnTo>
                    <a:pt x="184023" y="68294"/>
                  </a:lnTo>
                  <a:lnTo>
                    <a:pt x="115538" y="68294"/>
                  </a:lnTo>
                  <a:lnTo>
                    <a:pt x="115538" y="79153"/>
                  </a:lnTo>
                  <a:close/>
                  <a:moveTo>
                    <a:pt x="32766" y="56388"/>
                  </a:moveTo>
                  <a:lnTo>
                    <a:pt x="129730" y="56388"/>
                  </a:lnTo>
                  <a:lnTo>
                    <a:pt x="129730" y="45529"/>
                  </a:lnTo>
                  <a:lnTo>
                    <a:pt x="32766" y="45529"/>
                  </a:lnTo>
                  <a:lnTo>
                    <a:pt x="32766" y="56388"/>
                  </a:lnTo>
                  <a:close/>
                  <a:moveTo>
                    <a:pt x="184023" y="0"/>
                  </a:moveTo>
                  <a:lnTo>
                    <a:pt x="23908" y="0"/>
                  </a:lnTo>
                  <a:lnTo>
                    <a:pt x="23908" y="10858"/>
                  </a:lnTo>
                  <a:lnTo>
                    <a:pt x="184023" y="10858"/>
                  </a:lnTo>
                  <a:lnTo>
                    <a:pt x="184023" y="0"/>
                  </a:lnTo>
                  <a:close/>
                  <a:moveTo>
                    <a:pt x="47815" y="22765"/>
                  </a:moveTo>
                  <a:lnTo>
                    <a:pt x="0" y="22765"/>
                  </a:lnTo>
                  <a:lnTo>
                    <a:pt x="0" y="33623"/>
                  </a:lnTo>
                  <a:lnTo>
                    <a:pt x="47815" y="33623"/>
                  </a:lnTo>
                  <a:lnTo>
                    <a:pt x="47815" y="22765"/>
                  </a:lnTo>
                  <a:close/>
                  <a:moveTo>
                    <a:pt x="102584" y="68294"/>
                  </a:moveTo>
                  <a:lnTo>
                    <a:pt x="0" y="68294"/>
                  </a:lnTo>
                  <a:lnTo>
                    <a:pt x="0" y="79153"/>
                  </a:lnTo>
                  <a:lnTo>
                    <a:pt x="102584" y="79153"/>
                  </a:lnTo>
                  <a:lnTo>
                    <a:pt x="102584" y="68294"/>
                  </a:lnTo>
                  <a:close/>
                  <a:moveTo>
                    <a:pt x="146875" y="101918"/>
                  </a:moveTo>
                  <a:lnTo>
                    <a:pt x="195644" y="101918"/>
                  </a:lnTo>
                  <a:lnTo>
                    <a:pt x="195644" y="91059"/>
                  </a:lnTo>
                  <a:lnTo>
                    <a:pt x="146875" y="91059"/>
                  </a:lnTo>
                  <a:lnTo>
                    <a:pt x="146875" y="101918"/>
                  </a:lnTo>
                  <a:close/>
                  <a:moveTo>
                    <a:pt x="0" y="101918"/>
                  </a:moveTo>
                  <a:lnTo>
                    <a:pt x="62198" y="101918"/>
                  </a:lnTo>
                  <a:lnTo>
                    <a:pt x="62198" y="91059"/>
                  </a:lnTo>
                  <a:lnTo>
                    <a:pt x="0" y="91059"/>
                  </a:lnTo>
                  <a:lnTo>
                    <a:pt x="0" y="101918"/>
                  </a:lnTo>
                  <a:close/>
                  <a:moveTo>
                    <a:pt x="60769" y="33623"/>
                  </a:moveTo>
                  <a:lnTo>
                    <a:pt x="222980" y="33623"/>
                  </a:lnTo>
                  <a:lnTo>
                    <a:pt x="222980" y="22765"/>
                  </a:lnTo>
                  <a:lnTo>
                    <a:pt x="60769" y="22765"/>
                  </a:lnTo>
                  <a:lnTo>
                    <a:pt x="60769" y="33623"/>
                  </a:lnTo>
                  <a:close/>
                  <a:moveTo>
                    <a:pt x="190500" y="0"/>
                  </a:moveTo>
                  <a:lnTo>
                    <a:pt x="190500" y="10858"/>
                  </a:lnTo>
                  <a:lnTo>
                    <a:pt x="222980" y="10858"/>
                  </a:lnTo>
                  <a:lnTo>
                    <a:pt x="222980" y="0"/>
                  </a:lnTo>
                  <a:lnTo>
                    <a:pt x="190500" y="0"/>
                  </a:lnTo>
                  <a:close/>
                  <a:moveTo>
                    <a:pt x="137350" y="56388"/>
                  </a:moveTo>
                  <a:lnTo>
                    <a:pt x="222980" y="56388"/>
                  </a:lnTo>
                  <a:lnTo>
                    <a:pt x="222980" y="45529"/>
                  </a:lnTo>
                  <a:lnTo>
                    <a:pt x="137350" y="45529"/>
                  </a:lnTo>
                  <a:lnTo>
                    <a:pt x="137350" y="56388"/>
                  </a:lnTo>
                  <a:close/>
                  <a:moveTo>
                    <a:pt x="196882" y="79153"/>
                  </a:moveTo>
                  <a:lnTo>
                    <a:pt x="222885" y="79153"/>
                  </a:lnTo>
                  <a:lnTo>
                    <a:pt x="222885" y="68294"/>
                  </a:lnTo>
                  <a:lnTo>
                    <a:pt x="196882" y="68294"/>
                  </a:lnTo>
                  <a:lnTo>
                    <a:pt x="196882" y="79153"/>
                  </a:lnTo>
                  <a:close/>
                  <a:moveTo>
                    <a:pt x="75057" y="101918"/>
                  </a:moveTo>
                  <a:lnTo>
                    <a:pt x="139065" y="101918"/>
                  </a:lnTo>
                  <a:lnTo>
                    <a:pt x="139065" y="91059"/>
                  </a:lnTo>
                  <a:lnTo>
                    <a:pt x="75057" y="91059"/>
                  </a:lnTo>
                  <a:lnTo>
                    <a:pt x="75057" y="101918"/>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1" name="PlaceHolder 1"/>
          <p:cNvSpPr>
            <a:spLocks noGrp="1"/>
          </p:cNvSpPr>
          <p:nvPr>
            <p:ph type="title"/>
          </p:nvPr>
        </p:nvSpPr>
        <p:spPr>
          <a:xfrm>
            <a:off x="2009880" y="838080"/>
            <a:ext cx="5114520" cy="139032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US" sz="4000" b="1" u="none" strike="noStrike" dirty="0">
                <a:solidFill>
                  <a:schemeClr val="dk1"/>
                </a:solidFill>
                <a:effectLst/>
                <a:uFillTx/>
                <a:latin typeface="Epilogue"/>
                <a:ea typeface="Epilogue"/>
              </a:rPr>
              <a:t>Problem Identification</a:t>
            </a:r>
            <a:br>
              <a:rPr lang="en-US" sz="4000" b="1" u="none" strike="noStrike" dirty="0">
                <a:solidFill>
                  <a:schemeClr val="dk1"/>
                </a:solidFill>
                <a:effectLst/>
                <a:uFillTx/>
                <a:latin typeface="Epilogue"/>
                <a:ea typeface="Epilogue"/>
              </a:rPr>
            </a:br>
            <a:endParaRPr lang="fr-FR" sz="4000" b="0" u="none" strike="noStrike" dirty="0">
              <a:solidFill>
                <a:schemeClr val="dk1"/>
              </a:solidFill>
              <a:effectLst/>
              <a:uFillTx/>
              <a:latin typeface="Arial"/>
            </a:endParaRPr>
          </a:p>
        </p:txBody>
      </p:sp>
      <p:sp>
        <p:nvSpPr>
          <p:cNvPr id="982" name="PlaceHolder 2"/>
          <p:cNvSpPr>
            <a:spLocks noGrp="1"/>
          </p:cNvSpPr>
          <p:nvPr>
            <p:ph type="subTitle"/>
          </p:nvPr>
        </p:nvSpPr>
        <p:spPr>
          <a:xfrm>
            <a:off x="2009880" y="2228760"/>
            <a:ext cx="5114520" cy="206640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a:solidFill>
                  <a:schemeClr val="dk1"/>
                </a:solidFill>
                <a:effectLst/>
                <a:uFillTx/>
                <a:latin typeface="Lato"/>
                <a:ea typeface="Lato"/>
              </a:rPr>
              <a:t>Educators face fragmented workflows due to multiple file types like PDFs, PPTX, and 3D models. Traditional hardware limits interaction to linear navigation without 3D control. Additionally, there is no integrated method to record and share the presentation seamlessly, complicating dissemination.</a:t>
            </a:r>
            <a:endParaRPr lang="en-US" sz="1200" b="0" u="none" strike="noStrike">
              <a:solidFill>
                <a:srgbClr val="000000"/>
              </a:solidFill>
              <a:effectLst/>
              <a:uFillTx/>
              <a:latin typeface="OpenSymbo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 name="Google Shape;966;p31"/>
          <p:cNvSpPr/>
          <p:nvPr/>
        </p:nvSpPr>
        <p:spPr>
          <a:xfrm rot="4500000">
            <a:off x="4600800" y="7200"/>
            <a:ext cx="5575320" cy="4866840"/>
          </a:xfrm>
          <a:custGeom>
            <a:avLst/>
            <a:gdLst>
              <a:gd name="textAreaLeft" fmla="*/ 0 w 5575320"/>
              <a:gd name="textAreaRight" fmla="*/ 5575680 w 5575320"/>
              <a:gd name="textAreaTop" fmla="*/ 0 h 4866840"/>
              <a:gd name="textAreaBottom" fmla="*/ 4867200 h 4866840"/>
            </a:gdLst>
            <a:ahLst/>
            <a:cxnLst/>
            <a:rect l="textAreaLeft" t="textAreaTop" r="textAreaRight" b="textAreaBottom"/>
            <a:pathLst>
              <a:path w="45721" h="44028">
                <a:moveTo>
                  <a:pt x="22493" y="0"/>
                </a:moveTo>
                <a:cubicBezTo>
                  <a:pt x="21088" y="0"/>
                  <a:pt x="19696" y="207"/>
                  <a:pt x="18384" y="686"/>
                </a:cubicBezTo>
                <a:cubicBezTo>
                  <a:pt x="16538" y="1365"/>
                  <a:pt x="14788" y="2674"/>
                  <a:pt x="13800" y="4401"/>
                </a:cubicBezTo>
                <a:cubicBezTo>
                  <a:pt x="12502" y="6663"/>
                  <a:pt x="12633" y="9461"/>
                  <a:pt x="11597" y="11842"/>
                </a:cubicBezTo>
                <a:cubicBezTo>
                  <a:pt x="10764" y="13771"/>
                  <a:pt x="8704" y="14926"/>
                  <a:pt x="7073" y="16116"/>
                </a:cubicBezTo>
                <a:cubicBezTo>
                  <a:pt x="4548" y="17962"/>
                  <a:pt x="2048" y="20141"/>
                  <a:pt x="1179" y="23260"/>
                </a:cubicBezTo>
                <a:cubicBezTo>
                  <a:pt x="0" y="27415"/>
                  <a:pt x="346" y="32368"/>
                  <a:pt x="2715" y="36071"/>
                </a:cubicBezTo>
                <a:cubicBezTo>
                  <a:pt x="4489" y="38834"/>
                  <a:pt x="7513" y="39655"/>
                  <a:pt x="10644" y="39715"/>
                </a:cubicBezTo>
                <a:cubicBezTo>
                  <a:pt x="10740" y="39716"/>
                  <a:pt x="10835" y="39717"/>
                  <a:pt x="10932" y="39717"/>
                </a:cubicBezTo>
                <a:cubicBezTo>
                  <a:pt x="12378" y="39717"/>
                  <a:pt x="13967" y="39555"/>
                  <a:pt x="15526" y="39555"/>
                </a:cubicBezTo>
                <a:cubicBezTo>
                  <a:pt x="17089" y="39555"/>
                  <a:pt x="18623" y="39718"/>
                  <a:pt x="19955" y="40369"/>
                </a:cubicBezTo>
                <a:cubicBezTo>
                  <a:pt x="23538" y="42115"/>
                  <a:pt x="27996" y="44028"/>
                  <a:pt x="32241" y="44028"/>
                </a:cubicBezTo>
                <a:cubicBezTo>
                  <a:pt x="33555" y="44028"/>
                  <a:pt x="34848" y="43845"/>
                  <a:pt x="36088" y="43417"/>
                </a:cubicBezTo>
                <a:cubicBezTo>
                  <a:pt x="41505" y="41548"/>
                  <a:pt x="44149" y="37905"/>
                  <a:pt x="44934" y="33178"/>
                </a:cubicBezTo>
                <a:cubicBezTo>
                  <a:pt x="45720" y="28463"/>
                  <a:pt x="43565" y="24534"/>
                  <a:pt x="42875" y="20796"/>
                </a:cubicBezTo>
                <a:cubicBezTo>
                  <a:pt x="42446" y="18438"/>
                  <a:pt x="42160" y="15819"/>
                  <a:pt x="41422" y="13473"/>
                </a:cubicBezTo>
                <a:cubicBezTo>
                  <a:pt x="41148" y="12580"/>
                  <a:pt x="40779" y="11711"/>
                  <a:pt x="40339" y="10890"/>
                </a:cubicBezTo>
                <a:cubicBezTo>
                  <a:pt x="38076" y="6675"/>
                  <a:pt x="34100" y="3496"/>
                  <a:pt x="29766" y="1615"/>
                </a:cubicBezTo>
                <a:cubicBezTo>
                  <a:pt x="27553" y="661"/>
                  <a:pt x="25002" y="0"/>
                  <a:pt x="22493"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84" name="PlaceHolder 1"/>
          <p:cNvSpPr>
            <a:spLocks noGrp="1"/>
          </p:cNvSpPr>
          <p:nvPr>
            <p:ph type="title"/>
          </p:nvPr>
        </p:nvSpPr>
        <p:spPr>
          <a:xfrm>
            <a:off x="230880" y="727115"/>
            <a:ext cx="5453040" cy="1375543"/>
          </a:xfrm>
          <a:prstGeom prst="rect">
            <a:avLst/>
          </a:prstGeom>
          <a:noFill/>
          <a:ln w="0">
            <a:noFill/>
          </a:ln>
        </p:spPr>
        <p:txBody>
          <a:bodyPr lIns="91440" tIns="91440" rIns="91440" bIns="91440" anchor="b">
            <a:noAutofit/>
          </a:bodyPr>
          <a:lstStyle/>
          <a:p>
            <a:pPr indent="0" algn="ctr">
              <a:lnSpc>
                <a:spcPct val="100000"/>
              </a:lnSpc>
              <a:buNone/>
              <a:tabLst>
                <a:tab pos="0" algn="l"/>
              </a:tabLst>
            </a:pPr>
            <a:r>
              <a:rPr lang="en-US" sz="2400" b="1" u="none" strike="noStrike" dirty="0">
                <a:solidFill>
                  <a:schemeClr val="dk1"/>
                </a:solidFill>
                <a:effectLst/>
                <a:uFillTx/>
                <a:latin typeface="Epilogue"/>
                <a:ea typeface="Epilogue"/>
              </a:rPr>
              <a:t>Dual-Component</a:t>
            </a:r>
            <a:br>
              <a:rPr lang="en-US" sz="2400" b="1" u="none" strike="noStrike" dirty="0">
                <a:solidFill>
                  <a:schemeClr val="dk1"/>
                </a:solidFill>
                <a:effectLst/>
                <a:uFillTx/>
                <a:latin typeface="Epilogue"/>
                <a:ea typeface="Epilogue"/>
              </a:rPr>
            </a:br>
            <a:r>
              <a:rPr lang="en-US" sz="2400" b="1" u="none" strike="noStrike" dirty="0">
                <a:solidFill>
                  <a:schemeClr val="dk1"/>
                </a:solidFill>
                <a:effectLst/>
                <a:uFillTx/>
                <a:latin typeface="Epilogue"/>
                <a:ea typeface="Epilogue"/>
              </a:rPr>
              <a:t>Architecture: Handheld Controller and Web Application</a:t>
            </a:r>
            <a:endParaRPr lang="fr-FR" sz="2400" b="0" u="none" strike="noStrike" dirty="0">
              <a:solidFill>
                <a:schemeClr val="dk1"/>
              </a:solidFill>
              <a:effectLst/>
              <a:uFillTx/>
              <a:latin typeface="Arial"/>
            </a:endParaRPr>
          </a:p>
        </p:txBody>
      </p:sp>
      <p:sp>
        <p:nvSpPr>
          <p:cNvPr id="985" name="PlaceHolder 2"/>
          <p:cNvSpPr>
            <a:spLocks noGrp="1"/>
          </p:cNvSpPr>
          <p:nvPr>
            <p:ph type="subTitle"/>
          </p:nvPr>
        </p:nvSpPr>
        <p:spPr>
          <a:xfrm>
            <a:off x="809640" y="2394021"/>
            <a:ext cx="4295520" cy="206640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dirty="0">
                <a:solidFill>
                  <a:schemeClr val="dk1"/>
                </a:solidFill>
                <a:effectLst/>
                <a:uFillTx/>
                <a:latin typeface="Lato"/>
                <a:ea typeface="Lato"/>
              </a:rPr>
              <a:t>The system combines a custom ESP32-based handheld controller with joystick and IMU sensors for real-time control, and a React-based web app that aggregates files, renders slides and 3D content, and manages recording and conversion processes within a browser environment.</a:t>
            </a:r>
            <a:endParaRPr lang="en-US" sz="1200" b="0" u="none" strike="noStrike" dirty="0">
              <a:solidFill>
                <a:srgbClr val="000000"/>
              </a:solidFill>
              <a:effectLst/>
              <a:uFillTx/>
              <a:latin typeface="OpenSymbol"/>
            </a:endParaRPr>
          </a:p>
        </p:txBody>
      </p:sp>
      <p:sp>
        <p:nvSpPr>
          <p:cNvPr id="986" name="Google Shape;969;p31"/>
          <p:cNvSpPr/>
          <p:nvPr/>
        </p:nvSpPr>
        <p:spPr>
          <a:xfrm>
            <a:off x="5668920" y="1076400"/>
            <a:ext cx="2990160" cy="2990160"/>
          </a:xfrm>
          <a:prstGeom prst="roundRect">
            <a:avLst>
              <a:gd name="adj" fmla="val 16667"/>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 name="PlaceHolder 1"/>
          <p:cNvSpPr>
            <a:spLocks noGrp="1"/>
          </p:cNvSpPr>
          <p:nvPr>
            <p:ph type="title"/>
          </p:nvPr>
        </p:nvSpPr>
        <p:spPr>
          <a:xfrm>
            <a:off x="2009880" y="838080"/>
            <a:ext cx="5114520" cy="139032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US" sz="4000" b="1" u="none" strike="noStrike" dirty="0">
                <a:solidFill>
                  <a:schemeClr val="dk1"/>
                </a:solidFill>
                <a:effectLst/>
                <a:uFillTx/>
                <a:latin typeface="Epilogue"/>
                <a:ea typeface="Epilogue"/>
              </a:rPr>
              <a:t>Core Technologies</a:t>
            </a:r>
            <a:br>
              <a:rPr lang="en-US" sz="4000" b="1" u="none" strike="noStrike" dirty="0">
                <a:solidFill>
                  <a:schemeClr val="dk1"/>
                </a:solidFill>
                <a:effectLst/>
                <a:uFillTx/>
                <a:latin typeface="Epilogue"/>
                <a:ea typeface="Epilogue"/>
              </a:rPr>
            </a:br>
            <a:endParaRPr lang="fr-FR" sz="4000" b="0" u="none" strike="noStrike" dirty="0">
              <a:solidFill>
                <a:schemeClr val="dk1"/>
              </a:solidFill>
              <a:effectLst/>
              <a:uFillTx/>
              <a:latin typeface="Arial"/>
            </a:endParaRPr>
          </a:p>
        </p:txBody>
      </p:sp>
      <p:sp>
        <p:nvSpPr>
          <p:cNvPr id="1032" name="PlaceHolder 2"/>
          <p:cNvSpPr>
            <a:spLocks noGrp="1"/>
          </p:cNvSpPr>
          <p:nvPr>
            <p:ph type="subTitle"/>
          </p:nvPr>
        </p:nvSpPr>
        <p:spPr>
          <a:xfrm>
            <a:off x="2009880" y="2228760"/>
            <a:ext cx="5114520" cy="206640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dirty="0">
                <a:solidFill>
                  <a:schemeClr val="dk1"/>
                </a:solidFill>
                <a:effectLst/>
                <a:uFillTx/>
                <a:latin typeface="Lato"/>
                <a:ea typeface="Lato"/>
              </a:rPr>
              <a:t>Utilizing React, Web server API, three.js for 3D rendering, and </a:t>
            </a:r>
            <a:r>
              <a:rPr lang="en-US" sz="1200" b="0" u="none" strike="noStrike" dirty="0" err="1">
                <a:solidFill>
                  <a:schemeClr val="dk1"/>
                </a:solidFill>
                <a:effectLst/>
                <a:uFillTx/>
                <a:latin typeface="Lato"/>
                <a:ea typeface="Lato"/>
              </a:rPr>
              <a:t>MediaRecorder</a:t>
            </a:r>
            <a:r>
              <a:rPr lang="en-US" sz="1200" b="0" u="none" strike="noStrike" dirty="0">
                <a:solidFill>
                  <a:schemeClr val="dk1"/>
                </a:solidFill>
                <a:effectLst/>
                <a:uFillTx/>
                <a:latin typeface="Lato"/>
                <a:ea typeface="Lato"/>
              </a:rPr>
              <a:t> API with </a:t>
            </a:r>
            <a:r>
              <a:rPr lang="en-US" sz="1200" b="0" u="none" strike="noStrike" dirty="0" err="1">
                <a:solidFill>
                  <a:schemeClr val="dk1"/>
                </a:solidFill>
                <a:effectLst/>
                <a:uFillTx/>
                <a:latin typeface="Lato"/>
                <a:ea typeface="Lato"/>
              </a:rPr>
              <a:t>FFmpeg.wasm</a:t>
            </a:r>
            <a:r>
              <a:rPr lang="en-US" sz="1200" b="0" u="none" strike="noStrike" dirty="0">
                <a:solidFill>
                  <a:schemeClr val="dk1"/>
                </a:solidFill>
                <a:effectLst/>
                <a:uFillTx/>
                <a:latin typeface="Lato"/>
                <a:ea typeface="Lato"/>
              </a:rPr>
              <a:t>, the tool aggregates diverse files into unified slides. The controller sends real-time navigation and motion data via </a:t>
            </a:r>
            <a:r>
              <a:rPr lang="en-US" sz="1200" b="0" u="none" strike="noStrike" dirty="0" err="1">
                <a:solidFill>
                  <a:schemeClr val="dk1"/>
                </a:solidFill>
                <a:effectLst/>
                <a:uFillTx/>
                <a:latin typeface="Lato"/>
                <a:ea typeface="Lato"/>
              </a:rPr>
              <a:t>websocket</a:t>
            </a:r>
            <a:r>
              <a:rPr lang="en-US" sz="1200" b="0" u="none" strike="noStrike" dirty="0">
                <a:solidFill>
                  <a:schemeClr val="dk1"/>
                </a:solidFill>
                <a:effectLst/>
                <a:uFillTx/>
                <a:latin typeface="Lato"/>
                <a:ea typeface="Lato"/>
              </a:rPr>
              <a:t>, enabling interactive presentations. Screen and audio recording is triggered remotely and converted to shareable MP4 format efficiently within the browser.</a:t>
            </a:r>
            <a:endParaRPr lang="en-US" sz="1200" b="0" u="none" strike="noStrike" dirty="0">
              <a:solidFill>
                <a:srgbClr val="000000"/>
              </a:solidFill>
              <a:effectLst/>
              <a:uFillTx/>
              <a:latin typeface="OpenSymbo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5" name="Google Shape;1018;p32"/>
          <p:cNvSpPr/>
          <p:nvPr/>
        </p:nvSpPr>
        <p:spPr>
          <a:xfrm rot="14380200" flipH="1">
            <a:off x="-1095120" y="408240"/>
            <a:ext cx="5218920" cy="4707720"/>
          </a:xfrm>
          <a:custGeom>
            <a:avLst/>
            <a:gdLst>
              <a:gd name="textAreaLeft" fmla="*/ -360 w 5218920"/>
              <a:gd name="textAreaRight" fmla="*/ 5218920 w 5218920"/>
              <a:gd name="textAreaTop" fmla="*/ 0 h 4707720"/>
              <a:gd name="textAreaBottom" fmla="*/ 4708080 h 47077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6" name="PlaceHolder 1"/>
          <p:cNvSpPr>
            <a:spLocks noGrp="1"/>
          </p:cNvSpPr>
          <p:nvPr>
            <p:ph type="title"/>
          </p:nvPr>
        </p:nvSpPr>
        <p:spPr>
          <a:xfrm>
            <a:off x="4048200" y="2571840"/>
            <a:ext cx="4381200" cy="83772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US" sz="4800" b="1" u="none" strike="noStrike">
                <a:solidFill>
                  <a:schemeClr val="dk1"/>
                </a:solidFill>
                <a:effectLst/>
                <a:uFillTx/>
                <a:latin typeface="Epilogue"/>
                <a:ea typeface="Epilogue"/>
              </a:rPr>
              <a:t>Technical Implementation</a:t>
            </a:r>
            <a:endParaRPr lang="fr-FR" sz="4800" b="0" u="none" strike="noStrike">
              <a:solidFill>
                <a:schemeClr val="dk1"/>
              </a:solidFill>
              <a:effectLst/>
              <a:uFillTx/>
              <a:latin typeface="Arial"/>
            </a:endParaRPr>
          </a:p>
        </p:txBody>
      </p:sp>
      <p:sp>
        <p:nvSpPr>
          <p:cNvPr id="1037" name="PlaceHolder 2"/>
          <p:cNvSpPr>
            <a:spLocks noGrp="1"/>
          </p:cNvSpPr>
          <p:nvPr>
            <p:ph type="title"/>
          </p:nvPr>
        </p:nvSpPr>
        <p:spPr>
          <a:xfrm>
            <a:off x="4048200" y="1324080"/>
            <a:ext cx="1238040" cy="837720"/>
          </a:xfrm>
          <a:prstGeom prst="rect">
            <a:avLst/>
          </a:prstGeom>
          <a:noFill/>
          <a:ln w="0">
            <a:noFill/>
          </a:ln>
        </p:spPr>
        <p:txBody>
          <a:bodyPr lIns="91440" tIns="91440" rIns="91440" bIns="91440" anchor="b">
            <a:normAutofit fontScale="90000"/>
          </a:bodyPr>
          <a:lstStyle/>
          <a:p>
            <a:pPr indent="0" algn="ctr">
              <a:lnSpc>
                <a:spcPct val="100000"/>
              </a:lnSpc>
              <a:buNone/>
              <a:tabLst>
                <a:tab pos="0" algn="l"/>
              </a:tabLst>
            </a:pPr>
            <a:r>
              <a:rPr lang="en-US" sz="6000" b="0" u="none" strike="noStrike">
                <a:solidFill>
                  <a:schemeClr val="dk1"/>
                </a:solidFill>
                <a:effectLst/>
                <a:uFillTx/>
                <a:latin typeface="Calibri"/>
                <a:ea typeface="Epilogue"/>
              </a:rPr>
              <a:t>02</a:t>
            </a:r>
            <a:endParaRPr lang="fr-FR" sz="6000" b="0" u="none" strike="noStrike">
              <a:solidFill>
                <a:schemeClr val="dk1"/>
              </a:solidFill>
              <a:effectLst/>
              <a:uFillTx/>
              <a:latin typeface="Arial"/>
            </a:endParaRPr>
          </a:p>
        </p:txBody>
      </p:sp>
      <p:sp>
        <p:nvSpPr>
          <p:cNvPr id="1038" name="Google Shape;1021;p32"/>
          <p:cNvSpPr/>
          <p:nvPr/>
        </p:nvSpPr>
        <p:spPr>
          <a:xfrm>
            <a:off x="484560" y="1076400"/>
            <a:ext cx="2990160" cy="2990160"/>
          </a:xfrm>
          <a:prstGeom prst="roundRect">
            <a:avLst>
              <a:gd name="adj" fmla="val 16667"/>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grpSp>
        <p:nvGrpSpPr>
          <p:cNvPr id="1039" name="Google Shape;1022;p32"/>
          <p:cNvGrpSpPr/>
          <p:nvPr/>
        </p:nvGrpSpPr>
        <p:grpSpPr>
          <a:xfrm>
            <a:off x="7441560" y="289800"/>
            <a:ext cx="1366560" cy="1381680"/>
            <a:chOff x="7441560" y="289800"/>
            <a:chExt cx="1366560" cy="1381680"/>
          </a:xfrm>
        </p:grpSpPr>
        <p:sp>
          <p:nvSpPr>
            <p:cNvPr id="1040" name="Google Shape;1023;p32"/>
            <p:cNvSpPr/>
            <p:nvPr/>
          </p:nvSpPr>
          <p:spPr>
            <a:xfrm>
              <a:off x="7568640" y="416880"/>
              <a:ext cx="1239480" cy="1254600"/>
            </a:xfrm>
            <a:custGeom>
              <a:avLst/>
              <a:gdLst>
                <a:gd name="textAreaLeft" fmla="*/ 0 w 1239480"/>
                <a:gd name="textAreaRight" fmla="*/ 1239840 w 1239480"/>
                <a:gd name="textAreaTop" fmla="*/ 0 h 1254600"/>
                <a:gd name="textAreaBottom" fmla="*/ 1254960 h 1254600"/>
              </a:gdLst>
              <a:ahLst/>
              <a:cxnLst/>
              <a:rect l="textAreaLeft" t="textAreaTop" r="textAreaRight" b="textAreaBottom"/>
              <a:pathLst>
                <a:path w="1959864" h="1983676">
                  <a:moveTo>
                    <a:pt x="1868520" y="0"/>
                  </a:moveTo>
                  <a:lnTo>
                    <a:pt x="91345" y="0"/>
                  </a:lnTo>
                  <a:cubicBezTo>
                    <a:pt x="40958" y="0"/>
                    <a:pt x="0" y="40958"/>
                    <a:pt x="0" y="91345"/>
                  </a:cubicBezTo>
                  <a:lnTo>
                    <a:pt x="0" y="1892427"/>
                  </a:lnTo>
                  <a:cubicBezTo>
                    <a:pt x="0" y="1942814"/>
                    <a:pt x="40958" y="1983677"/>
                    <a:pt x="91345" y="1983677"/>
                  </a:cubicBezTo>
                  <a:lnTo>
                    <a:pt x="1868520" y="1983677"/>
                  </a:lnTo>
                  <a:cubicBezTo>
                    <a:pt x="1918906" y="1983677"/>
                    <a:pt x="1959864" y="1942814"/>
                    <a:pt x="1959864" y="1892427"/>
                  </a:cubicBezTo>
                  <a:lnTo>
                    <a:pt x="1959864" y="91345"/>
                  </a:lnTo>
                  <a:cubicBezTo>
                    <a:pt x="1959864" y="40958"/>
                    <a:pt x="1918906" y="0"/>
                    <a:pt x="1868520"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1" name="Google Shape;1024;p32"/>
            <p:cNvSpPr/>
            <p:nvPr/>
          </p:nvSpPr>
          <p:spPr>
            <a:xfrm>
              <a:off x="7505280" y="289800"/>
              <a:ext cx="1239480" cy="1254600"/>
            </a:xfrm>
            <a:custGeom>
              <a:avLst/>
              <a:gdLst>
                <a:gd name="textAreaLeft" fmla="*/ 0 w 1239480"/>
                <a:gd name="textAreaRight" fmla="*/ 1239840 w 1239480"/>
                <a:gd name="textAreaTop" fmla="*/ 0 h 1254600"/>
                <a:gd name="textAreaBottom" fmla="*/ 1254960 h 1254600"/>
              </a:gdLst>
              <a:ahLst/>
              <a:cxnLst/>
              <a:rect l="textAreaLeft" t="textAreaTop" r="textAreaRight" b="textAreaBottom"/>
              <a:pathLst>
                <a:path w="1959864" h="1983676">
                  <a:moveTo>
                    <a:pt x="1868519" y="0"/>
                  </a:moveTo>
                  <a:lnTo>
                    <a:pt x="91345" y="0"/>
                  </a:lnTo>
                  <a:cubicBezTo>
                    <a:pt x="40958" y="0"/>
                    <a:pt x="0" y="40958"/>
                    <a:pt x="0" y="91345"/>
                  </a:cubicBezTo>
                  <a:lnTo>
                    <a:pt x="0" y="1892427"/>
                  </a:lnTo>
                  <a:cubicBezTo>
                    <a:pt x="0" y="1942814"/>
                    <a:pt x="40958" y="1983677"/>
                    <a:pt x="91345" y="1983677"/>
                  </a:cubicBezTo>
                  <a:lnTo>
                    <a:pt x="1868519" y="1983677"/>
                  </a:lnTo>
                  <a:cubicBezTo>
                    <a:pt x="1918907" y="1983677"/>
                    <a:pt x="1959865" y="1942814"/>
                    <a:pt x="1959865" y="1892427"/>
                  </a:cubicBezTo>
                  <a:lnTo>
                    <a:pt x="1959865" y="91345"/>
                  </a:lnTo>
                  <a:cubicBezTo>
                    <a:pt x="1959865" y="40958"/>
                    <a:pt x="1918907" y="0"/>
                    <a:pt x="1868519"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042" name="Google Shape;1025;p32"/>
            <p:cNvGrpSpPr/>
            <p:nvPr/>
          </p:nvGrpSpPr>
          <p:grpSpPr>
            <a:xfrm>
              <a:off x="7441560" y="353520"/>
              <a:ext cx="1237680" cy="1252800"/>
              <a:chOff x="7441560" y="353520"/>
              <a:chExt cx="1237680" cy="1252800"/>
            </a:xfrm>
          </p:grpSpPr>
          <p:sp>
            <p:nvSpPr>
              <p:cNvPr id="1043" name="Google Shape;1026;p32"/>
              <p:cNvSpPr/>
              <p:nvPr/>
            </p:nvSpPr>
            <p:spPr>
              <a:xfrm>
                <a:off x="7441560" y="353520"/>
                <a:ext cx="1237680" cy="1252800"/>
              </a:xfrm>
              <a:custGeom>
                <a:avLst/>
                <a:gdLst>
                  <a:gd name="textAreaLeft" fmla="*/ 0 w 1237680"/>
                  <a:gd name="textAreaRight" fmla="*/ 1238040 w 1237680"/>
                  <a:gd name="textAreaTop" fmla="*/ 0 h 1252800"/>
                  <a:gd name="textAreaBottom" fmla="*/ 1253160 h 1252800"/>
                </a:gdLst>
                <a:ahLst/>
                <a:cxnLst/>
                <a:rect l="textAreaLeft" t="textAreaTop" r="textAreaRight" b="textAreaBottom"/>
                <a:pathLst>
                  <a:path w="1959864" h="1983676">
                    <a:moveTo>
                      <a:pt x="1959864" y="91345"/>
                    </a:moveTo>
                    <a:lnTo>
                      <a:pt x="1959864" y="1892427"/>
                    </a:lnTo>
                    <a:cubicBezTo>
                      <a:pt x="1959864" y="1942814"/>
                      <a:pt x="1918907" y="1983677"/>
                      <a:pt x="1868520" y="1983677"/>
                    </a:cubicBezTo>
                    <a:lnTo>
                      <a:pt x="91345" y="1983677"/>
                    </a:lnTo>
                    <a:cubicBezTo>
                      <a:pt x="40958" y="1983677"/>
                      <a:pt x="0" y="1942814"/>
                      <a:pt x="0" y="1892427"/>
                    </a:cubicBezTo>
                    <a:lnTo>
                      <a:pt x="0" y="91345"/>
                    </a:lnTo>
                    <a:cubicBezTo>
                      <a:pt x="0" y="40958"/>
                      <a:pt x="40958" y="0"/>
                      <a:pt x="91345" y="0"/>
                    </a:cubicBezTo>
                    <a:lnTo>
                      <a:pt x="1868520" y="0"/>
                    </a:lnTo>
                    <a:cubicBezTo>
                      <a:pt x="1918907" y="0"/>
                      <a:pt x="1959864" y="40958"/>
                      <a:pt x="1959864" y="91345"/>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4" name="Google Shape;1027;p32"/>
              <p:cNvSpPr/>
              <p:nvPr/>
            </p:nvSpPr>
            <p:spPr>
              <a:xfrm>
                <a:off x="7441560" y="353520"/>
                <a:ext cx="1237680" cy="108360"/>
              </a:xfrm>
              <a:custGeom>
                <a:avLst/>
                <a:gdLst>
                  <a:gd name="textAreaLeft" fmla="*/ 0 w 1237680"/>
                  <a:gd name="textAreaRight" fmla="*/ 1238040 w 1237680"/>
                  <a:gd name="textAreaTop" fmla="*/ 0 h 108360"/>
                  <a:gd name="textAreaBottom" fmla="*/ 108720 h 108360"/>
                </a:gdLst>
                <a:ahLst/>
                <a:cxnLst/>
                <a:rect l="textAreaLeft" t="textAreaTop" r="textAreaRight" b="textAreaBottom"/>
                <a:pathLst>
                  <a:path w="1959958" h="172307">
                    <a:moveTo>
                      <a:pt x="1959959" y="91345"/>
                    </a:moveTo>
                    <a:lnTo>
                      <a:pt x="1959959" y="172307"/>
                    </a:lnTo>
                    <a:lnTo>
                      <a:pt x="0" y="172307"/>
                    </a:lnTo>
                    <a:lnTo>
                      <a:pt x="0" y="91345"/>
                    </a:lnTo>
                    <a:cubicBezTo>
                      <a:pt x="0" y="40958"/>
                      <a:pt x="40957" y="0"/>
                      <a:pt x="91344" y="0"/>
                    </a:cubicBezTo>
                    <a:lnTo>
                      <a:pt x="1868519" y="0"/>
                    </a:lnTo>
                    <a:cubicBezTo>
                      <a:pt x="1918906" y="0"/>
                      <a:pt x="1959864" y="40958"/>
                      <a:pt x="1959864" y="91345"/>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045" name="Google Shape;1028;p32"/>
              <p:cNvGrpSpPr/>
              <p:nvPr/>
            </p:nvGrpSpPr>
            <p:grpSpPr>
              <a:xfrm>
                <a:off x="7498800" y="394920"/>
                <a:ext cx="160920" cy="40320"/>
                <a:chOff x="7498800" y="394920"/>
                <a:chExt cx="160920" cy="40320"/>
              </a:xfrm>
            </p:grpSpPr>
            <p:sp>
              <p:nvSpPr>
                <p:cNvPr id="1046" name="Google Shape;1029;p32"/>
                <p:cNvSpPr/>
                <p:nvPr/>
              </p:nvSpPr>
              <p:spPr>
                <a:xfrm>
                  <a:off x="7619400" y="394920"/>
                  <a:ext cx="40320" cy="40320"/>
                </a:xfrm>
                <a:custGeom>
                  <a:avLst/>
                  <a:gdLst>
                    <a:gd name="textAreaLeft" fmla="*/ 0 w 40320"/>
                    <a:gd name="textAreaRight" fmla="*/ 40680 w 40320"/>
                    <a:gd name="textAreaTop" fmla="*/ 0 h 40320"/>
                    <a:gd name="textAreaBottom" fmla="*/ 40680 h 40320"/>
                  </a:gdLst>
                  <a:ahLst/>
                  <a:cxnLst/>
                  <a:rect l="textAreaLeft" t="textAreaTop" r="textAreaRight" b="textAreaBottom"/>
                  <a:pathLst>
                    <a:path w="64389" h="64389">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7" name="Google Shape;1030;p32"/>
                <p:cNvSpPr/>
                <p:nvPr/>
              </p:nvSpPr>
              <p:spPr>
                <a:xfrm>
                  <a:off x="7559280" y="394920"/>
                  <a:ext cx="40320" cy="40320"/>
                </a:xfrm>
                <a:custGeom>
                  <a:avLst/>
                  <a:gdLst>
                    <a:gd name="textAreaLeft" fmla="*/ 0 w 40320"/>
                    <a:gd name="textAreaRight" fmla="*/ 40680 w 40320"/>
                    <a:gd name="textAreaTop" fmla="*/ 0 h 40320"/>
                    <a:gd name="textAreaBottom" fmla="*/ 40680 h 40320"/>
                  </a:gdLst>
                  <a:ahLst/>
                  <a:cxnLst/>
                  <a:rect l="textAreaLeft" t="textAreaTop" r="textAreaRight" b="textAreaBottom"/>
                  <a:pathLst>
                    <a:path w="64389" h="64389">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8" name="Google Shape;1031;p32"/>
                <p:cNvSpPr/>
                <p:nvPr/>
              </p:nvSpPr>
              <p:spPr>
                <a:xfrm>
                  <a:off x="7498800" y="394920"/>
                  <a:ext cx="40320" cy="40320"/>
                </a:xfrm>
                <a:custGeom>
                  <a:avLst/>
                  <a:gdLst>
                    <a:gd name="textAreaLeft" fmla="*/ 0 w 40320"/>
                    <a:gd name="textAreaRight" fmla="*/ 40680 w 40320"/>
                    <a:gd name="textAreaTop" fmla="*/ 0 h 40320"/>
                    <a:gd name="textAreaBottom" fmla="*/ 40680 h 40320"/>
                  </a:gdLst>
                  <a:ahLst/>
                  <a:cxnLst/>
                  <a:rect l="textAreaLeft" t="textAreaTop" r="textAreaRight" b="textAreaBottom"/>
                  <a:pathLst>
                    <a:path w="64389" h="64389">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1049" name="Google Shape;1032;p32"/>
            <p:cNvGrpSpPr/>
            <p:nvPr/>
          </p:nvGrpSpPr>
          <p:grpSpPr>
            <a:xfrm>
              <a:off x="7612200" y="595080"/>
              <a:ext cx="896400" cy="922320"/>
              <a:chOff x="7612200" y="595080"/>
              <a:chExt cx="896400" cy="922320"/>
            </a:xfrm>
          </p:grpSpPr>
          <p:grpSp>
            <p:nvGrpSpPr>
              <p:cNvPr id="1050" name="Google Shape;1033;p32"/>
              <p:cNvGrpSpPr/>
              <p:nvPr/>
            </p:nvGrpSpPr>
            <p:grpSpPr>
              <a:xfrm>
                <a:off x="7612200" y="1245600"/>
                <a:ext cx="381960" cy="264960"/>
                <a:chOff x="7612200" y="1245600"/>
                <a:chExt cx="381960" cy="264960"/>
              </a:xfrm>
            </p:grpSpPr>
            <p:sp>
              <p:nvSpPr>
                <p:cNvPr id="1051" name="Google Shape;1034;p32"/>
                <p:cNvSpPr/>
                <p:nvPr/>
              </p:nvSpPr>
              <p:spPr>
                <a:xfrm>
                  <a:off x="7612200" y="1245600"/>
                  <a:ext cx="149400" cy="33120"/>
                </a:xfrm>
                <a:custGeom>
                  <a:avLst/>
                  <a:gdLst>
                    <a:gd name="textAreaLeft" fmla="*/ 0 w 149400"/>
                    <a:gd name="textAreaRight" fmla="*/ 149760 w 149400"/>
                    <a:gd name="textAreaTop" fmla="*/ 0 h 33120"/>
                    <a:gd name="textAreaBottom" fmla="*/ 33480 h 33120"/>
                  </a:gdLst>
                  <a:ahLst/>
                  <a:cxnLst/>
                  <a:rect l="textAreaLeft" t="textAreaTop" r="textAreaRight" b="textAreaBottom"/>
                  <a:pathLst>
                    <a:path w="237077" h="52959">
                      <a:moveTo>
                        <a:pt x="0" y="0"/>
                      </a:moveTo>
                      <a:lnTo>
                        <a:pt x="237077" y="0"/>
                      </a:lnTo>
                      <a:lnTo>
                        <a:pt x="23707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2" name="Google Shape;1035;p32"/>
                <p:cNvSpPr/>
                <p:nvPr/>
              </p:nvSpPr>
              <p:spPr>
                <a:xfrm>
                  <a:off x="7775280" y="1245600"/>
                  <a:ext cx="114840" cy="33120"/>
                </a:xfrm>
                <a:custGeom>
                  <a:avLst/>
                  <a:gdLst>
                    <a:gd name="textAreaLeft" fmla="*/ 0 w 114840"/>
                    <a:gd name="textAreaRight" fmla="*/ 115200 w 114840"/>
                    <a:gd name="textAreaTop" fmla="*/ 0 h 33120"/>
                    <a:gd name="textAreaBottom" fmla="*/ 33480 h 33120"/>
                  </a:gdLst>
                  <a:ahLst/>
                  <a:cxnLst/>
                  <a:rect l="textAreaLeft" t="textAreaTop" r="textAreaRight" b="textAreaBottom"/>
                  <a:pathLst>
                    <a:path w="182498" h="52959">
                      <a:moveTo>
                        <a:pt x="0" y="0"/>
                      </a:moveTo>
                      <a:lnTo>
                        <a:pt x="182499" y="0"/>
                      </a:lnTo>
                      <a:lnTo>
                        <a:pt x="182499"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3" name="Google Shape;1036;p32"/>
                <p:cNvSpPr/>
                <p:nvPr/>
              </p:nvSpPr>
              <p:spPr>
                <a:xfrm>
                  <a:off x="7902720" y="1245600"/>
                  <a:ext cx="91080" cy="33120"/>
                </a:xfrm>
                <a:custGeom>
                  <a:avLst/>
                  <a:gdLst>
                    <a:gd name="textAreaLeft" fmla="*/ 0 w 91080"/>
                    <a:gd name="textAreaRight" fmla="*/ 91440 w 91080"/>
                    <a:gd name="textAreaTop" fmla="*/ 0 h 33120"/>
                    <a:gd name="textAreaBottom" fmla="*/ 33480 h 33120"/>
                  </a:gdLst>
                  <a:ahLst/>
                  <a:cxnLst/>
                  <a:rect l="textAreaLeft" t="textAreaTop" r="textAreaRight" b="textAreaBottom"/>
                  <a:pathLst>
                    <a:path w="144875" h="52959">
                      <a:moveTo>
                        <a:pt x="0" y="0"/>
                      </a:moveTo>
                      <a:lnTo>
                        <a:pt x="144876" y="0"/>
                      </a:lnTo>
                      <a:lnTo>
                        <a:pt x="144876"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4" name="Google Shape;1037;p32"/>
                <p:cNvSpPr/>
                <p:nvPr/>
              </p:nvSpPr>
              <p:spPr>
                <a:xfrm>
                  <a:off x="7686000" y="1323000"/>
                  <a:ext cx="307800" cy="33120"/>
                </a:xfrm>
                <a:custGeom>
                  <a:avLst/>
                  <a:gdLst>
                    <a:gd name="textAreaLeft" fmla="*/ 0 w 307800"/>
                    <a:gd name="textAreaRight" fmla="*/ 308160 w 307800"/>
                    <a:gd name="textAreaTop" fmla="*/ 0 h 33120"/>
                    <a:gd name="textAreaBottom" fmla="*/ 33480 h 33120"/>
                  </a:gdLst>
                  <a:ahLst/>
                  <a:cxnLst/>
                  <a:rect l="textAreaLeft" t="textAreaTop" r="textAreaRight" b="textAreaBottom"/>
                  <a:pathLst>
                    <a:path w="487965" h="52959">
                      <a:moveTo>
                        <a:pt x="0" y="0"/>
                      </a:moveTo>
                      <a:lnTo>
                        <a:pt x="487966" y="0"/>
                      </a:lnTo>
                      <a:lnTo>
                        <a:pt x="487966"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5" name="Google Shape;1038;p32"/>
                <p:cNvSpPr/>
                <p:nvPr/>
              </p:nvSpPr>
              <p:spPr>
                <a:xfrm>
                  <a:off x="7612200" y="1323000"/>
                  <a:ext cx="56160" cy="33120"/>
                </a:xfrm>
                <a:custGeom>
                  <a:avLst/>
                  <a:gdLst>
                    <a:gd name="textAreaLeft" fmla="*/ 0 w 56160"/>
                    <a:gd name="textAreaRight" fmla="*/ 56520 w 56160"/>
                    <a:gd name="textAreaTop" fmla="*/ 0 h 33120"/>
                    <a:gd name="textAreaBottom" fmla="*/ 33480 h 33120"/>
                  </a:gdLst>
                  <a:ahLst/>
                  <a:cxnLst/>
                  <a:rect l="textAreaLeft" t="textAreaTop" r="textAreaRight" b="textAreaBottom"/>
                  <a:pathLst>
                    <a:path w="89630" h="52959">
                      <a:moveTo>
                        <a:pt x="0" y="0"/>
                      </a:moveTo>
                      <a:lnTo>
                        <a:pt x="89630" y="0"/>
                      </a:lnTo>
                      <a:lnTo>
                        <a:pt x="89630"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6" name="Google Shape;1039;p32"/>
                <p:cNvSpPr/>
                <p:nvPr/>
              </p:nvSpPr>
              <p:spPr>
                <a:xfrm>
                  <a:off x="7782120" y="1400400"/>
                  <a:ext cx="145440" cy="33120"/>
                </a:xfrm>
                <a:custGeom>
                  <a:avLst/>
                  <a:gdLst>
                    <a:gd name="textAreaLeft" fmla="*/ 0 w 145440"/>
                    <a:gd name="textAreaRight" fmla="*/ 145800 w 145440"/>
                    <a:gd name="textAreaTop" fmla="*/ 0 h 33120"/>
                    <a:gd name="textAreaBottom" fmla="*/ 33480 h 33120"/>
                  </a:gdLst>
                  <a:ahLst/>
                  <a:cxnLst/>
                  <a:rect l="textAreaLeft" t="textAreaTop" r="textAreaRight" b="textAreaBottom"/>
                  <a:pathLst>
                    <a:path w="230790" h="52959">
                      <a:moveTo>
                        <a:pt x="0" y="0"/>
                      </a:moveTo>
                      <a:lnTo>
                        <a:pt x="230791" y="0"/>
                      </a:lnTo>
                      <a:lnTo>
                        <a:pt x="230791"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7" name="Google Shape;1040;p32"/>
                <p:cNvSpPr/>
                <p:nvPr/>
              </p:nvSpPr>
              <p:spPr>
                <a:xfrm>
                  <a:off x="7941960" y="1400400"/>
                  <a:ext cx="52200" cy="33120"/>
                </a:xfrm>
                <a:custGeom>
                  <a:avLst/>
                  <a:gdLst>
                    <a:gd name="textAreaLeft" fmla="*/ 0 w 52200"/>
                    <a:gd name="textAreaRight" fmla="*/ 52560 w 52200"/>
                    <a:gd name="textAreaTop" fmla="*/ 0 h 33120"/>
                    <a:gd name="textAreaBottom" fmla="*/ 33480 h 33120"/>
                  </a:gdLst>
                  <a:ahLst/>
                  <a:cxnLst/>
                  <a:rect l="textAreaLeft" t="textAreaTop" r="textAreaRight" b="textAreaBottom"/>
                  <a:pathLst>
                    <a:path w="83248" h="52959">
                      <a:moveTo>
                        <a:pt x="0" y="0"/>
                      </a:moveTo>
                      <a:lnTo>
                        <a:pt x="83248" y="0"/>
                      </a:lnTo>
                      <a:lnTo>
                        <a:pt x="83248"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8" name="Google Shape;1041;p32"/>
                <p:cNvSpPr/>
                <p:nvPr/>
              </p:nvSpPr>
              <p:spPr>
                <a:xfrm>
                  <a:off x="7612200" y="1400400"/>
                  <a:ext cx="156240" cy="33120"/>
                </a:xfrm>
                <a:custGeom>
                  <a:avLst/>
                  <a:gdLst>
                    <a:gd name="textAreaLeft" fmla="*/ 0 w 156240"/>
                    <a:gd name="textAreaRight" fmla="*/ 156600 w 156240"/>
                    <a:gd name="textAreaTop" fmla="*/ 0 h 33120"/>
                    <a:gd name="textAreaBottom" fmla="*/ 33480 h 33120"/>
                  </a:gdLst>
                  <a:ahLst/>
                  <a:cxnLst/>
                  <a:rect l="textAreaLeft" t="textAreaTop" r="textAreaRight" b="textAreaBottom"/>
                  <a:pathLst>
                    <a:path w="247935" h="52959">
                      <a:moveTo>
                        <a:pt x="0" y="0"/>
                      </a:moveTo>
                      <a:lnTo>
                        <a:pt x="247936" y="0"/>
                      </a:lnTo>
                      <a:lnTo>
                        <a:pt x="247936"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9" name="Google Shape;1042;p32"/>
                <p:cNvSpPr/>
                <p:nvPr/>
              </p:nvSpPr>
              <p:spPr>
                <a:xfrm>
                  <a:off x="7722000" y="1477440"/>
                  <a:ext cx="126720" cy="33120"/>
                </a:xfrm>
                <a:custGeom>
                  <a:avLst/>
                  <a:gdLst>
                    <a:gd name="textAreaLeft" fmla="*/ 0 w 126720"/>
                    <a:gd name="textAreaRight" fmla="*/ 127080 w 126720"/>
                    <a:gd name="textAreaTop" fmla="*/ 0 h 33120"/>
                    <a:gd name="textAreaBottom" fmla="*/ 33480 h 33120"/>
                  </a:gdLst>
                  <a:ahLst/>
                  <a:cxnLst/>
                  <a:rect l="textAreaLeft" t="textAreaTop" r="textAreaRight" b="textAreaBottom"/>
                  <a:pathLst>
                    <a:path w="200977" h="52959">
                      <a:moveTo>
                        <a:pt x="0" y="0"/>
                      </a:moveTo>
                      <a:lnTo>
                        <a:pt x="200977" y="0"/>
                      </a:lnTo>
                      <a:lnTo>
                        <a:pt x="20097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0" name="Google Shape;1043;p32"/>
                <p:cNvSpPr/>
                <p:nvPr/>
              </p:nvSpPr>
              <p:spPr>
                <a:xfrm>
                  <a:off x="7612200" y="1477440"/>
                  <a:ext cx="95040" cy="33120"/>
                </a:xfrm>
                <a:custGeom>
                  <a:avLst/>
                  <a:gdLst>
                    <a:gd name="textAreaLeft" fmla="*/ 0 w 95040"/>
                    <a:gd name="textAreaRight" fmla="*/ 95400 w 95040"/>
                    <a:gd name="textAreaTop" fmla="*/ 0 h 33120"/>
                    <a:gd name="textAreaBottom" fmla="*/ 33480 h 33120"/>
                  </a:gdLst>
                  <a:ahLst/>
                  <a:cxnLst/>
                  <a:rect l="textAreaLeft" t="textAreaTop" r="textAreaRight" b="textAreaBottom"/>
                  <a:pathLst>
                    <a:path w="151256" h="52959">
                      <a:moveTo>
                        <a:pt x="0" y="0"/>
                      </a:moveTo>
                      <a:lnTo>
                        <a:pt x="151257" y="0"/>
                      </a:lnTo>
                      <a:lnTo>
                        <a:pt x="15125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61" name="Google Shape;1044;p32"/>
              <p:cNvGrpSpPr/>
              <p:nvPr/>
            </p:nvGrpSpPr>
            <p:grpSpPr>
              <a:xfrm>
                <a:off x="8126280" y="595080"/>
                <a:ext cx="381600" cy="264960"/>
                <a:chOff x="8126280" y="595080"/>
                <a:chExt cx="381600" cy="264960"/>
              </a:xfrm>
            </p:grpSpPr>
            <p:sp>
              <p:nvSpPr>
                <p:cNvPr id="1062" name="Google Shape;1045;p32"/>
                <p:cNvSpPr/>
                <p:nvPr/>
              </p:nvSpPr>
              <p:spPr>
                <a:xfrm>
                  <a:off x="8126280" y="595080"/>
                  <a:ext cx="149400" cy="33120"/>
                </a:xfrm>
                <a:custGeom>
                  <a:avLst/>
                  <a:gdLst>
                    <a:gd name="textAreaLeft" fmla="*/ 0 w 149400"/>
                    <a:gd name="textAreaRight" fmla="*/ 149760 w 149400"/>
                    <a:gd name="textAreaTop" fmla="*/ 0 h 33120"/>
                    <a:gd name="textAreaBottom" fmla="*/ 33480 h 33120"/>
                  </a:gdLst>
                  <a:ahLst/>
                  <a:cxnLst/>
                  <a:rect l="textAreaLeft" t="textAreaTop" r="textAreaRight" b="textAreaBottom"/>
                  <a:pathLst>
                    <a:path w="237077" h="52959">
                      <a:moveTo>
                        <a:pt x="0" y="0"/>
                      </a:moveTo>
                      <a:lnTo>
                        <a:pt x="237077" y="0"/>
                      </a:lnTo>
                      <a:lnTo>
                        <a:pt x="23707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3" name="Google Shape;1046;p32"/>
                <p:cNvSpPr/>
                <p:nvPr/>
              </p:nvSpPr>
              <p:spPr>
                <a:xfrm>
                  <a:off x="8289360" y="595080"/>
                  <a:ext cx="114840" cy="33120"/>
                </a:xfrm>
                <a:custGeom>
                  <a:avLst/>
                  <a:gdLst>
                    <a:gd name="textAreaLeft" fmla="*/ 0 w 114840"/>
                    <a:gd name="textAreaRight" fmla="*/ 115200 w 114840"/>
                    <a:gd name="textAreaTop" fmla="*/ 0 h 33120"/>
                    <a:gd name="textAreaBottom" fmla="*/ 33480 h 33120"/>
                  </a:gdLst>
                  <a:ahLst/>
                  <a:cxnLst/>
                  <a:rect l="textAreaLeft" t="textAreaTop" r="textAreaRight" b="textAreaBottom"/>
                  <a:pathLst>
                    <a:path w="182498" h="52959">
                      <a:moveTo>
                        <a:pt x="0" y="0"/>
                      </a:moveTo>
                      <a:lnTo>
                        <a:pt x="182498" y="0"/>
                      </a:lnTo>
                      <a:lnTo>
                        <a:pt x="182498"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4" name="Google Shape;1047;p32"/>
                <p:cNvSpPr/>
                <p:nvPr/>
              </p:nvSpPr>
              <p:spPr>
                <a:xfrm>
                  <a:off x="8416800" y="595080"/>
                  <a:ext cx="91080" cy="33120"/>
                </a:xfrm>
                <a:custGeom>
                  <a:avLst/>
                  <a:gdLst>
                    <a:gd name="textAreaLeft" fmla="*/ 0 w 91080"/>
                    <a:gd name="textAreaRight" fmla="*/ 91440 w 91080"/>
                    <a:gd name="textAreaTop" fmla="*/ 0 h 33120"/>
                    <a:gd name="textAreaBottom" fmla="*/ 33480 h 33120"/>
                  </a:gdLst>
                  <a:ahLst/>
                  <a:cxnLst/>
                  <a:rect l="textAreaLeft" t="textAreaTop" r="textAreaRight" b="textAreaBottom"/>
                  <a:pathLst>
                    <a:path w="144875" h="52959">
                      <a:moveTo>
                        <a:pt x="0" y="0"/>
                      </a:moveTo>
                      <a:lnTo>
                        <a:pt x="144875" y="0"/>
                      </a:lnTo>
                      <a:lnTo>
                        <a:pt x="144875"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5" name="Google Shape;1048;p32"/>
                <p:cNvSpPr/>
                <p:nvPr/>
              </p:nvSpPr>
              <p:spPr>
                <a:xfrm>
                  <a:off x="8200080" y="672120"/>
                  <a:ext cx="307800" cy="33120"/>
                </a:xfrm>
                <a:custGeom>
                  <a:avLst/>
                  <a:gdLst>
                    <a:gd name="textAreaLeft" fmla="*/ 0 w 307800"/>
                    <a:gd name="textAreaRight" fmla="*/ 308160 w 307800"/>
                    <a:gd name="textAreaTop" fmla="*/ 0 h 33120"/>
                    <a:gd name="textAreaBottom" fmla="*/ 33480 h 33120"/>
                  </a:gdLst>
                  <a:ahLst/>
                  <a:cxnLst/>
                  <a:rect l="textAreaLeft" t="textAreaTop" r="textAreaRight" b="textAreaBottom"/>
                  <a:pathLst>
                    <a:path w="487965" h="52959">
                      <a:moveTo>
                        <a:pt x="0" y="0"/>
                      </a:moveTo>
                      <a:lnTo>
                        <a:pt x="487966" y="0"/>
                      </a:lnTo>
                      <a:lnTo>
                        <a:pt x="487966"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6" name="Google Shape;1049;p32"/>
                <p:cNvSpPr/>
                <p:nvPr/>
              </p:nvSpPr>
              <p:spPr>
                <a:xfrm>
                  <a:off x="8126280" y="672120"/>
                  <a:ext cx="56160" cy="33120"/>
                </a:xfrm>
                <a:custGeom>
                  <a:avLst/>
                  <a:gdLst>
                    <a:gd name="textAreaLeft" fmla="*/ 0 w 56160"/>
                    <a:gd name="textAreaRight" fmla="*/ 56520 w 56160"/>
                    <a:gd name="textAreaTop" fmla="*/ 0 h 33120"/>
                    <a:gd name="textAreaBottom" fmla="*/ 33480 h 33120"/>
                  </a:gdLst>
                  <a:ahLst/>
                  <a:cxnLst/>
                  <a:rect l="textAreaLeft" t="textAreaTop" r="textAreaRight" b="textAreaBottom"/>
                  <a:pathLst>
                    <a:path w="89630" h="52959">
                      <a:moveTo>
                        <a:pt x="0" y="0"/>
                      </a:moveTo>
                      <a:lnTo>
                        <a:pt x="89630" y="0"/>
                      </a:lnTo>
                      <a:lnTo>
                        <a:pt x="89630"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7" name="Google Shape;1050;p32"/>
                <p:cNvSpPr/>
                <p:nvPr/>
              </p:nvSpPr>
              <p:spPr>
                <a:xfrm>
                  <a:off x="8296200" y="749520"/>
                  <a:ext cx="145440" cy="33120"/>
                </a:xfrm>
                <a:custGeom>
                  <a:avLst/>
                  <a:gdLst>
                    <a:gd name="textAreaLeft" fmla="*/ 0 w 145440"/>
                    <a:gd name="textAreaRight" fmla="*/ 145800 w 145440"/>
                    <a:gd name="textAreaTop" fmla="*/ 0 h 33120"/>
                    <a:gd name="textAreaBottom" fmla="*/ 33480 h 33120"/>
                  </a:gdLst>
                  <a:ahLst/>
                  <a:cxnLst/>
                  <a:rect l="textAreaLeft" t="textAreaTop" r="textAreaRight" b="textAreaBottom"/>
                  <a:pathLst>
                    <a:path w="230790" h="52959">
                      <a:moveTo>
                        <a:pt x="0" y="0"/>
                      </a:moveTo>
                      <a:lnTo>
                        <a:pt x="230790" y="0"/>
                      </a:lnTo>
                      <a:lnTo>
                        <a:pt x="230790"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8" name="Google Shape;1051;p32"/>
                <p:cNvSpPr/>
                <p:nvPr/>
              </p:nvSpPr>
              <p:spPr>
                <a:xfrm>
                  <a:off x="8455680" y="749520"/>
                  <a:ext cx="52200" cy="33120"/>
                </a:xfrm>
                <a:custGeom>
                  <a:avLst/>
                  <a:gdLst>
                    <a:gd name="textAreaLeft" fmla="*/ 0 w 52200"/>
                    <a:gd name="textAreaRight" fmla="*/ 52560 w 52200"/>
                    <a:gd name="textAreaTop" fmla="*/ 0 h 33120"/>
                    <a:gd name="textAreaBottom" fmla="*/ 33480 h 33120"/>
                  </a:gdLst>
                  <a:ahLst/>
                  <a:cxnLst/>
                  <a:rect l="textAreaLeft" t="textAreaTop" r="textAreaRight" b="textAreaBottom"/>
                  <a:pathLst>
                    <a:path w="83248" h="52959">
                      <a:moveTo>
                        <a:pt x="0" y="0"/>
                      </a:moveTo>
                      <a:lnTo>
                        <a:pt x="83249" y="0"/>
                      </a:lnTo>
                      <a:lnTo>
                        <a:pt x="83249"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9" name="Google Shape;1052;p32"/>
                <p:cNvSpPr/>
                <p:nvPr/>
              </p:nvSpPr>
              <p:spPr>
                <a:xfrm>
                  <a:off x="8126280" y="749520"/>
                  <a:ext cx="156240" cy="33120"/>
                </a:xfrm>
                <a:custGeom>
                  <a:avLst/>
                  <a:gdLst>
                    <a:gd name="textAreaLeft" fmla="*/ 0 w 156240"/>
                    <a:gd name="textAreaRight" fmla="*/ 156600 w 156240"/>
                    <a:gd name="textAreaTop" fmla="*/ 0 h 33120"/>
                    <a:gd name="textAreaBottom" fmla="*/ 33480 h 33120"/>
                  </a:gdLst>
                  <a:ahLst/>
                  <a:cxnLst/>
                  <a:rect l="textAreaLeft" t="textAreaTop" r="textAreaRight" b="textAreaBottom"/>
                  <a:pathLst>
                    <a:path w="247935" h="52959">
                      <a:moveTo>
                        <a:pt x="0" y="0"/>
                      </a:moveTo>
                      <a:lnTo>
                        <a:pt x="247936" y="0"/>
                      </a:lnTo>
                      <a:lnTo>
                        <a:pt x="247936"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0" name="Google Shape;1053;p32"/>
                <p:cNvSpPr/>
                <p:nvPr/>
              </p:nvSpPr>
              <p:spPr>
                <a:xfrm>
                  <a:off x="8236080" y="826920"/>
                  <a:ext cx="126720" cy="33120"/>
                </a:xfrm>
                <a:custGeom>
                  <a:avLst/>
                  <a:gdLst>
                    <a:gd name="textAreaLeft" fmla="*/ 0 w 126720"/>
                    <a:gd name="textAreaRight" fmla="*/ 127080 w 126720"/>
                    <a:gd name="textAreaTop" fmla="*/ 0 h 33120"/>
                    <a:gd name="textAreaBottom" fmla="*/ 33480 h 33120"/>
                  </a:gdLst>
                  <a:ahLst/>
                  <a:cxnLst/>
                  <a:rect l="textAreaLeft" t="textAreaTop" r="textAreaRight" b="textAreaBottom"/>
                  <a:pathLst>
                    <a:path w="200977" h="52959">
                      <a:moveTo>
                        <a:pt x="0" y="0"/>
                      </a:moveTo>
                      <a:lnTo>
                        <a:pt x="200977" y="0"/>
                      </a:lnTo>
                      <a:lnTo>
                        <a:pt x="20097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1" name="Google Shape;1054;p32"/>
                <p:cNvSpPr/>
                <p:nvPr/>
              </p:nvSpPr>
              <p:spPr>
                <a:xfrm>
                  <a:off x="8126280" y="826920"/>
                  <a:ext cx="95040" cy="33120"/>
                </a:xfrm>
                <a:custGeom>
                  <a:avLst/>
                  <a:gdLst>
                    <a:gd name="textAreaLeft" fmla="*/ 0 w 95040"/>
                    <a:gd name="textAreaRight" fmla="*/ 95400 w 95040"/>
                    <a:gd name="textAreaTop" fmla="*/ 0 h 33120"/>
                    <a:gd name="textAreaBottom" fmla="*/ 33480 h 33120"/>
                  </a:gdLst>
                  <a:ahLst/>
                  <a:cxnLst/>
                  <a:rect l="textAreaLeft" t="textAreaTop" r="textAreaRight" b="textAreaBottom"/>
                  <a:pathLst>
                    <a:path w="151256" h="52959">
                      <a:moveTo>
                        <a:pt x="0" y="0"/>
                      </a:moveTo>
                      <a:lnTo>
                        <a:pt x="151257" y="0"/>
                      </a:lnTo>
                      <a:lnTo>
                        <a:pt x="15125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72" name="Google Shape;1055;p32"/>
              <p:cNvGrpSpPr/>
              <p:nvPr/>
            </p:nvGrpSpPr>
            <p:grpSpPr>
              <a:xfrm>
                <a:off x="8126280" y="923400"/>
                <a:ext cx="381600" cy="191520"/>
                <a:chOff x="8126280" y="923400"/>
                <a:chExt cx="381600" cy="191520"/>
              </a:xfrm>
            </p:grpSpPr>
            <p:sp>
              <p:nvSpPr>
                <p:cNvPr id="1073" name="Google Shape;1056;p32"/>
                <p:cNvSpPr/>
                <p:nvPr/>
              </p:nvSpPr>
              <p:spPr>
                <a:xfrm>
                  <a:off x="8126280" y="923400"/>
                  <a:ext cx="149400" cy="33120"/>
                </a:xfrm>
                <a:custGeom>
                  <a:avLst/>
                  <a:gdLst>
                    <a:gd name="textAreaLeft" fmla="*/ 0 w 149400"/>
                    <a:gd name="textAreaRight" fmla="*/ 149760 w 149400"/>
                    <a:gd name="textAreaTop" fmla="*/ 0 h 33120"/>
                    <a:gd name="textAreaBottom" fmla="*/ 33480 h 33120"/>
                  </a:gdLst>
                  <a:ahLst/>
                  <a:cxnLst/>
                  <a:rect l="textAreaLeft" t="textAreaTop" r="textAreaRight" b="textAreaBottom"/>
                  <a:pathLst>
                    <a:path w="237077" h="52959">
                      <a:moveTo>
                        <a:pt x="0" y="0"/>
                      </a:moveTo>
                      <a:lnTo>
                        <a:pt x="237077" y="0"/>
                      </a:lnTo>
                      <a:lnTo>
                        <a:pt x="23707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4" name="Google Shape;1057;p32"/>
                <p:cNvSpPr/>
                <p:nvPr/>
              </p:nvSpPr>
              <p:spPr>
                <a:xfrm>
                  <a:off x="8289360" y="923400"/>
                  <a:ext cx="114840" cy="33120"/>
                </a:xfrm>
                <a:custGeom>
                  <a:avLst/>
                  <a:gdLst>
                    <a:gd name="textAreaLeft" fmla="*/ 0 w 114840"/>
                    <a:gd name="textAreaRight" fmla="*/ 115200 w 114840"/>
                    <a:gd name="textAreaTop" fmla="*/ 0 h 33120"/>
                    <a:gd name="textAreaBottom" fmla="*/ 33480 h 33120"/>
                  </a:gdLst>
                  <a:ahLst/>
                  <a:cxnLst/>
                  <a:rect l="textAreaLeft" t="textAreaTop" r="textAreaRight" b="textAreaBottom"/>
                  <a:pathLst>
                    <a:path w="182498" h="52959">
                      <a:moveTo>
                        <a:pt x="0" y="0"/>
                      </a:moveTo>
                      <a:lnTo>
                        <a:pt x="182498" y="0"/>
                      </a:lnTo>
                      <a:lnTo>
                        <a:pt x="182498"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5" name="Google Shape;1058;p32"/>
                <p:cNvSpPr/>
                <p:nvPr/>
              </p:nvSpPr>
              <p:spPr>
                <a:xfrm>
                  <a:off x="8416800" y="923400"/>
                  <a:ext cx="91080" cy="33120"/>
                </a:xfrm>
                <a:custGeom>
                  <a:avLst/>
                  <a:gdLst>
                    <a:gd name="textAreaLeft" fmla="*/ 0 w 91080"/>
                    <a:gd name="textAreaRight" fmla="*/ 91440 w 91080"/>
                    <a:gd name="textAreaTop" fmla="*/ 0 h 33120"/>
                    <a:gd name="textAreaBottom" fmla="*/ 33480 h 33120"/>
                  </a:gdLst>
                  <a:ahLst/>
                  <a:cxnLst/>
                  <a:rect l="textAreaLeft" t="textAreaTop" r="textAreaRight" b="textAreaBottom"/>
                  <a:pathLst>
                    <a:path w="144875" h="52959">
                      <a:moveTo>
                        <a:pt x="0" y="0"/>
                      </a:moveTo>
                      <a:lnTo>
                        <a:pt x="144875" y="0"/>
                      </a:lnTo>
                      <a:lnTo>
                        <a:pt x="144875"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6" name="Google Shape;1059;p32"/>
                <p:cNvSpPr/>
                <p:nvPr/>
              </p:nvSpPr>
              <p:spPr>
                <a:xfrm>
                  <a:off x="8296200" y="1004400"/>
                  <a:ext cx="145440" cy="33120"/>
                </a:xfrm>
                <a:custGeom>
                  <a:avLst/>
                  <a:gdLst>
                    <a:gd name="textAreaLeft" fmla="*/ 0 w 145440"/>
                    <a:gd name="textAreaRight" fmla="*/ 145800 w 145440"/>
                    <a:gd name="textAreaTop" fmla="*/ 0 h 33120"/>
                    <a:gd name="textAreaBottom" fmla="*/ 33480 h 33120"/>
                  </a:gdLst>
                  <a:ahLst/>
                  <a:cxnLst/>
                  <a:rect l="textAreaLeft" t="textAreaTop" r="textAreaRight" b="textAreaBottom"/>
                  <a:pathLst>
                    <a:path w="230790" h="52959">
                      <a:moveTo>
                        <a:pt x="0" y="0"/>
                      </a:moveTo>
                      <a:lnTo>
                        <a:pt x="230790" y="0"/>
                      </a:lnTo>
                      <a:lnTo>
                        <a:pt x="230790"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7" name="Google Shape;1060;p32"/>
                <p:cNvSpPr/>
                <p:nvPr/>
              </p:nvSpPr>
              <p:spPr>
                <a:xfrm>
                  <a:off x="8455680" y="1004400"/>
                  <a:ext cx="52200" cy="33120"/>
                </a:xfrm>
                <a:custGeom>
                  <a:avLst/>
                  <a:gdLst>
                    <a:gd name="textAreaLeft" fmla="*/ 0 w 52200"/>
                    <a:gd name="textAreaRight" fmla="*/ 52560 w 52200"/>
                    <a:gd name="textAreaTop" fmla="*/ 0 h 33120"/>
                    <a:gd name="textAreaBottom" fmla="*/ 33480 h 33120"/>
                  </a:gdLst>
                  <a:ahLst/>
                  <a:cxnLst/>
                  <a:rect l="textAreaLeft" t="textAreaTop" r="textAreaRight" b="textAreaBottom"/>
                  <a:pathLst>
                    <a:path w="83248" h="52959">
                      <a:moveTo>
                        <a:pt x="0" y="0"/>
                      </a:moveTo>
                      <a:lnTo>
                        <a:pt x="83249" y="0"/>
                      </a:lnTo>
                      <a:lnTo>
                        <a:pt x="83249"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8" name="Google Shape;1061;p32"/>
                <p:cNvSpPr/>
                <p:nvPr/>
              </p:nvSpPr>
              <p:spPr>
                <a:xfrm>
                  <a:off x="8126280" y="1004400"/>
                  <a:ext cx="156240" cy="33120"/>
                </a:xfrm>
                <a:custGeom>
                  <a:avLst/>
                  <a:gdLst>
                    <a:gd name="textAreaLeft" fmla="*/ 0 w 156240"/>
                    <a:gd name="textAreaRight" fmla="*/ 156600 w 156240"/>
                    <a:gd name="textAreaTop" fmla="*/ 0 h 33120"/>
                    <a:gd name="textAreaBottom" fmla="*/ 33480 h 33120"/>
                  </a:gdLst>
                  <a:ahLst/>
                  <a:cxnLst/>
                  <a:rect l="textAreaLeft" t="textAreaTop" r="textAreaRight" b="textAreaBottom"/>
                  <a:pathLst>
                    <a:path w="247935" h="52959">
                      <a:moveTo>
                        <a:pt x="0" y="0"/>
                      </a:moveTo>
                      <a:lnTo>
                        <a:pt x="247936" y="0"/>
                      </a:lnTo>
                      <a:lnTo>
                        <a:pt x="247936"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9" name="Google Shape;1062;p32"/>
                <p:cNvSpPr/>
                <p:nvPr/>
              </p:nvSpPr>
              <p:spPr>
                <a:xfrm>
                  <a:off x="8236080" y="1081800"/>
                  <a:ext cx="126720" cy="33120"/>
                </a:xfrm>
                <a:custGeom>
                  <a:avLst/>
                  <a:gdLst>
                    <a:gd name="textAreaLeft" fmla="*/ 0 w 126720"/>
                    <a:gd name="textAreaRight" fmla="*/ 127080 w 126720"/>
                    <a:gd name="textAreaTop" fmla="*/ 0 h 33120"/>
                    <a:gd name="textAreaBottom" fmla="*/ 33480 h 33120"/>
                  </a:gdLst>
                  <a:ahLst/>
                  <a:cxnLst/>
                  <a:rect l="textAreaLeft" t="textAreaTop" r="textAreaRight" b="textAreaBottom"/>
                  <a:pathLst>
                    <a:path w="200977" h="52959">
                      <a:moveTo>
                        <a:pt x="0" y="0"/>
                      </a:moveTo>
                      <a:lnTo>
                        <a:pt x="200977" y="0"/>
                      </a:lnTo>
                      <a:lnTo>
                        <a:pt x="20097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0" name="Google Shape;1063;p32"/>
                <p:cNvSpPr/>
                <p:nvPr/>
              </p:nvSpPr>
              <p:spPr>
                <a:xfrm>
                  <a:off x="8126280" y="1081800"/>
                  <a:ext cx="95040" cy="33120"/>
                </a:xfrm>
                <a:custGeom>
                  <a:avLst/>
                  <a:gdLst>
                    <a:gd name="textAreaLeft" fmla="*/ 0 w 95040"/>
                    <a:gd name="textAreaRight" fmla="*/ 95400 w 95040"/>
                    <a:gd name="textAreaTop" fmla="*/ 0 h 33120"/>
                    <a:gd name="textAreaBottom" fmla="*/ 33480 h 33120"/>
                  </a:gdLst>
                  <a:ahLst/>
                  <a:cxnLst/>
                  <a:rect l="textAreaLeft" t="textAreaTop" r="textAreaRight" b="textAreaBottom"/>
                  <a:pathLst>
                    <a:path w="151256" h="52959">
                      <a:moveTo>
                        <a:pt x="0" y="0"/>
                      </a:moveTo>
                      <a:lnTo>
                        <a:pt x="151257" y="0"/>
                      </a:lnTo>
                      <a:lnTo>
                        <a:pt x="15125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081" name="Google Shape;1064;p32"/>
              <p:cNvSpPr/>
              <p:nvPr/>
            </p:nvSpPr>
            <p:spPr>
              <a:xfrm>
                <a:off x="8126280" y="1240560"/>
                <a:ext cx="382320" cy="276840"/>
              </a:xfrm>
              <a:custGeom>
                <a:avLst/>
                <a:gdLst>
                  <a:gd name="textAreaLeft" fmla="*/ 0 w 382320"/>
                  <a:gd name="textAreaRight" fmla="*/ 382680 w 382320"/>
                  <a:gd name="textAreaTop" fmla="*/ 0 h 276840"/>
                  <a:gd name="textAreaBottom" fmla="*/ 277200 h 276840"/>
                </a:gdLst>
                <a:ahLst/>
                <a:cxnLst/>
                <a:rect l="textAreaLeft" t="textAreaTop" r="textAreaRight" b="textAreaBottom"/>
                <a:pathLst>
                  <a:path w="605885" h="438816">
                    <a:moveTo>
                      <a:pt x="572167" y="0"/>
                    </a:moveTo>
                    <a:cubicBezTo>
                      <a:pt x="590789" y="0"/>
                      <a:pt x="605885" y="15096"/>
                      <a:pt x="605885" y="33718"/>
                    </a:cubicBezTo>
                    <a:lnTo>
                      <a:pt x="605885" y="405098"/>
                    </a:lnTo>
                    <a:cubicBezTo>
                      <a:pt x="605885" y="423720"/>
                      <a:pt x="590789" y="438817"/>
                      <a:pt x="572167" y="438817"/>
                    </a:cubicBezTo>
                    <a:lnTo>
                      <a:pt x="33718" y="438817"/>
                    </a:lnTo>
                    <a:cubicBezTo>
                      <a:pt x="15096" y="438817"/>
                      <a:pt x="0" y="423720"/>
                      <a:pt x="0" y="405098"/>
                    </a:cubicBezTo>
                    <a:lnTo>
                      <a:pt x="0" y="33718"/>
                    </a:lnTo>
                    <a:cubicBezTo>
                      <a:pt x="0" y="15096"/>
                      <a:pt x="15096" y="0"/>
                      <a:pt x="33718"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2" name="Google Shape;1065;p32"/>
              <p:cNvSpPr/>
              <p:nvPr/>
            </p:nvSpPr>
            <p:spPr>
              <a:xfrm>
                <a:off x="7612200" y="598680"/>
                <a:ext cx="382320" cy="514800"/>
              </a:xfrm>
              <a:custGeom>
                <a:avLst/>
                <a:gdLst>
                  <a:gd name="textAreaLeft" fmla="*/ 0 w 382320"/>
                  <a:gd name="textAreaRight" fmla="*/ 382680 w 382320"/>
                  <a:gd name="textAreaTop" fmla="*/ 0 h 514800"/>
                  <a:gd name="textAreaBottom" fmla="*/ 515160 h 514800"/>
                </a:gdLst>
                <a:ahLst/>
                <a:cxnLst/>
                <a:rect l="textAreaLeft" t="textAreaTop" r="textAreaRight" b="textAreaBottom"/>
                <a:pathLst>
                  <a:path w="605885" h="815149">
                    <a:moveTo>
                      <a:pt x="554260" y="0"/>
                    </a:moveTo>
                    <a:cubicBezTo>
                      <a:pt x="582772" y="0"/>
                      <a:pt x="605885" y="23114"/>
                      <a:pt x="605885" y="51625"/>
                    </a:cubicBezTo>
                    <a:lnTo>
                      <a:pt x="605885" y="763524"/>
                    </a:lnTo>
                    <a:cubicBezTo>
                      <a:pt x="605885" y="792036"/>
                      <a:pt x="582771" y="815150"/>
                      <a:pt x="554260" y="815150"/>
                    </a:cubicBezTo>
                    <a:lnTo>
                      <a:pt x="51625" y="815150"/>
                    </a:lnTo>
                    <a:cubicBezTo>
                      <a:pt x="23113" y="815150"/>
                      <a:pt x="0" y="792036"/>
                      <a:pt x="0" y="763524"/>
                    </a:cubicBezTo>
                    <a:lnTo>
                      <a:pt x="0" y="51625"/>
                    </a:lnTo>
                    <a:cubicBezTo>
                      <a:pt x="0" y="23114"/>
                      <a:pt x="23113" y="0"/>
                      <a:pt x="5162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083" name="Google Shape;1066;p32"/>
            <p:cNvGrpSpPr/>
            <p:nvPr/>
          </p:nvGrpSpPr>
          <p:grpSpPr>
            <a:xfrm>
              <a:off x="7553160" y="556200"/>
              <a:ext cx="492840" cy="600480"/>
              <a:chOff x="7553160" y="556200"/>
              <a:chExt cx="492840" cy="600480"/>
            </a:xfrm>
          </p:grpSpPr>
          <p:grpSp>
            <p:nvGrpSpPr>
              <p:cNvPr id="1084" name="Google Shape;1067;p32"/>
              <p:cNvGrpSpPr/>
              <p:nvPr/>
            </p:nvGrpSpPr>
            <p:grpSpPr>
              <a:xfrm>
                <a:off x="7566480" y="569520"/>
                <a:ext cx="472320" cy="579600"/>
                <a:chOff x="7566480" y="569520"/>
                <a:chExt cx="472320" cy="579600"/>
              </a:xfrm>
            </p:grpSpPr>
            <p:sp>
              <p:nvSpPr>
                <p:cNvPr id="1085" name="Google Shape;1068;p32"/>
                <p:cNvSpPr/>
                <p:nvPr/>
              </p:nvSpPr>
              <p:spPr>
                <a:xfrm>
                  <a:off x="7574400" y="1143360"/>
                  <a:ext cx="442080" cy="5760"/>
                </a:xfrm>
                <a:custGeom>
                  <a:avLst/>
                  <a:gdLst>
                    <a:gd name="textAreaLeft" fmla="*/ 0 w 442080"/>
                    <a:gd name="textAreaRight" fmla="*/ 442440 w 442080"/>
                    <a:gd name="textAreaTop" fmla="*/ 0 h 5760"/>
                    <a:gd name="textAreaBottom" fmla="*/ 6120 h 5760"/>
                  </a:gdLst>
                  <a:ahLst/>
                  <a:cxnLst/>
                  <a:rect l="textAreaLeft" t="textAreaTop" r="textAreaRight" b="textAreaBottom"/>
                  <a:pathLst>
                    <a:path w="700277" h="9525">
                      <a:moveTo>
                        <a:pt x="700278" y="0"/>
                      </a:moveTo>
                      <a:lnTo>
                        <a:pt x="0" y="0"/>
                      </a:lnTo>
                    </a:path>
                  </a:pathLst>
                </a:custGeom>
                <a:solidFill>
                  <a:schemeClr val="dk1"/>
                </a:solidFill>
                <a:ln w="12750" cap="rnd">
                  <a:solidFill>
                    <a:srgbClr val="35363B"/>
                  </a:solidFill>
                  <a:prstDash val="dashDot"/>
                  <a:miter/>
                </a:ln>
              </p:spPr>
              <p:style>
                <a:lnRef idx="0">
                  <a:scrgbClr r="0" g="0" b="0"/>
                </a:lnRef>
                <a:fillRef idx="0">
                  <a:scrgbClr r="0" g="0" b="0"/>
                </a:fillRef>
                <a:effectRef idx="0">
                  <a:scrgbClr r="0" g="0" b="0"/>
                </a:effectRef>
                <a:fontRef idx="minor"/>
              </p:style>
              <p:txBody>
                <a:bodyPr tIns="2880" bIns="2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6" name="Google Shape;1069;p32"/>
                <p:cNvSpPr/>
                <p:nvPr/>
              </p:nvSpPr>
              <p:spPr>
                <a:xfrm>
                  <a:off x="7566480" y="577440"/>
                  <a:ext cx="5760" cy="549720"/>
                </a:xfrm>
                <a:custGeom>
                  <a:avLst/>
                  <a:gdLst>
                    <a:gd name="textAreaLeft" fmla="*/ 0 w 5760"/>
                    <a:gd name="textAreaRight" fmla="*/ 6120 w 5760"/>
                    <a:gd name="textAreaTop" fmla="*/ 0 h 549720"/>
                    <a:gd name="textAreaBottom" fmla="*/ 550080 h 549720"/>
                  </a:gdLst>
                  <a:ahLst/>
                  <a:cxnLst/>
                  <a:rect l="textAreaLeft" t="textAreaTop" r="textAreaRight" b="textAreaBottom"/>
                  <a:pathLst>
                    <a:path w="9525" h="870680">
                      <a:moveTo>
                        <a:pt x="0" y="870680"/>
                      </a:moveTo>
                      <a:lnTo>
                        <a:pt x="0" y="0"/>
                      </a:lnTo>
                    </a:path>
                  </a:pathLst>
                </a:custGeom>
                <a:solidFill>
                  <a:schemeClr val="dk1"/>
                </a:solidFill>
                <a:ln w="12750" cap="rnd">
                  <a:solidFill>
                    <a:srgbClr val="35363B"/>
                  </a:solidFill>
                  <a:prstDash val="dashDot"/>
                  <a:miter/>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7" name="Google Shape;1070;p32"/>
                <p:cNvSpPr/>
                <p:nvPr/>
              </p:nvSpPr>
              <p:spPr>
                <a:xfrm>
                  <a:off x="7582680" y="569520"/>
                  <a:ext cx="442080" cy="5760"/>
                </a:xfrm>
                <a:custGeom>
                  <a:avLst/>
                  <a:gdLst>
                    <a:gd name="textAreaLeft" fmla="*/ 0 w 442080"/>
                    <a:gd name="textAreaRight" fmla="*/ 442440 w 442080"/>
                    <a:gd name="textAreaTop" fmla="*/ 0 h 5760"/>
                    <a:gd name="textAreaBottom" fmla="*/ 6120 h 5760"/>
                  </a:gdLst>
                  <a:ahLst/>
                  <a:cxnLst/>
                  <a:rect l="textAreaLeft" t="textAreaTop" r="textAreaRight" b="textAreaBottom"/>
                  <a:pathLst>
                    <a:path w="700277" h="9525">
                      <a:moveTo>
                        <a:pt x="0" y="0"/>
                      </a:moveTo>
                      <a:lnTo>
                        <a:pt x="700278" y="0"/>
                      </a:lnTo>
                    </a:path>
                  </a:pathLst>
                </a:custGeom>
                <a:solidFill>
                  <a:schemeClr val="dk1"/>
                </a:solidFill>
                <a:ln w="12750" cap="rnd">
                  <a:solidFill>
                    <a:srgbClr val="35363B"/>
                  </a:solidFill>
                  <a:prstDash val="dashDot"/>
                  <a:miter/>
                </a:ln>
              </p:spPr>
              <p:style>
                <a:lnRef idx="0">
                  <a:scrgbClr r="0" g="0" b="0"/>
                </a:lnRef>
                <a:fillRef idx="0">
                  <a:scrgbClr r="0" g="0" b="0"/>
                </a:fillRef>
                <a:effectRef idx="0">
                  <a:scrgbClr r="0" g="0" b="0"/>
                </a:effectRef>
                <a:fontRef idx="minor"/>
              </p:style>
              <p:txBody>
                <a:bodyPr tIns="2880" bIns="2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8" name="Google Shape;1071;p32"/>
                <p:cNvSpPr/>
                <p:nvPr/>
              </p:nvSpPr>
              <p:spPr>
                <a:xfrm>
                  <a:off x="8033040" y="585360"/>
                  <a:ext cx="5760" cy="549720"/>
                </a:xfrm>
                <a:custGeom>
                  <a:avLst/>
                  <a:gdLst>
                    <a:gd name="textAreaLeft" fmla="*/ 0 w 5760"/>
                    <a:gd name="textAreaRight" fmla="*/ 6120 w 5760"/>
                    <a:gd name="textAreaTop" fmla="*/ 0 h 549720"/>
                    <a:gd name="textAreaBottom" fmla="*/ 550080 h 549720"/>
                  </a:gdLst>
                  <a:ahLst/>
                  <a:cxnLst/>
                  <a:rect l="textAreaLeft" t="textAreaTop" r="textAreaRight" b="textAreaBottom"/>
                  <a:pathLst>
                    <a:path w="9525" h="870680">
                      <a:moveTo>
                        <a:pt x="0" y="0"/>
                      </a:moveTo>
                      <a:lnTo>
                        <a:pt x="0" y="870680"/>
                      </a:lnTo>
                    </a:path>
                  </a:pathLst>
                </a:custGeom>
                <a:solidFill>
                  <a:schemeClr val="dk1"/>
                </a:solidFill>
                <a:ln w="12750" cap="rnd">
                  <a:solidFill>
                    <a:srgbClr val="35363B"/>
                  </a:solidFill>
                  <a:prstDash val="dashDot"/>
                  <a:miter/>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89" name="Google Shape;1072;p32"/>
              <p:cNvGrpSpPr/>
              <p:nvPr/>
            </p:nvGrpSpPr>
            <p:grpSpPr>
              <a:xfrm>
                <a:off x="7553160" y="556200"/>
                <a:ext cx="492840" cy="600480"/>
                <a:chOff x="7553160" y="556200"/>
                <a:chExt cx="492840" cy="600480"/>
              </a:xfrm>
            </p:grpSpPr>
            <p:grpSp>
              <p:nvGrpSpPr>
                <p:cNvPr id="1090" name="Google Shape;1073;p32"/>
                <p:cNvGrpSpPr/>
                <p:nvPr/>
              </p:nvGrpSpPr>
              <p:grpSpPr>
                <a:xfrm>
                  <a:off x="7553160" y="556200"/>
                  <a:ext cx="492840" cy="26280"/>
                  <a:chOff x="7553160" y="556200"/>
                  <a:chExt cx="492840" cy="26280"/>
                </a:xfrm>
              </p:grpSpPr>
              <p:sp>
                <p:nvSpPr>
                  <p:cNvPr id="1091" name="Google Shape;1074;p32"/>
                  <p:cNvSpPr/>
                  <p:nvPr/>
                </p:nvSpPr>
                <p:spPr>
                  <a:xfrm>
                    <a:off x="7553160" y="5562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09">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2" name="Google Shape;1075;p32"/>
                  <p:cNvSpPr/>
                  <p:nvPr/>
                </p:nvSpPr>
                <p:spPr>
                  <a:xfrm>
                    <a:off x="7786440" y="5562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09">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3" name="Google Shape;1076;p32"/>
                  <p:cNvSpPr/>
                  <p:nvPr/>
                </p:nvSpPr>
                <p:spPr>
                  <a:xfrm>
                    <a:off x="8019720" y="5562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09">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94" name="Google Shape;1077;p32"/>
                <p:cNvGrpSpPr/>
                <p:nvPr/>
              </p:nvGrpSpPr>
              <p:grpSpPr>
                <a:xfrm>
                  <a:off x="7553160" y="843120"/>
                  <a:ext cx="492840" cy="26280"/>
                  <a:chOff x="7553160" y="843120"/>
                  <a:chExt cx="492840" cy="26280"/>
                </a:xfrm>
              </p:grpSpPr>
              <p:sp>
                <p:nvSpPr>
                  <p:cNvPr id="1095" name="Google Shape;1078;p32"/>
                  <p:cNvSpPr/>
                  <p:nvPr/>
                </p:nvSpPr>
                <p:spPr>
                  <a:xfrm>
                    <a:off x="7553160" y="84312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6" name="Google Shape;1079;p32"/>
                  <p:cNvSpPr/>
                  <p:nvPr/>
                </p:nvSpPr>
                <p:spPr>
                  <a:xfrm>
                    <a:off x="8019720" y="84312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97" name="Google Shape;1080;p32"/>
                <p:cNvGrpSpPr/>
                <p:nvPr/>
              </p:nvGrpSpPr>
              <p:grpSpPr>
                <a:xfrm>
                  <a:off x="7553160" y="1130400"/>
                  <a:ext cx="492840" cy="26280"/>
                  <a:chOff x="7553160" y="1130400"/>
                  <a:chExt cx="492840" cy="26280"/>
                </a:xfrm>
              </p:grpSpPr>
              <p:sp>
                <p:nvSpPr>
                  <p:cNvPr id="1098" name="Google Shape;1081;p32"/>
                  <p:cNvSpPr/>
                  <p:nvPr/>
                </p:nvSpPr>
                <p:spPr>
                  <a:xfrm>
                    <a:off x="7553160" y="11304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9" name="Google Shape;1082;p32"/>
                  <p:cNvSpPr/>
                  <p:nvPr/>
                </p:nvSpPr>
                <p:spPr>
                  <a:xfrm>
                    <a:off x="7786440" y="11304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0" name="Google Shape;1083;p32"/>
                  <p:cNvSpPr/>
                  <p:nvPr/>
                </p:nvSpPr>
                <p:spPr>
                  <a:xfrm>
                    <a:off x="8019720" y="11304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grpSp>
          <p:nvGrpSpPr>
            <p:cNvPr id="1101" name="Google Shape;1084;p32"/>
            <p:cNvGrpSpPr/>
            <p:nvPr/>
          </p:nvGrpSpPr>
          <p:grpSpPr>
            <a:xfrm>
              <a:off x="7821000" y="1008000"/>
              <a:ext cx="161640" cy="93960"/>
              <a:chOff x="7821000" y="1008000"/>
              <a:chExt cx="161640" cy="93960"/>
            </a:xfrm>
          </p:grpSpPr>
          <p:sp>
            <p:nvSpPr>
              <p:cNvPr id="1102" name="Google Shape;1085;p32"/>
              <p:cNvSpPr/>
              <p:nvPr/>
            </p:nvSpPr>
            <p:spPr>
              <a:xfrm>
                <a:off x="7821000" y="1008000"/>
                <a:ext cx="161640" cy="93960"/>
              </a:xfrm>
              <a:custGeom>
                <a:avLst/>
                <a:gdLst>
                  <a:gd name="textAreaLeft" fmla="*/ 0 w 161640"/>
                  <a:gd name="textAreaRight" fmla="*/ 162000 w 161640"/>
                  <a:gd name="textAreaTop" fmla="*/ 0 h 93960"/>
                  <a:gd name="textAreaBottom" fmla="*/ 94320 h 93960"/>
                </a:gdLst>
                <a:ahLst/>
                <a:cxnLst/>
                <a:rect l="textAreaLeft" t="textAreaTop" r="textAreaRight" b="textAreaBottom"/>
                <a:pathLst>
                  <a:path w="256508" h="149542">
                    <a:moveTo>
                      <a:pt x="218694" y="0"/>
                    </a:moveTo>
                    <a:cubicBezTo>
                      <a:pt x="239578" y="0"/>
                      <a:pt x="256508" y="16930"/>
                      <a:pt x="256508" y="37814"/>
                    </a:cubicBezTo>
                    <a:lnTo>
                      <a:pt x="256508" y="111728"/>
                    </a:lnTo>
                    <a:cubicBezTo>
                      <a:pt x="256508" y="132612"/>
                      <a:pt x="239578" y="149543"/>
                      <a:pt x="218694" y="149543"/>
                    </a:cubicBezTo>
                    <a:lnTo>
                      <a:pt x="37814" y="149543"/>
                    </a:lnTo>
                    <a:cubicBezTo>
                      <a:pt x="16930" y="149543"/>
                      <a:pt x="1" y="132612"/>
                      <a:pt x="1" y="111728"/>
                    </a:cubicBezTo>
                    <a:lnTo>
                      <a:pt x="1" y="37814"/>
                    </a:lnTo>
                    <a:cubicBezTo>
                      <a:pt x="1" y="16930"/>
                      <a:pt x="16930" y="0"/>
                      <a:pt x="3781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103" name="Google Shape;1086;p32"/>
              <p:cNvGrpSpPr/>
              <p:nvPr/>
            </p:nvGrpSpPr>
            <p:grpSpPr>
              <a:xfrm>
                <a:off x="7842960" y="1024560"/>
                <a:ext cx="115920" cy="62280"/>
                <a:chOff x="7842960" y="1024560"/>
                <a:chExt cx="115920" cy="62280"/>
              </a:xfrm>
            </p:grpSpPr>
            <p:grpSp>
              <p:nvGrpSpPr>
                <p:cNvPr id="1104" name="Google Shape;1087;p32"/>
                <p:cNvGrpSpPr/>
                <p:nvPr/>
              </p:nvGrpSpPr>
              <p:grpSpPr>
                <a:xfrm>
                  <a:off x="7899120" y="1025640"/>
                  <a:ext cx="59760" cy="59760"/>
                  <a:chOff x="7899120" y="1025640"/>
                  <a:chExt cx="59760" cy="59760"/>
                </a:xfrm>
              </p:grpSpPr>
              <p:sp>
                <p:nvSpPr>
                  <p:cNvPr id="1105" name="Google Shape;1088;p32"/>
                  <p:cNvSpPr/>
                  <p:nvPr/>
                </p:nvSpPr>
                <p:spPr>
                  <a:xfrm>
                    <a:off x="7899120" y="1058760"/>
                    <a:ext cx="26640" cy="26640"/>
                  </a:xfrm>
                  <a:custGeom>
                    <a:avLst/>
                    <a:gdLst>
                      <a:gd name="textAreaLeft" fmla="*/ 0 w 26640"/>
                      <a:gd name="textAreaRight" fmla="*/ 27000 w 26640"/>
                      <a:gd name="textAreaTop" fmla="*/ 0 h 26640"/>
                      <a:gd name="textAreaBottom" fmla="*/ 27000 h 26640"/>
                    </a:gdLst>
                    <a:ahLst/>
                    <a:cxnLst/>
                    <a:rect l="textAreaLeft" t="textAreaTop" r="textAreaRight" b="textAreaBottom"/>
                    <a:pathLst>
                      <a:path w="42671" h="42672">
                        <a:moveTo>
                          <a:pt x="16764" y="31147"/>
                        </a:moveTo>
                        <a:lnTo>
                          <a:pt x="42672" y="5144"/>
                        </a:lnTo>
                        <a:lnTo>
                          <a:pt x="37529" y="0"/>
                        </a:lnTo>
                        <a:lnTo>
                          <a:pt x="11525" y="25908"/>
                        </a:lnTo>
                        <a:lnTo>
                          <a:pt x="6382" y="28765"/>
                        </a:lnTo>
                        <a:lnTo>
                          <a:pt x="0" y="38576"/>
                        </a:lnTo>
                        <a:lnTo>
                          <a:pt x="4096" y="42672"/>
                        </a:lnTo>
                        <a:lnTo>
                          <a:pt x="13906" y="36290"/>
                        </a:lnTo>
                        <a:lnTo>
                          <a:pt x="16764" y="31147"/>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6" name="Google Shape;1089;p32"/>
                  <p:cNvSpPr/>
                  <p:nvPr/>
                </p:nvSpPr>
                <p:spPr>
                  <a:xfrm>
                    <a:off x="7917840" y="1025640"/>
                    <a:ext cx="41040" cy="41040"/>
                  </a:xfrm>
                  <a:custGeom>
                    <a:avLst/>
                    <a:gdLst>
                      <a:gd name="textAreaLeft" fmla="*/ 0 w 41040"/>
                      <a:gd name="textAreaRight" fmla="*/ 41400 w 41040"/>
                      <a:gd name="textAreaTop" fmla="*/ 0 h 41040"/>
                      <a:gd name="textAreaBottom" fmla="*/ 41400 h 41040"/>
                    </a:gdLst>
                    <a:ahLst/>
                    <a:cxnLst/>
                    <a:rect l="textAreaLeft" t="textAreaTop" r="textAreaRight" b="textAreaBottom"/>
                    <a:pathLst>
                      <a:path w="65418" h="65418">
                        <a:moveTo>
                          <a:pt x="36576" y="54845"/>
                        </a:moveTo>
                        <a:lnTo>
                          <a:pt x="63246" y="28175"/>
                        </a:lnTo>
                        <a:cubicBezTo>
                          <a:pt x="64008" y="27413"/>
                          <a:pt x="64484" y="26461"/>
                          <a:pt x="64770" y="25413"/>
                        </a:cubicBezTo>
                        <a:cubicBezTo>
                          <a:pt x="65627" y="21794"/>
                          <a:pt x="66866" y="13602"/>
                          <a:pt x="59341" y="6077"/>
                        </a:cubicBezTo>
                        <a:cubicBezTo>
                          <a:pt x="51816" y="-1447"/>
                          <a:pt x="43625" y="-209"/>
                          <a:pt x="40005" y="648"/>
                        </a:cubicBezTo>
                        <a:cubicBezTo>
                          <a:pt x="38958" y="934"/>
                          <a:pt x="38005" y="1410"/>
                          <a:pt x="37243" y="2172"/>
                        </a:cubicBezTo>
                        <a:lnTo>
                          <a:pt x="10573" y="28842"/>
                        </a:lnTo>
                        <a:cubicBezTo>
                          <a:pt x="14669" y="32938"/>
                          <a:pt x="14669" y="39701"/>
                          <a:pt x="10573" y="43796"/>
                        </a:cubicBezTo>
                        <a:lnTo>
                          <a:pt x="8287" y="46082"/>
                        </a:lnTo>
                        <a:lnTo>
                          <a:pt x="4286" y="42082"/>
                        </a:lnTo>
                        <a:lnTo>
                          <a:pt x="0" y="46368"/>
                        </a:lnTo>
                        <a:lnTo>
                          <a:pt x="19050" y="65418"/>
                        </a:lnTo>
                        <a:lnTo>
                          <a:pt x="23336" y="61132"/>
                        </a:lnTo>
                        <a:lnTo>
                          <a:pt x="19336" y="57131"/>
                        </a:lnTo>
                        <a:lnTo>
                          <a:pt x="21622" y="54845"/>
                        </a:lnTo>
                        <a:cubicBezTo>
                          <a:pt x="25718" y="50750"/>
                          <a:pt x="32481" y="50750"/>
                          <a:pt x="36576" y="54845"/>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107" name="Google Shape;1090;p32"/>
                <p:cNvGrpSpPr/>
                <p:nvPr/>
              </p:nvGrpSpPr>
              <p:grpSpPr>
                <a:xfrm>
                  <a:off x="7842960" y="1024560"/>
                  <a:ext cx="61920" cy="62280"/>
                  <a:chOff x="7842960" y="1024560"/>
                  <a:chExt cx="61920" cy="62280"/>
                </a:xfrm>
              </p:grpSpPr>
              <p:sp>
                <p:nvSpPr>
                  <p:cNvPr id="1108" name="Google Shape;1091;p32"/>
                  <p:cNvSpPr/>
                  <p:nvPr/>
                </p:nvSpPr>
                <p:spPr>
                  <a:xfrm>
                    <a:off x="7842960" y="1024560"/>
                    <a:ext cx="61920" cy="62280"/>
                  </a:xfrm>
                  <a:custGeom>
                    <a:avLst/>
                    <a:gdLst>
                      <a:gd name="textAreaLeft" fmla="*/ 0 w 61920"/>
                      <a:gd name="textAreaRight" fmla="*/ 62280 w 61920"/>
                      <a:gd name="textAreaTop" fmla="*/ 0 h 62280"/>
                      <a:gd name="textAreaBottom" fmla="*/ 62640 h 62280"/>
                    </a:gdLst>
                    <a:ahLst/>
                    <a:cxnLst/>
                    <a:rect l="textAreaLeft" t="textAreaTop" r="textAreaRight" b="textAreaBottom"/>
                    <a:pathLst>
                      <a:path w="98773" h="98921">
                        <a:moveTo>
                          <a:pt x="40717" y="72440"/>
                        </a:moveTo>
                        <a:lnTo>
                          <a:pt x="72244" y="40912"/>
                        </a:lnTo>
                        <a:cubicBezTo>
                          <a:pt x="74149" y="39007"/>
                          <a:pt x="76721" y="38054"/>
                          <a:pt x="79388" y="38054"/>
                        </a:cubicBezTo>
                        <a:cubicBezTo>
                          <a:pt x="84341" y="38150"/>
                          <a:pt x="89389" y="36340"/>
                          <a:pt x="93199" y="32530"/>
                        </a:cubicBezTo>
                        <a:cubicBezTo>
                          <a:pt x="98247" y="27482"/>
                          <a:pt x="99866" y="20243"/>
                          <a:pt x="98057" y="13766"/>
                        </a:cubicBezTo>
                        <a:lnTo>
                          <a:pt x="88722" y="23100"/>
                        </a:lnTo>
                        <a:lnTo>
                          <a:pt x="78435" y="20338"/>
                        </a:lnTo>
                        <a:lnTo>
                          <a:pt x="75673" y="10051"/>
                        </a:lnTo>
                        <a:lnTo>
                          <a:pt x="85007" y="716"/>
                        </a:lnTo>
                        <a:cubicBezTo>
                          <a:pt x="78626" y="-1093"/>
                          <a:pt x="71482" y="526"/>
                          <a:pt x="66434" y="5574"/>
                        </a:cubicBezTo>
                        <a:cubicBezTo>
                          <a:pt x="62624" y="9384"/>
                          <a:pt x="60814" y="14432"/>
                          <a:pt x="60909" y="19385"/>
                        </a:cubicBezTo>
                        <a:cubicBezTo>
                          <a:pt x="60909" y="22052"/>
                          <a:pt x="59957" y="24624"/>
                          <a:pt x="58052" y="26529"/>
                        </a:cubicBezTo>
                        <a:lnTo>
                          <a:pt x="26524" y="58057"/>
                        </a:lnTo>
                        <a:cubicBezTo>
                          <a:pt x="24619" y="59962"/>
                          <a:pt x="22047" y="60914"/>
                          <a:pt x="19380" y="60914"/>
                        </a:cubicBezTo>
                        <a:cubicBezTo>
                          <a:pt x="14427" y="60819"/>
                          <a:pt x="9379" y="62629"/>
                          <a:pt x="5569" y="66439"/>
                        </a:cubicBezTo>
                        <a:cubicBezTo>
                          <a:pt x="-2146" y="74154"/>
                          <a:pt x="-1861" y="86918"/>
                          <a:pt x="6522" y="94252"/>
                        </a:cubicBezTo>
                        <a:cubicBezTo>
                          <a:pt x="13761" y="100634"/>
                          <a:pt x="24905" y="100443"/>
                          <a:pt x="32048" y="93871"/>
                        </a:cubicBezTo>
                        <a:cubicBezTo>
                          <a:pt x="36239" y="89966"/>
                          <a:pt x="38240" y="84632"/>
                          <a:pt x="38145" y="79393"/>
                        </a:cubicBezTo>
                        <a:cubicBezTo>
                          <a:pt x="38145" y="76821"/>
                          <a:pt x="39097" y="74249"/>
                          <a:pt x="41002" y="72440"/>
                        </a:cubicBezTo>
                        <a:close/>
                        <a:moveTo>
                          <a:pt x="16618" y="87965"/>
                        </a:moveTo>
                        <a:lnTo>
                          <a:pt x="10713" y="82060"/>
                        </a:lnTo>
                        <a:lnTo>
                          <a:pt x="12903" y="73964"/>
                        </a:lnTo>
                        <a:lnTo>
                          <a:pt x="21000" y="71773"/>
                        </a:lnTo>
                        <a:lnTo>
                          <a:pt x="26905" y="77678"/>
                        </a:lnTo>
                        <a:lnTo>
                          <a:pt x="24714" y="85775"/>
                        </a:lnTo>
                        <a:lnTo>
                          <a:pt x="16618" y="8796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31320" bIns="31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9" name="Google Shape;1092;p32"/>
                  <p:cNvSpPr/>
                  <p:nvPr/>
                </p:nvSpPr>
                <p:spPr>
                  <a:xfrm>
                    <a:off x="7868880" y="1051560"/>
                    <a:ext cx="9360" cy="9360"/>
                  </a:xfrm>
                  <a:custGeom>
                    <a:avLst/>
                    <a:gdLst>
                      <a:gd name="textAreaLeft" fmla="*/ 0 w 9360"/>
                      <a:gd name="textAreaRight" fmla="*/ 9720 w 9360"/>
                      <a:gd name="textAreaTop" fmla="*/ 0 h 9360"/>
                      <a:gd name="textAreaBottom" fmla="*/ 9720 h 9360"/>
                    </a:gdLst>
                    <a:ahLst/>
                    <a:cxnLst/>
                    <a:rect l="textAreaLeft" t="textAreaTop" r="textAreaRight" b="textAreaBottom"/>
                    <a:pathLst>
                      <a:path w="15573" h="15573">
                        <a:moveTo>
                          <a:pt x="786" y="14883"/>
                        </a:moveTo>
                        <a:lnTo>
                          <a:pt x="786" y="14883"/>
                        </a:lnTo>
                        <a:cubicBezTo>
                          <a:pt x="-262" y="13835"/>
                          <a:pt x="-262" y="12025"/>
                          <a:pt x="786" y="10882"/>
                        </a:cubicBezTo>
                        <a:lnTo>
                          <a:pt x="10882" y="786"/>
                        </a:lnTo>
                        <a:cubicBezTo>
                          <a:pt x="11930" y="-262"/>
                          <a:pt x="13740" y="-262"/>
                          <a:pt x="14788" y="786"/>
                        </a:cubicBezTo>
                        <a:lnTo>
                          <a:pt x="14788" y="786"/>
                        </a:lnTo>
                        <a:cubicBezTo>
                          <a:pt x="15835" y="1834"/>
                          <a:pt x="15835" y="3643"/>
                          <a:pt x="14788" y="4691"/>
                        </a:cubicBezTo>
                        <a:lnTo>
                          <a:pt x="4691" y="14788"/>
                        </a:lnTo>
                        <a:cubicBezTo>
                          <a:pt x="3643" y="15835"/>
                          <a:pt x="1834" y="15835"/>
                          <a:pt x="690" y="14788"/>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grpSp>
      <p:grpSp>
        <p:nvGrpSpPr>
          <p:cNvPr id="1110" name="Google Shape;1093;p32"/>
          <p:cNvGrpSpPr/>
          <p:nvPr/>
        </p:nvGrpSpPr>
        <p:grpSpPr>
          <a:xfrm>
            <a:off x="254520" y="3695400"/>
            <a:ext cx="916920" cy="683280"/>
            <a:chOff x="254520" y="3695400"/>
            <a:chExt cx="916920" cy="683280"/>
          </a:xfrm>
        </p:grpSpPr>
        <p:grpSp>
          <p:nvGrpSpPr>
            <p:cNvPr id="1111" name="Google Shape;1094;p32"/>
            <p:cNvGrpSpPr/>
            <p:nvPr/>
          </p:nvGrpSpPr>
          <p:grpSpPr>
            <a:xfrm>
              <a:off x="254520" y="3695400"/>
              <a:ext cx="916920" cy="683280"/>
              <a:chOff x="254520" y="3695400"/>
              <a:chExt cx="916920" cy="683280"/>
            </a:xfrm>
          </p:grpSpPr>
          <p:sp>
            <p:nvSpPr>
              <p:cNvPr id="1112" name="Google Shape;1095;p32"/>
              <p:cNvSpPr/>
              <p:nvPr/>
            </p:nvSpPr>
            <p:spPr>
              <a:xfrm>
                <a:off x="458640" y="3695400"/>
                <a:ext cx="712800" cy="479160"/>
              </a:xfrm>
              <a:custGeom>
                <a:avLst/>
                <a:gdLst>
                  <a:gd name="textAreaLeft" fmla="*/ 0 w 712800"/>
                  <a:gd name="textAreaRight" fmla="*/ 713160 w 712800"/>
                  <a:gd name="textAreaTop" fmla="*/ 0 h 479160"/>
                  <a:gd name="textAreaBottom" fmla="*/ 479520 h 479160"/>
                </a:gdLst>
                <a:ahLst/>
                <a:cxnLst/>
                <a:rect l="textAreaLeft" t="textAreaTop" r="textAreaRight" b="textAreaBottom"/>
                <a:pathLst>
                  <a:path w="445389" h="299466">
                    <a:moveTo>
                      <a:pt x="139065" y="7620"/>
                    </a:moveTo>
                    <a:lnTo>
                      <a:pt x="173355" y="41910"/>
                    </a:lnTo>
                    <a:cubicBezTo>
                      <a:pt x="178308" y="46863"/>
                      <a:pt x="185071" y="49721"/>
                      <a:pt x="192119" y="49721"/>
                    </a:cubicBezTo>
                    <a:lnTo>
                      <a:pt x="418910" y="49721"/>
                    </a:lnTo>
                    <a:cubicBezTo>
                      <a:pt x="433578" y="49721"/>
                      <a:pt x="445389" y="61627"/>
                      <a:pt x="445389" y="76200"/>
                    </a:cubicBezTo>
                    <a:lnTo>
                      <a:pt x="445389" y="272987"/>
                    </a:lnTo>
                    <a:cubicBezTo>
                      <a:pt x="445389" y="287655"/>
                      <a:pt x="433483" y="299466"/>
                      <a:pt x="418910" y="299466"/>
                    </a:cubicBezTo>
                    <a:lnTo>
                      <a:pt x="26479" y="299466"/>
                    </a:lnTo>
                    <a:cubicBezTo>
                      <a:pt x="11811" y="299466"/>
                      <a:pt x="0" y="287560"/>
                      <a:pt x="0" y="272987"/>
                    </a:cubicBezTo>
                    <a:lnTo>
                      <a:pt x="0" y="26479"/>
                    </a:lnTo>
                    <a:cubicBezTo>
                      <a:pt x="0" y="11811"/>
                      <a:pt x="11906" y="0"/>
                      <a:pt x="26479" y="0"/>
                    </a:cubicBezTo>
                    <a:lnTo>
                      <a:pt x="120396" y="0"/>
                    </a:lnTo>
                    <a:cubicBezTo>
                      <a:pt x="127444" y="0"/>
                      <a:pt x="134207" y="2762"/>
                      <a:pt x="139160" y="7715"/>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13" name="Google Shape;1096;p32"/>
              <p:cNvSpPr/>
              <p:nvPr/>
            </p:nvSpPr>
            <p:spPr>
              <a:xfrm>
                <a:off x="356400" y="3797280"/>
                <a:ext cx="712800" cy="479160"/>
              </a:xfrm>
              <a:custGeom>
                <a:avLst/>
                <a:gdLst>
                  <a:gd name="textAreaLeft" fmla="*/ 0 w 712800"/>
                  <a:gd name="textAreaRight" fmla="*/ 713160 w 712800"/>
                  <a:gd name="textAreaTop" fmla="*/ 0 h 479160"/>
                  <a:gd name="textAreaBottom" fmla="*/ 479520 h 479160"/>
                </a:gdLst>
                <a:ahLst/>
                <a:cxnLst/>
                <a:rect l="textAreaLeft" t="textAreaTop" r="textAreaRight" b="textAreaBottom"/>
                <a:pathLst>
                  <a:path w="445389" h="299465">
                    <a:moveTo>
                      <a:pt x="139065" y="7715"/>
                    </a:moveTo>
                    <a:lnTo>
                      <a:pt x="173355" y="42005"/>
                    </a:lnTo>
                    <a:cubicBezTo>
                      <a:pt x="178308" y="46958"/>
                      <a:pt x="185071" y="49721"/>
                      <a:pt x="192119" y="49721"/>
                    </a:cubicBezTo>
                    <a:lnTo>
                      <a:pt x="418909" y="49721"/>
                    </a:lnTo>
                    <a:cubicBezTo>
                      <a:pt x="433578" y="49721"/>
                      <a:pt x="445389" y="61627"/>
                      <a:pt x="445389" y="76200"/>
                    </a:cubicBezTo>
                    <a:lnTo>
                      <a:pt x="445389" y="272986"/>
                    </a:lnTo>
                    <a:cubicBezTo>
                      <a:pt x="445389" y="287655"/>
                      <a:pt x="433483" y="299466"/>
                      <a:pt x="418909" y="299466"/>
                    </a:cubicBezTo>
                    <a:lnTo>
                      <a:pt x="26480" y="299466"/>
                    </a:lnTo>
                    <a:cubicBezTo>
                      <a:pt x="11811" y="299466"/>
                      <a:pt x="0" y="287560"/>
                      <a:pt x="0" y="272986"/>
                    </a:cubicBezTo>
                    <a:lnTo>
                      <a:pt x="0" y="26479"/>
                    </a:lnTo>
                    <a:cubicBezTo>
                      <a:pt x="0" y="11811"/>
                      <a:pt x="11906" y="0"/>
                      <a:pt x="26480" y="0"/>
                    </a:cubicBezTo>
                    <a:lnTo>
                      <a:pt x="120396" y="0"/>
                    </a:lnTo>
                    <a:cubicBezTo>
                      <a:pt x="127445" y="0"/>
                      <a:pt x="134207" y="2762"/>
                      <a:pt x="139160" y="7715"/>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14" name="Google Shape;1097;p32"/>
              <p:cNvSpPr/>
              <p:nvPr/>
            </p:nvSpPr>
            <p:spPr>
              <a:xfrm>
                <a:off x="254520" y="3899520"/>
                <a:ext cx="712800" cy="479160"/>
              </a:xfrm>
              <a:custGeom>
                <a:avLst/>
                <a:gdLst>
                  <a:gd name="textAreaLeft" fmla="*/ 0 w 712800"/>
                  <a:gd name="textAreaRight" fmla="*/ 713160 w 712800"/>
                  <a:gd name="textAreaTop" fmla="*/ 0 h 479160"/>
                  <a:gd name="textAreaBottom" fmla="*/ 479520 h 479160"/>
                </a:gdLst>
                <a:ahLst/>
                <a:cxnLst/>
                <a:rect l="textAreaLeft" t="textAreaTop" r="textAreaRight" b="textAreaBottom"/>
                <a:pathLst>
                  <a:path w="445389" h="299466">
                    <a:moveTo>
                      <a:pt x="139065" y="7715"/>
                    </a:moveTo>
                    <a:lnTo>
                      <a:pt x="173355" y="42005"/>
                    </a:lnTo>
                    <a:cubicBezTo>
                      <a:pt x="178308" y="46958"/>
                      <a:pt x="185071" y="49721"/>
                      <a:pt x="192119" y="49721"/>
                    </a:cubicBezTo>
                    <a:lnTo>
                      <a:pt x="418909" y="49721"/>
                    </a:lnTo>
                    <a:cubicBezTo>
                      <a:pt x="433578" y="49721"/>
                      <a:pt x="445389" y="61627"/>
                      <a:pt x="445389" y="76200"/>
                    </a:cubicBezTo>
                    <a:lnTo>
                      <a:pt x="445389" y="272987"/>
                    </a:lnTo>
                    <a:cubicBezTo>
                      <a:pt x="445389" y="287655"/>
                      <a:pt x="433483" y="299466"/>
                      <a:pt x="418909" y="299466"/>
                    </a:cubicBezTo>
                    <a:lnTo>
                      <a:pt x="26479" y="299466"/>
                    </a:lnTo>
                    <a:cubicBezTo>
                      <a:pt x="11811" y="299466"/>
                      <a:pt x="0" y="287560"/>
                      <a:pt x="0" y="272987"/>
                    </a:cubicBezTo>
                    <a:lnTo>
                      <a:pt x="0" y="26479"/>
                    </a:lnTo>
                    <a:cubicBezTo>
                      <a:pt x="0" y="11811"/>
                      <a:pt x="11906" y="0"/>
                      <a:pt x="26479" y="0"/>
                    </a:cubicBezTo>
                    <a:lnTo>
                      <a:pt x="120396" y="0"/>
                    </a:lnTo>
                    <a:cubicBezTo>
                      <a:pt x="127444" y="0"/>
                      <a:pt x="134207" y="2762"/>
                      <a:pt x="139160" y="7715"/>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115" name="Google Shape;1098;p32"/>
            <p:cNvSpPr/>
            <p:nvPr/>
          </p:nvSpPr>
          <p:spPr>
            <a:xfrm>
              <a:off x="429840" y="4095360"/>
              <a:ext cx="356760" cy="162720"/>
            </a:xfrm>
            <a:custGeom>
              <a:avLst/>
              <a:gdLst>
                <a:gd name="textAreaLeft" fmla="*/ 0 w 356760"/>
                <a:gd name="textAreaRight" fmla="*/ 357120 w 356760"/>
                <a:gd name="textAreaTop" fmla="*/ 0 h 162720"/>
                <a:gd name="textAreaBottom" fmla="*/ 163080 h 162720"/>
              </a:gdLst>
              <a:ahLst/>
              <a:cxnLst/>
              <a:rect l="textAreaLeft" t="textAreaTop" r="textAreaRight" b="textAreaBottom"/>
              <a:pathLst>
                <a:path w="222980" h="101917">
                  <a:moveTo>
                    <a:pt x="25051" y="45529"/>
                  </a:moveTo>
                  <a:lnTo>
                    <a:pt x="0" y="45529"/>
                  </a:lnTo>
                  <a:lnTo>
                    <a:pt x="0" y="56388"/>
                  </a:lnTo>
                  <a:lnTo>
                    <a:pt x="25051" y="56388"/>
                  </a:lnTo>
                  <a:lnTo>
                    <a:pt x="25051" y="45529"/>
                  </a:lnTo>
                  <a:close/>
                  <a:moveTo>
                    <a:pt x="115538" y="79153"/>
                  </a:moveTo>
                  <a:lnTo>
                    <a:pt x="184023" y="79153"/>
                  </a:lnTo>
                  <a:lnTo>
                    <a:pt x="184023" y="68294"/>
                  </a:lnTo>
                  <a:lnTo>
                    <a:pt x="115538" y="68294"/>
                  </a:lnTo>
                  <a:lnTo>
                    <a:pt x="115538" y="79153"/>
                  </a:lnTo>
                  <a:close/>
                  <a:moveTo>
                    <a:pt x="32766" y="56388"/>
                  </a:moveTo>
                  <a:lnTo>
                    <a:pt x="129730" y="56388"/>
                  </a:lnTo>
                  <a:lnTo>
                    <a:pt x="129730" y="45529"/>
                  </a:lnTo>
                  <a:lnTo>
                    <a:pt x="32766" y="45529"/>
                  </a:lnTo>
                  <a:lnTo>
                    <a:pt x="32766" y="56388"/>
                  </a:lnTo>
                  <a:close/>
                  <a:moveTo>
                    <a:pt x="184023" y="0"/>
                  </a:moveTo>
                  <a:lnTo>
                    <a:pt x="23908" y="0"/>
                  </a:lnTo>
                  <a:lnTo>
                    <a:pt x="23908" y="10858"/>
                  </a:lnTo>
                  <a:lnTo>
                    <a:pt x="184023" y="10858"/>
                  </a:lnTo>
                  <a:lnTo>
                    <a:pt x="184023" y="0"/>
                  </a:lnTo>
                  <a:close/>
                  <a:moveTo>
                    <a:pt x="47815" y="22765"/>
                  </a:moveTo>
                  <a:lnTo>
                    <a:pt x="0" y="22765"/>
                  </a:lnTo>
                  <a:lnTo>
                    <a:pt x="0" y="33623"/>
                  </a:lnTo>
                  <a:lnTo>
                    <a:pt x="47815" y="33623"/>
                  </a:lnTo>
                  <a:lnTo>
                    <a:pt x="47815" y="22765"/>
                  </a:lnTo>
                  <a:close/>
                  <a:moveTo>
                    <a:pt x="102584" y="68294"/>
                  </a:moveTo>
                  <a:lnTo>
                    <a:pt x="0" y="68294"/>
                  </a:lnTo>
                  <a:lnTo>
                    <a:pt x="0" y="79153"/>
                  </a:lnTo>
                  <a:lnTo>
                    <a:pt x="102584" y="79153"/>
                  </a:lnTo>
                  <a:lnTo>
                    <a:pt x="102584" y="68294"/>
                  </a:lnTo>
                  <a:close/>
                  <a:moveTo>
                    <a:pt x="146875" y="101918"/>
                  </a:moveTo>
                  <a:lnTo>
                    <a:pt x="195644" y="101918"/>
                  </a:lnTo>
                  <a:lnTo>
                    <a:pt x="195644" y="91059"/>
                  </a:lnTo>
                  <a:lnTo>
                    <a:pt x="146875" y="91059"/>
                  </a:lnTo>
                  <a:lnTo>
                    <a:pt x="146875" y="101918"/>
                  </a:lnTo>
                  <a:close/>
                  <a:moveTo>
                    <a:pt x="0" y="101918"/>
                  </a:moveTo>
                  <a:lnTo>
                    <a:pt x="62198" y="101918"/>
                  </a:lnTo>
                  <a:lnTo>
                    <a:pt x="62198" y="91059"/>
                  </a:lnTo>
                  <a:lnTo>
                    <a:pt x="0" y="91059"/>
                  </a:lnTo>
                  <a:lnTo>
                    <a:pt x="0" y="101918"/>
                  </a:lnTo>
                  <a:close/>
                  <a:moveTo>
                    <a:pt x="60769" y="33623"/>
                  </a:moveTo>
                  <a:lnTo>
                    <a:pt x="222980" y="33623"/>
                  </a:lnTo>
                  <a:lnTo>
                    <a:pt x="222980" y="22765"/>
                  </a:lnTo>
                  <a:lnTo>
                    <a:pt x="60769" y="22765"/>
                  </a:lnTo>
                  <a:lnTo>
                    <a:pt x="60769" y="33623"/>
                  </a:lnTo>
                  <a:close/>
                  <a:moveTo>
                    <a:pt x="190500" y="0"/>
                  </a:moveTo>
                  <a:lnTo>
                    <a:pt x="190500" y="10858"/>
                  </a:lnTo>
                  <a:lnTo>
                    <a:pt x="222980" y="10858"/>
                  </a:lnTo>
                  <a:lnTo>
                    <a:pt x="222980" y="0"/>
                  </a:lnTo>
                  <a:lnTo>
                    <a:pt x="190500" y="0"/>
                  </a:lnTo>
                  <a:close/>
                  <a:moveTo>
                    <a:pt x="137350" y="56388"/>
                  </a:moveTo>
                  <a:lnTo>
                    <a:pt x="222980" y="56388"/>
                  </a:lnTo>
                  <a:lnTo>
                    <a:pt x="222980" y="45529"/>
                  </a:lnTo>
                  <a:lnTo>
                    <a:pt x="137350" y="45529"/>
                  </a:lnTo>
                  <a:lnTo>
                    <a:pt x="137350" y="56388"/>
                  </a:lnTo>
                  <a:close/>
                  <a:moveTo>
                    <a:pt x="196882" y="79153"/>
                  </a:moveTo>
                  <a:lnTo>
                    <a:pt x="222885" y="79153"/>
                  </a:lnTo>
                  <a:lnTo>
                    <a:pt x="222885" y="68294"/>
                  </a:lnTo>
                  <a:lnTo>
                    <a:pt x="196882" y="68294"/>
                  </a:lnTo>
                  <a:lnTo>
                    <a:pt x="196882" y="79153"/>
                  </a:lnTo>
                  <a:close/>
                  <a:moveTo>
                    <a:pt x="75057" y="101918"/>
                  </a:moveTo>
                  <a:lnTo>
                    <a:pt x="139065" y="101918"/>
                  </a:lnTo>
                  <a:lnTo>
                    <a:pt x="139065" y="91059"/>
                  </a:lnTo>
                  <a:lnTo>
                    <a:pt x="75057" y="91059"/>
                  </a:lnTo>
                  <a:lnTo>
                    <a:pt x="75057" y="101918"/>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 name="PlaceHolder 1"/>
          <p:cNvSpPr>
            <a:spLocks noGrp="1"/>
          </p:cNvSpPr>
          <p:nvPr>
            <p:ph type="title"/>
          </p:nvPr>
        </p:nvSpPr>
        <p:spPr>
          <a:xfrm>
            <a:off x="2009880" y="838080"/>
            <a:ext cx="5114520" cy="1390320"/>
          </a:xfrm>
          <a:prstGeom prst="rect">
            <a:avLst/>
          </a:prstGeom>
          <a:noFill/>
          <a:ln w="0">
            <a:noFill/>
          </a:ln>
        </p:spPr>
        <p:txBody>
          <a:bodyPr lIns="91440" tIns="91440" rIns="91440" bIns="91440" anchor="b">
            <a:noAutofit/>
          </a:bodyPr>
          <a:lstStyle/>
          <a:p>
            <a:pPr indent="0">
              <a:lnSpc>
                <a:spcPct val="100000"/>
              </a:lnSpc>
              <a:buNone/>
              <a:tabLst>
                <a:tab pos="0" algn="l"/>
              </a:tabLst>
            </a:pPr>
            <a:r>
              <a:rPr lang="en-US" sz="2800" b="1" u="none" strike="noStrike" dirty="0">
                <a:solidFill>
                  <a:schemeClr val="dk1"/>
                </a:solidFill>
                <a:effectLst/>
                <a:uFillTx/>
                <a:latin typeface="Epilogue"/>
                <a:ea typeface="Epilogue"/>
              </a:rPr>
              <a:t>Hardware Design</a:t>
            </a:r>
            <a:br>
              <a:rPr lang="en-US" sz="2800" b="1" u="none" strike="noStrike" dirty="0">
                <a:solidFill>
                  <a:schemeClr val="dk1"/>
                </a:solidFill>
                <a:effectLst/>
                <a:uFillTx/>
                <a:latin typeface="Epilogue"/>
                <a:ea typeface="Epilogue"/>
              </a:rPr>
            </a:br>
            <a:endParaRPr lang="fr-FR" sz="2800" b="0" u="none" strike="noStrike" dirty="0">
              <a:solidFill>
                <a:schemeClr val="dk1"/>
              </a:solidFill>
              <a:effectLst/>
              <a:uFillTx/>
              <a:latin typeface="Arial"/>
            </a:endParaRPr>
          </a:p>
        </p:txBody>
      </p:sp>
      <p:sp>
        <p:nvSpPr>
          <p:cNvPr id="1117" name="PlaceHolder 2"/>
          <p:cNvSpPr>
            <a:spLocks noGrp="1"/>
          </p:cNvSpPr>
          <p:nvPr>
            <p:ph type="subTitle"/>
          </p:nvPr>
        </p:nvSpPr>
        <p:spPr>
          <a:xfrm>
            <a:off x="2009880" y="2228760"/>
            <a:ext cx="5114520" cy="206640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dirty="0">
                <a:solidFill>
                  <a:schemeClr val="dk1"/>
                </a:solidFill>
                <a:effectLst/>
                <a:uFillTx/>
                <a:latin typeface="Lato"/>
                <a:ea typeface="Lato"/>
              </a:rPr>
              <a:t>The handheld controller is powered by an </a:t>
            </a:r>
            <a:r>
              <a:rPr lang="en-US" sz="1200" b="1" u="none" strike="noStrike" dirty="0">
                <a:solidFill>
                  <a:schemeClr val="dk1"/>
                </a:solidFill>
                <a:effectLst/>
                <a:uFillTx/>
                <a:latin typeface="Lato"/>
                <a:ea typeface="Lato"/>
              </a:rPr>
              <a:t>ESP32s3 processor</a:t>
            </a:r>
            <a:r>
              <a:rPr lang="en-US" sz="1200" b="0" u="none" strike="noStrike" dirty="0">
                <a:solidFill>
                  <a:schemeClr val="dk1"/>
                </a:solidFill>
                <a:effectLst/>
                <a:uFillTx/>
                <a:latin typeface="Lato"/>
                <a:ea typeface="Lato"/>
              </a:rPr>
              <a:t> with Bluetooth Low Energy. It includes a </a:t>
            </a:r>
            <a:r>
              <a:rPr lang="en-US" sz="1200" dirty="0">
                <a:solidFill>
                  <a:schemeClr val="dk1"/>
                </a:solidFill>
                <a:latin typeface="Lato"/>
                <a:ea typeface="Lato"/>
              </a:rPr>
              <a:t>display</a:t>
            </a:r>
            <a:r>
              <a:rPr lang="en-US" sz="1200" b="0" u="none" strike="noStrike" dirty="0">
                <a:solidFill>
                  <a:schemeClr val="dk1"/>
                </a:solidFill>
                <a:effectLst/>
                <a:uFillTx/>
                <a:latin typeface="Lato"/>
                <a:ea typeface="Lato"/>
              </a:rPr>
              <a:t> for touch control and navigation </a:t>
            </a:r>
            <a:r>
              <a:rPr lang="en-US" sz="1200" dirty="0">
                <a:solidFill>
                  <a:schemeClr val="dk1"/>
                </a:solidFill>
                <a:latin typeface="Lato"/>
                <a:ea typeface="Lato"/>
              </a:rPr>
              <a:t>,</a:t>
            </a:r>
            <a:r>
              <a:rPr lang="en-US" sz="1200" b="0" u="none" strike="noStrike" dirty="0">
                <a:solidFill>
                  <a:schemeClr val="dk1"/>
                </a:solidFill>
                <a:effectLst/>
                <a:uFillTx/>
                <a:latin typeface="Lato"/>
                <a:ea typeface="Lato"/>
              </a:rPr>
              <a:t> a </a:t>
            </a:r>
            <a:r>
              <a:rPr lang="en-US" sz="1200" b="1" u="none" strike="noStrike" dirty="0">
                <a:solidFill>
                  <a:schemeClr val="dk1"/>
                </a:solidFill>
                <a:effectLst/>
                <a:uFillTx/>
                <a:latin typeface="Lato"/>
                <a:ea typeface="Lato"/>
              </a:rPr>
              <a:t>6-axis MPU6500 IMU</a:t>
            </a:r>
            <a:r>
              <a:rPr lang="en-US" sz="1200" b="0" u="none" strike="noStrike" dirty="0">
                <a:solidFill>
                  <a:schemeClr val="dk1"/>
                </a:solidFill>
                <a:effectLst/>
                <a:uFillTx/>
                <a:latin typeface="Lato"/>
                <a:ea typeface="Lato"/>
              </a:rPr>
              <a:t> enabling intuitive 3D model control. The device also incorporates an onboard digital microphone and a dedicated record button to toggle presentation recording remotely.</a:t>
            </a:r>
            <a:endParaRPr lang="en-US" sz="1200" b="0" u="none" strike="noStrike" dirty="0">
              <a:solidFill>
                <a:srgbClr val="000000"/>
              </a:solidFill>
              <a:effectLst/>
              <a:uFillTx/>
              <a:latin typeface="OpenSymbo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8" name="Google Shape;966;p31"/>
          <p:cNvSpPr/>
          <p:nvPr/>
        </p:nvSpPr>
        <p:spPr>
          <a:xfrm rot="4500000">
            <a:off x="4600800" y="7200"/>
            <a:ext cx="5575320" cy="4866840"/>
          </a:xfrm>
          <a:custGeom>
            <a:avLst/>
            <a:gdLst>
              <a:gd name="textAreaLeft" fmla="*/ 0 w 5575320"/>
              <a:gd name="textAreaRight" fmla="*/ 5575680 w 5575320"/>
              <a:gd name="textAreaTop" fmla="*/ 0 h 4866840"/>
              <a:gd name="textAreaBottom" fmla="*/ 4867200 h 4866840"/>
            </a:gdLst>
            <a:ahLst/>
            <a:cxnLst/>
            <a:rect l="textAreaLeft" t="textAreaTop" r="textAreaRight" b="textAreaBottom"/>
            <a:pathLst>
              <a:path w="45721" h="44028">
                <a:moveTo>
                  <a:pt x="22493" y="0"/>
                </a:moveTo>
                <a:cubicBezTo>
                  <a:pt x="21088" y="0"/>
                  <a:pt x="19696" y="207"/>
                  <a:pt x="18384" y="686"/>
                </a:cubicBezTo>
                <a:cubicBezTo>
                  <a:pt x="16538" y="1365"/>
                  <a:pt x="14788" y="2674"/>
                  <a:pt x="13800" y="4401"/>
                </a:cubicBezTo>
                <a:cubicBezTo>
                  <a:pt x="12502" y="6663"/>
                  <a:pt x="12633" y="9461"/>
                  <a:pt x="11597" y="11842"/>
                </a:cubicBezTo>
                <a:cubicBezTo>
                  <a:pt x="10764" y="13771"/>
                  <a:pt x="8704" y="14926"/>
                  <a:pt x="7073" y="16116"/>
                </a:cubicBezTo>
                <a:cubicBezTo>
                  <a:pt x="4548" y="17962"/>
                  <a:pt x="2048" y="20141"/>
                  <a:pt x="1179" y="23260"/>
                </a:cubicBezTo>
                <a:cubicBezTo>
                  <a:pt x="0" y="27415"/>
                  <a:pt x="346" y="32368"/>
                  <a:pt x="2715" y="36071"/>
                </a:cubicBezTo>
                <a:cubicBezTo>
                  <a:pt x="4489" y="38834"/>
                  <a:pt x="7513" y="39655"/>
                  <a:pt x="10644" y="39715"/>
                </a:cubicBezTo>
                <a:cubicBezTo>
                  <a:pt x="10740" y="39716"/>
                  <a:pt x="10835" y="39717"/>
                  <a:pt x="10932" y="39717"/>
                </a:cubicBezTo>
                <a:cubicBezTo>
                  <a:pt x="12378" y="39717"/>
                  <a:pt x="13967" y="39555"/>
                  <a:pt x="15526" y="39555"/>
                </a:cubicBezTo>
                <a:cubicBezTo>
                  <a:pt x="17089" y="39555"/>
                  <a:pt x="18623" y="39718"/>
                  <a:pt x="19955" y="40369"/>
                </a:cubicBezTo>
                <a:cubicBezTo>
                  <a:pt x="23538" y="42115"/>
                  <a:pt x="27996" y="44028"/>
                  <a:pt x="32241" y="44028"/>
                </a:cubicBezTo>
                <a:cubicBezTo>
                  <a:pt x="33555" y="44028"/>
                  <a:pt x="34848" y="43845"/>
                  <a:pt x="36088" y="43417"/>
                </a:cubicBezTo>
                <a:cubicBezTo>
                  <a:pt x="41505" y="41548"/>
                  <a:pt x="44149" y="37905"/>
                  <a:pt x="44934" y="33178"/>
                </a:cubicBezTo>
                <a:cubicBezTo>
                  <a:pt x="45720" y="28463"/>
                  <a:pt x="43565" y="24534"/>
                  <a:pt x="42875" y="20796"/>
                </a:cubicBezTo>
                <a:cubicBezTo>
                  <a:pt x="42446" y="18438"/>
                  <a:pt x="42160" y="15819"/>
                  <a:pt x="41422" y="13473"/>
                </a:cubicBezTo>
                <a:cubicBezTo>
                  <a:pt x="41148" y="12580"/>
                  <a:pt x="40779" y="11711"/>
                  <a:pt x="40339" y="10890"/>
                </a:cubicBezTo>
                <a:cubicBezTo>
                  <a:pt x="38076" y="6675"/>
                  <a:pt x="34100" y="3496"/>
                  <a:pt x="29766" y="1615"/>
                </a:cubicBezTo>
                <a:cubicBezTo>
                  <a:pt x="27553" y="661"/>
                  <a:pt x="25002" y="0"/>
                  <a:pt x="22493"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19" name="PlaceHolder 1"/>
          <p:cNvSpPr>
            <a:spLocks noGrp="1"/>
          </p:cNvSpPr>
          <p:nvPr>
            <p:ph type="title"/>
          </p:nvPr>
        </p:nvSpPr>
        <p:spPr>
          <a:xfrm>
            <a:off x="792569" y="865329"/>
            <a:ext cx="2800080" cy="100944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US" sz="3000" b="1" u="none" strike="noStrike" dirty="0">
                <a:solidFill>
                  <a:schemeClr val="dk1"/>
                </a:solidFill>
                <a:effectLst/>
                <a:uFillTx/>
                <a:latin typeface="Epilogue"/>
                <a:ea typeface="Epilogue"/>
              </a:rPr>
              <a:t>Real-time 3D Rendering</a:t>
            </a:r>
            <a:endParaRPr lang="fr-FR" sz="3000" b="0" u="none" strike="noStrike" dirty="0">
              <a:solidFill>
                <a:schemeClr val="dk1"/>
              </a:solidFill>
              <a:effectLst/>
              <a:uFillTx/>
              <a:latin typeface="Arial"/>
            </a:endParaRPr>
          </a:p>
        </p:txBody>
      </p:sp>
      <p:sp>
        <p:nvSpPr>
          <p:cNvPr id="1120" name="PlaceHolder 2"/>
          <p:cNvSpPr>
            <a:spLocks noGrp="1"/>
          </p:cNvSpPr>
          <p:nvPr>
            <p:ph type="subTitle"/>
          </p:nvPr>
        </p:nvSpPr>
        <p:spPr>
          <a:xfrm>
            <a:off x="809640" y="2053188"/>
            <a:ext cx="4295520" cy="206640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dirty="0">
                <a:solidFill>
                  <a:schemeClr val="dk1"/>
                </a:solidFill>
                <a:effectLst/>
                <a:uFillTx/>
                <a:latin typeface="Lato"/>
                <a:ea typeface="Lato"/>
              </a:rPr>
              <a:t>The web app aggregates multiple file types—PDFs, PPTX, DOCX, and 3D models—into a unified slide deck using parsers like PDF.js and </a:t>
            </a:r>
            <a:r>
              <a:rPr lang="en-US" sz="1200" b="0" u="none" strike="noStrike" dirty="0" err="1">
                <a:solidFill>
                  <a:schemeClr val="dk1"/>
                </a:solidFill>
                <a:effectLst/>
                <a:uFillTx/>
                <a:latin typeface="Lato"/>
                <a:ea typeface="Lato"/>
              </a:rPr>
              <a:t>officeparser</a:t>
            </a:r>
            <a:r>
              <a:rPr lang="en-US" sz="1200" b="0" u="none" strike="noStrike" dirty="0">
                <a:solidFill>
                  <a:schemeClr val="dk1"/>
                </a:solidFill>
                <a:effectLst/>
                <a:uFillTx/>
                <a:latin typeface="Lato"/>
                <a:ea typeface="Lato"/>
              </a:rPr>
              <a:t>. It maintains real-time communication with the controller over </a:t>
            </a:r>
            <a:r>
              <a:rPr lang="en-US" sz="1200" dirty="0" err="1">
                <a:solidFill>
                  <a:schemeClr val="dk1"/>
                </a:solidFill>
                <a:latin typeface="Lato"/>
                <a:ea typeface="Lato"/>
              </a:rPr>
              <a:t>Websocket</a:t>
            </a:r>
            <a:r>
              <a:rPr lang="en-US" sz="1200" b="0" u="none" strike="noStrike" dirty="0">
                <a:solidFill>
                  <a:schemeClr val="dk1"/>
                </a:solidFill>
                <a:effectLst/>
                <a:uFillTx/>
                <a:latin typeface="Lato"/>
                <a:ea typeface="Lato"/>
              </a:rPr>
              <a:t> and renders complex 3D content using three.js, all within a single React-based SPA.</a:t>
            </a:r>
            <a:endParaRPr lang="en-US" sz="1200" b="0" u="none" strike="noStrike" dirty="0">
              <a:solidFill>
                <a:srgbClr val="000000"/>
              </a:solidFill>
              <a:effectLst/>
              <a:uFillTx/>
              <a:latin typeface="OpenSymbol"/>
            </a:endParaRPr>
          </a:p>
        </p:txBody>
      </p:sp>
      <p:pic>
        <p:nvPicPr>
          <p:cNvPr id="3" name="Picture 2">
            <a:extLst>
              <a:ext uri="{FF2B5EF4-FFF2-40B4-BE49-F238E27FC236}">
                <a16:creationId xmlns:a16="http://schemas.microsoft.com/office/drawing/2014/main" id="{AAC3F47C-1381-815D-39E0-3384C3071A8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84162" y="1687552"/>
            <a:ext cx="3548325" cy="193426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6" name="PlaceHolder 1"/>
          <p:cNvSpPr>
            <a:spLocks noGrp="1"/>
          </p:cNvSpPr>
          <p:nvPr>
            <p:ph type="title"/>
          </p:nvPr>
        </p:nvSpPr>
        <p:spPr>
          <a:xfrm>
            <a:off x="523051" y="848700"/>
            <a:ext cx="5114520" cy="139032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fr-FR" sz="4000" dirty="0" err="1">
                <a:solidFill>
                  <a:schemeClr val="dk1"/>
                </a:solidFill>
                <a:latin typeface="Arial"/>
              </a:rPr>
              <a:t>Recording</a:t>
            </a:r>
            <a:r>
              <a:rPr lang="fr-FR" sz="4000" dirty="0">
                <a:solidFill>
                  <a:schemeClr val="dk1"/>
                </a:solidFill>
                <a:latin typeface="Arial"/>
              </a:rPr>
              <a:t> Editor</a:t>
            </a:r>
            <a:br>
              <a:rPr lang="fr-FR" sz="4000" dirty="0">
                <a:solidFill>
                  <a:schemeClr val="dk1"/>
                </a:solidFill>
                <a:latin typeface="Arial"/>
              </a:rPr>
            </a:br>
            <a:endParaRPr lang="fr-FR" sz="4000" b="0" u="none" strike="noStrike" dirty="0">
              <a:solidFill>
                <a:schemeClr val="dk1"/>
              </a:solidFill>
              <a:effectLst/>
              <a:uFillTx/>
              <a:latin typeface="Arial"/>
            </a:endParaRPr>
          </a:p>
        </p:txBody>
      </p:sp>
      <p:sp>
        <p:nvSpPr>
          <p:cNvPr id="1167" name="PlaceHolder 2"/>
          <p:cNvSpPr>
            <a:spLocks noGrp="1"/>
          </p:cNvSpPr>
          <p:nvPr>
            <p:ph type="subTitle"/>
          </p:nvPr>
        </p:nvSpPr>
        <p:spPr>
          <a:xfrm>
            <a:off x="463577" y="2228400"/>
            <a:ext cx="5114520" cy="206640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dirty="0">
                <a:solidFill>
                  <a:schemeClr val="dk1"/>
                </a:solidFill>
                <a:effectLst/>
                <a:uFillTx/>
                <a:latin typeface="Lato"/>
                <a:ea typeface="Lato"/>
              </a:rPr>
              <a:t>When the record button is triggered, screen and audio streams are captured simultaneously using browser APIs. The recording is processed asynchronously with </a:t>
            </a:r>
            <a:r>
              <a:rPr lang="en-US" sz="1200" b="0" u="none" strike="noStrike" dirty="0" err="1">
                <a:solidFill>
                  <a:schemeClr val="dk1"/>
                </a:solidFill>
                <a:effectLst/>
                <a:uFillTx/>
                <a:latin typeface="Lato"/>
                <a:ea typeface="Lato"/>
              </a:rPr>
              <a:t>MediaRecorder</a:t>
            </a:r>
            <a:r>
              <a:rPr lang="en-US" sz="1200" b="0" u="none" strike="noStrike" dirty="0">
                <a:solidFill>
                  <a:schemeClr val="dk1"/>
                </a:solidFill>
                <a:effectLst/>
                <a:uFillTx/>
                <a:latin typeface="Lato"/>
                <a:ea typeface="Lato"/>
              </a:rPr>
              <a:t> creating a .</a:t>
            </a:r>
            <a:r>
              <a:rPr lang="en-US" sz="1200" b="0" u="none" strike="noStrike" dirty="0" err="1">
                <a:solidFill>
                  <a:schemeClr val="dk1"/>
                </a:solidFill>
                <a:effectLst/>
                <a:uFillTx/>
                <a:latin typeface="Lato"/>
                <a:ea typeface="Lato"/>
              </a:rPr>
              <a:t>webm</a:t>
            </a:r>
            <a:r>
              <a:rPr lang="en-US" sz="1200" b="0" u="none" strike="noStrike" dirty="0">
                <a:solidFill>
                  <a:schemeClr val="dk1"/>
                </a:solidFill>
                <a:effectLst/>
                <a:uFillTx/>
                <a:latin typeface="Lato"/>
                <a:ea typeface="Lato"/>
              </a:rPr>
              <a:t> file, then converted in the background by </a:t>
            </a:r>
            <a:r>
              <a:rPr lang="en-US" sz="1200" b="0" u="none" strike="noStrike" dirty="0" err="1">
                <a:solidFill>
                  <a:schemeClr val="dk1"/>
                </a:solidFill>
                <a:effectLst/>
                <a:uFillTx/>
                <a:latin typeface="Lato"/>
                <a:ea typeface="Lato"/>
              </a:rPr>
              <a:t>FFmpeg.wasm</a:t>
            </a:r>
            <a:r>
              <a:rPr lang="en-US" sz="1200" b="0" u="none" strike="noStrike" dirty="0">
                <a:solidFill>
                  <a:schemeClr val="dk1"/>
                </a:solidFill>
                <a:effectLst/>
                <a:uFillTx/>
                <a:latin typeface="Lato"/>
                <a:ea typeface="Lato"/>
              </a:rPr>
              <a:t> to a shareable MP4, ensuring smooth user interaction during intensive processing.</a:t>
            </a:r>
            <a:endParaRPr lang="en-US" sz="1200" b="0" u="none" strike="noStrike" dirty="0">
              <a:solidFill>
                <a:srgbClr val="000000"/>
              </a:solidFill>
              <a:effectLst/>
              <a:uFillTx/>
              <a:latin typeface="OpenSymbol"/>
            </a:endParaRPr>
          </a:p>
        </p:txBody>
      </p:sp>
      <p:pic>
        <p:nvPicPr>
          <p:cNvPr id="3" name="Picture 2">
            <a:extLst>
              <a:ext uri="{FF2B5EF4-FFF2-40B4-BE49-F238E27FC236}">
                <a16:creationId xmlns:a16="http://schemas.microsoft.com/office/drawing/2014/main" id="{F7BEAFA7-36B0-8B25-3763-8F86BE11580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78097" y="1031484"/>
            <a:ext cx="3498996" cy="287224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2AF48-103B-D53A-7352-CE7AF9D416CB}"/>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C83B14F4-B68B-62B6-11A4-9F057A424F98}"/>
              </a:ext>
            </a:extLst>
          </p:cNvPr>
          <p:cNvSpPr>
            <a:spLocks noGrp="1"/>
          </p:cNvSpPr>
          <p:nvPr>
            <p:ph type="body"/>
          </p:nvPr>
        </p:nvSpPr>
        <p:spPr/>
        <p:txBody>
          <a:bodyPr/>
          <a:lstStyle/>
          <a:p>
            <a:endParaRPr lang="en-IN" dirty="0"/>
          </a:p>
        </p:txBody>
      </p:sp>
      <p:pic>
        <p:nvPicPr>
          <p:cNvPr id="5" name="Picture 4">
            <a:extLst>
              <a:ext uri="{FF2B5EF4-FFF2-40B4-BE49-F238E27FC236}">
                <a16:creationId xmlns:a16="http://schemas.microsoft.com/office/drawing/2014/main" id="{38F6E8F5-2D5F-ABEB-5F7D-A91993D0A4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5" y="0"/>
            <a:ext cx="10001251" cy="5143500"/>
          </a:xfrm>
          <a:prstGeom prst="rect">
            <a:avLst/>
          </a:prstGeom>
        </p:spPr>
      </p:pic>
    </p:spTree>
    <p:extLst>
      <p:ext uri="{BB962C8B-B14F-4D97-AF65-F5344CB8AC3E}">
        <p14:creationId xmlns:p14="http://schemas.microsoft.com/office/powerpoint/2010/main" val="14924980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BCEB7-539E-D774-5FD9-F4B70C7083FB}"/>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4811BB0C-EF22-672E-7BA5-7F5C44E47564}"/>
              </a:ext>
            </a:extLst>
          </p:cNvPr>
          <p:cNvSpPr>
            <a:spLocks noGrp="1"/>
          </p:cNvSpPr>
          <p:nvPr>
            <p:ph type="body"/>
          </p:nvPr>
        </p:nvSpPr>
        <p:spPr/>
        <p:txBody>
          <a:bodyPr/>
          <a:lstStyle/>
          <a:p>
            <a:endParaRPr lang="en-IN"/>
          </a:p>
        </p:txBody>
      </p:sp>
      <p:pic>
        <p:nvPicPr>
          <p:cNvPr id="5" name="Picture 4">
            <a:extLst>
              <a:ext uri="{FF2B5EF4-FFF2-40B4-BE49-F238E27FC236}">
                <a16:creationId xmlns:a16="http://schemas.microsoft.com/office/drawing/2014/main" id="{3C4B5630-6EF2-0F9B-BE2D-38FEECB994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0211167" cy="5196468"/>
          </a:xfrm>
          <a:prstGeom prst="rect">
            <a:avLst/>
          </a:prstGeom>
        </p:spPr>
      </p:pic>
    </p:spTree>
    <p:extLst>
      <p:ext uri="{BB962C8B-B14F-4D97-AF65-F5344CB8AC3E}">
        <p14:creationId xmlns:p14="http://schemas.microsoft.com/office/powerpoint/2010/main" val="13093818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8" name="Google Shape;966;p31"/>
          <p:cNvSpPr/>
          <p:nvPr/>
        </p:nvSpPr>
        <p:spPr>
          <a:xfrm rot="4500000">
            <a:off x="4600800" y="7200"/>
            <a:ext cx="5575320" cy="4866840"/>
          </a:xfrm>
          <a:custGeom>
            <a:avLst/>
            <a:gdLst>
              <a:gd name="textAreaLeft" fmla="*/ 0 w 5575320"/>
              <a:gd name="textAreaRight" fmla="*/ 5575680 w 5575320"/>
              <a:gd name="textAreaTop" fmla="*/ 0 h 4866840"/>
              <a:gd name="textAreaBottom" fmla="*/ 4867200 h 4866840"/>
            </a:gdLst>
            <a:ahLst/>
            <a:cxnLst/>
            <a:rect l="textAreaLeft" t="textAreaTop" r="textAreaRight" b="textAreaBottom"/>
            <a:pathLst>
              <a:path w="45721" h="44028">
                <a:moveTo>
                  <a:pt x="22493" y="0"/>
                </a:moveTo>
                <a:cubicBezTo>
                  <a:pt x="21088" y="0"/>
                  <a:pt x="19696" y="207"/>
                  <a:pt x="18384" y="686"/>
                </a:cubicBezTo>
                <a:cubicBezTo>
                  <a:pt x="16538" y="1365"/>
                  <a:pt x="14788" y="2674"/>
                  <a:pt x="13800" y="4401"/>
                </a:cubicBezTo>
                <a:cubicBezTo>
                  <a:pt x="12502" y="6663"/>
                  <a:pt x="12633" y="9461"/>
                  <a:pt x="11597" y="11842"/>
                </a:cubicBezTo>
                <a:cubicBezTo>
                  <a:pt x="10764" y="13771"/>
                  <a:pt x="8704" y="14926"/>
                  <a:pt x="7073" y="16116"/>
                </a:cubicBezTo>
                <a:cubicBezTo>
                  <a:pt x="4548" y="17962"/>
                  <a:pt x="2048" y="20141"/>
                  <a:pt x="1179" y="23260"/>
                </a:cubicBezTo>
                <a:cubicBezTo>
                  <a:pt x="0" y="27415"/>
                  <a:pt x="346" y="32368"/>
                  <a:pt x="2715" y="36071"/>
                </a:cubicBezTo>
                <a:cubicBezTo>
                  <a:pt x="4489" y="38834"/>
                  <a:pt x="7513" y="39655"/>
                  <a:pt x="10644" y="39715"/>
                </a:cubicBezTo>
                <a:cubicBezTo>
                  <a:pt x="10740" y="39716"/>
                  <a:pt x="10835" y="39717"/>
                  <a:pt x="10932" y="39717"/>
                </a:cubicBezTo>
                <a:cubicBezTo>
                  <a:pt x="12378" y="39717"/>
                  <a:pt x="13967" y="39555"/>
                  <a:pt x="15526" y="39555"/>
                </a:cubicBezTo>
                <a:cubicBezTo>
                  <a:pt x="17089" y="39555"/>
                  <a:pt x="18623" y="39718"/>
                  <a:pt x="19955" y="40369"/>
                </a:cubicBezTo>
                <a:cubicBezTo>
                  <a:pt x="23538" y="42115"/>
                  <a:pt x="27996" y="44028"/>
                  <a:pt x="32241" y="44028"/>
                </a:cubicBezTo>
                <a:cubicBezTo>
                  <a:pt x="33555" y="44028"/>
                  <a:pt x="34848" y="43845"/>
                  <a:pt x="36088" y="43417"/>
                </a:cubicBezTo>
                <a:cubicBezTo>
                  <a:pt x="41505" y="41548"/>
                  <a:pt x="44149" y="37905"/>
                  <a:pt x="44934" y="33178"/>
                </a:cubicBezTo>
                <a:cubicBezTo>
                  <a:pt x="45720" y="28463"/>
                  <a:pt x="43565" y="24534"/>
                  <a:pt x="42875" y="20796"/>
                </a:cubicBezTo>
                <a:cubicBezTo>
                  <a:pt x="42446" y="18438"/>
                  <a:pt x="42160" y="15819"/>
                  <a:pt x="41422" y="13473"/>
                </a:cubicBezTo>
                <a:cubicBezTo>
                  <a:pt x="41148" y="12580"/>
                  <a:pt x="40779" y="11711"/>
                  <a:pt x="40339" y="10890"/>
                </a:cubicBezTo>
                <a:cubicBezTo>
                  <a:pt x="38076" y="6675"/>
                  <a:pt x="34100" y="3496"/>
                  <a:pt x="29766" y="1615"/>
                </a:cubicBezTo>
                <a:cubicBezTo>
                  <a:pt x="27553" y="661"/>
                  <a:pt x="25002" y="0"/>
                  <a:pt x="22493"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9" name="PlaceHolder 1"/>
          <p:cNvSpPr>
            <a:spLocks noGrp="1"/>
          </p:cNvSpPr>
          <p:nvPr>
            <p:ph type="title"/>
          </p:nvPr>
        </p:nvSpPr>
        <p:spPr>
          <a:xfrm>
            <a:off x="809640" y="1028880"/>
            <a:ext cx="2800080" cy="100944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000" b="1" u="none" strike="noStrike">
                <a:solidFill>
                  <a:schemeClr val="dk1"/>
                </a:solidFill>
                <a:effectLst/>
                <a:uFillTx/>
                <a:latin typeface="Epilogue"/>
                <a:ea typeface="Epilogue"/>
              </a:rPr>
              <a:t>Conclusions</a:t>
            </a:r>
            <a:endParaRPr lang="fr-FR" sz="3000" b="0" u="none" strike="noStrike">
              <a:solidFill>
                <a:schemeClr val="dk1"/>
              </a:solidFill>
              <a:effectLst/>
              <a:uFillTx/>
              <a:latin typeface="Arial"/>
            </a:endParaRPr>
          </a:p>
        </p:txBody>
      </p:sp>
      <p:sp>
        <p:nvSpPr>
          <p:cNvPr id="1170" name="PlaceHolder 2"/>
          <p:cNvSpPr>
            <a:spLocks noGrp="1"/>
          </p:cNvSpPr>
          <p:nvPr>
            <p:ph type="subTitle"/>
          </p:nvPr>
        </p:nvSpPr>
        <p:spPr>
          <a:xfrm>
            <a:off x="809640" y="2038320"/>
            <a:ext cx="4295520" cy="2066400"/>
          </a:xfrm>
          <a:prstGeom prst="rect">
            <a:avLst/>
          </a:prstGeom>
          <a:noFill/>
          <a:ln w="0">
            <a:noFill/>
          </a:ln>
        </p:spPr>
        <p:txBody>
          <a:bodyPr lIns="91440" tIns="91440" rIns="91440" bIns="91440" anchor="t">
            <a:normAutofit lnSpcReduction="9999"/>
          </a:bodyPr>
          <a:lstStyle/>
          <a:p>
            <a:pPr indent="0">
              <a:lnSpc>
                <a:spcPct val="150000"/>
              </a:lnSpc>
              <a:buNone/>
              <a:tabLst>
                <a:tab pos="0" algn="l"/>
              </a:tabLst>
            </a:pPr>
            <a:r>
              <a:rPr lang="en-US" sz="1200" b="0" u="none" strike="noStrike">
                <a:solidFill>
                  <a:schemeClr val="dk1"/>
                </a:solidFill>
                <a:effectLst/>
                <a:uFillTx/>
                <a:latin typeface="Lato"/>
                <a:ea typeface="Lato"/>
              </a:rPr>
              <a:t>This unified tool effectively addresses </a:t>
            </a:r>
            <a:r>
              <a:rPr lang="en-US" sz="1200" b="1" u="none" strike="noStrike">
                <a:solidFill>
                  <a:schemeClr val="dk1"/>
                </a:solidFill>
                <a:effectLst/>
                <a:uFillTx/>
                <a:latin typeface="Lato"/>
                <a:ea typeface="Lato"/>
              </a:rPr>
              <a:t>content fragmentation</a:t>
            </a:r>
            <a:r>
              <a:rPr lang="en-US" sz="1200" b="0" u="none" strike="noStrike">
                <a:solidFill>
                  <a:schemeClr val="dk1"/>
                </a:solidFill>
                <a:effectLst/>
                <a:uFillTx/>
                <a:latin typeface="Lato"/>
                <a:ea typeface="Lato"/>
              </a:rPr>
              <a:t>, non-intuitive interaction, and dissemination challenges in technical presentations. Its innovative integration of hardware and software components enables educators to deliver rich multimedia lessons with intuitive control and seamless recording, all via a platform-independent web interface, paving the way for enhanced educational workflows.</a:t>
            </a:r>
            <a:endParaRPr lang="en-US" sz="1200" b="0" u="none" strike="noStrike">
              <a:solidFill>
                <a:srgbClr val="000000"/>
              </a:solidFill>
              <a:effectLst/>
              <a:uFillTx/>
              <a:latin typeface="OpenSymbol"/>
            </a:endParaRPr>
          </a:p>
        </p:txBody>
      </p:sp>
      <p:sp>
        <p:nvSpPr>
          <p:cNvPr id="1171" name="Google Shape;969;p31"/>
          <p:cNvSpPr/>
          <p:nvPr/>
        </p:nvSpPr>
        <p:spPr>
          <a:xfrm>
            <a:off x="5668920" y="1076400"/>
            <a:ext cx="2990160" cy="2990160"/>
          </a:xfrm>
          <a:prstGeom prst="roundRect">
            <a:avLst>
              <a:gd name="adj" fmla="val 16667"/>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grpSp>
        <p:nvGrpSpPr>
          <p:cNvPr id="1172" name="Google Shape;970;p31"/>
          <p:cNvGrpSpPr/>
          <p:nvPr/>
        </p:nvGrpSpPr>
        <p:grpSpPr>
          <a:xfrm>
            <a:off x="7875720" y="386640"/>
            <a:ext cx="997560" cy="1575000"/>
            <a:chOff x="7875720" y="386640"/>
            <a:chExt cx="997560" cy="1575000"/>
          </a:xfrm>
        </p:grpSpPr>
        <p:grpSp>
          <p:nvGrpSpPr>
            <p:cNvPr id="1173" name="Google Shape;971;p31"/>
            <p:cNvGrpSpPr/>
            <p:nvPr/>
          </p:nvGrpSpPr>
          <p:grpSpPr>
            <a:xfrm>
              <a:off x="7875720" y="386640"/>
              <a:ext cx="919440" cy="317520"/>
              <a:chOff x="7875720" y="386640"/>
              <a:chExt cx="919440" cy="317520"/>
            </a:xfrm>
          </p:grpSpPr>
          <p:sp>
            <p:nvSpPr>
              <p:cNvPr id="1174" name="Google Shape;972;p31"/>
              <p:cNvSpPr/>
              <p:nvPr/>
            </p:nvSpPr>
            <p:spPr>
              <a:xfrm>
                <a:off x="7875720" y="386640"/>
                <a:ext cx="919440" cy="317520"/>
              </a:xfrm>
              <a:custGeom>
                <a:avLst/>
                <a:gdLst>
                  <a:gd name="textAreaLeft" fmla="*/ 0 w 919440"/>
                  <a:gd name="textAreaRight" fmla="*/ 919800 w 919440"/>
                  <a:gd name="textAreaTop" fmla="*/ 0 h 317520"/>
                  <a:gd name="textAreaBottom" fmla="*/ 317880 h 317520"/>
                </a:gdLst>
                <a:ahLst/>
                <a:cxnLst/>
                <a:rect l="textAreaLeft" t="textAreaTop" r="textAreaRight" b="textAreaBottom"/>
                <a:pathLst>
                  <a:path w="652843" h="225742">
                    <a:moveTo>
                      <a:pt x="619030" y="0"/>
                    </a:moveTo>
                    <a:cubicBezTo>
                      <a:pt x="637705" y="0"/>
                      <a:pt x="652844" y="15139"/>
                      <a:pt x="652844" y="33814"/>
                    </a:cubicBezTo>
                    <a:lnTo>
                      <a:pt x="652844" y="191929"/>
                    </a:lnTo>
                    <a:cubicBezTo>
                      <a:pt x="652844" y="210603"/>
                      <a:pt x="637704" y="225742"/>
                      <a:pt x="619030" y="225742"/>
                    </a:cubicBezTo>
                    <a:lnTo>
                      <a:pt x="33814" y="225742"/>
                    </a:lnTo>
                    <a:cubicBezTo>
                      <a:pt x="15139" y="225742"/>
                      <a:pt x="0" y="210603"/>
                      <a:pt x="0" y="191929"/>
                    </a:cubicBezTo>
                    <a:lnTo>
                      <a:pt x="0" y="33814"/>
                    </a:lnTo>
                    <a:cubicBezTo>
                      <a:pt x="0" y="15139"/>
                      <a:pt x="15139" y="0"/>
                      <a:pt x="33814"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75" name="Google Shape;973;p31"/>
              <p:cNvSpPr/>
              <p:nvPr/>
            </p:nvSpPr>
            <p:spPr>
              <a:xfrm>
                <a:off x="7955280" y="437760"/>
                <a:ext cx="212760" cy="212760"/>
              </a:xfrm>
              <a:custGeom>
                <a:avLst/>
                <a:gdLst>
                  <a:gd name="textAreaLeft" fmla="*/ 0 w 212760"/>
                  <a:gd name="textAreaRight" fmla="*/ 213120 w 212760"/>
                  <a:gd name="textAreaTop" fmla="*/ 0 h 212760"/>
                  <a:gd name="textAreaBottom" fmla="*/ 213120 h 212760"/>
                </a:gdLst>
                <a:ahLst/>
                <a:cxnLst/>
                <a:rect l="textAreaLeft" t="textAreaTop" r="textAreaRight" b="textAreaBottom"/>
                <a:pathLst>
                  <a:path w="151161" h="151161">
                    <a:moveTo>
                      <a:pt x="0" y="0"/>
                    </a:moveTo>
                    <a:lnTo>
                      <a:pt x="151161" y="0"/>
                    </a:lnTo>
                    <a:lnTo>
                      <a:pt x="151161" y="151162"/>
                    </a:lnTo>
                    <a:lnTo>
                      <a:pt x="0" y="151162"/>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176" name="Google Shape;974;p31"/>
              <p:cNvGrpSpPr/>
              <p:nvPr/>
            </p:nvGrpSpPr>
            <p:grpSpPr>
              <a:xfrm>
                <a:off x="8236440" y="443880"/>
                <a:ext cx="467280" cy="200880"/>
                <a:chOff x="8236440" y="443880"/>
                <a:chExt cx="467280" cy="200880"/>
              </a:xfrm>
            </p:grpSpPr>
            <p:sp>
              <p:nvSpPr>
                <p:cNvPr id="1177" name="Google Shape;975;p31"/>
                <p:cNvSpPr/>
                <p:nvPr/>
              </p:nvSpPr>
              <p:spPr>
                <a:xfrm>
                  <a:off x="8236440" y="44388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8" name="Google Shape;976;p31"/>
                <p:cNvSpPr/>
                <p:nvPr/>
              </p:nvSpPr>
              <p:spPr>
                <a:xfrm>
                  <a:off x="8236440" y="501480"/>
                  <a:ext cx="394560" cy="28440"/>
                </a:xfrm>
                <a:custGeom>
                  <a:avLst/>
                  <a:gdLst>
                    <a:gd name="textAreaLeft" fmla="*/ 0 w 394560"/>
                    <a:gd name="textAreaRight" fmla="*/ 394920 w 394560"/>
                    <a:gd name="textAreaTop" fmla="*/ 0 h 28440"/>
                    <a:gd name="textAreaBottom" fmla="*/ 28800 h 28440"/>
                  </a:gdLst>
                  <a:ahLst/>
                  <a:cxnLst/>
                  <a:rect l="textAreaLeft" t="textAreaTop" r="textAreaRight" b="textAreaBottom"/>
                  <a:pathLst>
                    <a:path w="280320" h="20383">
                      <a:moveTo>
                        <a:pt x="0" y="0"/>
                      </a:moveTo>
                      <a:lnTo>
                        <a:pt x="280321" y="0"/>
                      </a:lnTo>
                      <a:lnTo>
                        <a:pt x="280321"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9" name="Google Shape;977;p31"/>
                <p:cNvSpPr/>
                <p:nvPr/>
              </p:nvSpPr>
              <p:spPr>
                <a:xfrm>
                  <a:off x="8236440" y="55872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0" name="Google Shape;978;p31"/>
                <p:cNvSpPr/>
                <p:nvPr/>
              </p:nvSpPr>
              <p:spPr>
                <a:xfrm>
                  <a:off x="8236440" y="616320"/>
                  <a:ext cx="241200" cy="28440"/>
                </a:xfrm>
                <a:custGeom>
                  <a:avLst/>
                  <a:gdLst>
                    <a:gd name="textAreaLeft" fmla="*/ 0 w 241200"/>
                    <a:gd name="textAreaRight" fmla="*/ 241560 w 241200"/>
                    <a:gd name="textAreaTop" fmla="*/ 0 h 28440"/>
                    <a:gd name="textAreaBottom" fmla="*/ 28800 h 28440"/>
                  </a:gdLst>
                  <a:ahLst/>
                  <a:cxnLst/>
                  <a:rect l="textAreaLeft" t="textAreaTop" r="textAreaRight" b="textAreaBottom"/>
                  <a:pathLst>
                    <a:path w="171545" h="20383">
                      <a:moveTo>
                        <a:pt x="0" y="0"/>
                      </a:moveTo>
                      <a:lnTo>
                        <a:pt x="171545" y="0"/>
                      </a:lnTo>
                      <a:lnTo>
                        <a:pt x="171545"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181" name="Google Shape;979;p31"/>
            <p:cNvGrpSpPr/>
            <p:nvPr/>
          </p:nvGrpSpPr>
          <p:grpSpPr>
            <a:xfrm>
              <a:off x="7875720" y="805680"/>
              <a:ext cx="919440" cy="317520"/>
              <a:chOff x="7875720" y="805680"/>
              <a:chExt cx="919440" cy="317520"/>
            </a:xfrm>
          </p:grpSpPr>
          <p:sp>
            <p:nvSpPr>
              <p:cNvPr id="1182" name="Google Shape;980;p31"/>
              <p:cNvSpPr/>
              <p:nvPr/>
            </p:nvSpPr>
            <p:spPr>
              <a:xfrm>
                <a:off x="7875720" y="805680"/>
                <a:ext cx="919440" cy="317520"/>
              </a:xfrm>
              <a:custGeom>
                <a:avLst/>
                <a:gdLst>
                  <a:gd name="textAreaLeft" fmla="*/ 0 w 919440"/>
                  <a:gd name="textAreaRight" fmla="*/ 919800 w 919440"/>
                  <a:gd name="textAreaTop" fmla="*/ 0 h 317520"/>
                  <a:gd name="textAreaBottom" fmla="*/ 317880 h 317520"/>
                </a:gdLst>
                <a:ahLst/>
                <a:cxnLst/>
                <a:rect l="textAreaLeft" t="textAreaTop" r="textAreaRight" b="textAreaBottom"/>
                <a:pathLst>
                  <a:path w="652843" h="225742">
                    <a:moveTo>
                      <a:pt x="619030" y="0"/>
                    </a:moveTo>
                    <a:cubicBezTo>
                      <a:pt x="637705" y="0"/>
                      <a:pt x="652844" y="15139"/>
                      <a:pt x="652844" y="33814"/>
                    </a:cubicBezTo>
                    <a:lnTo>
                      <a:pt x="652844" y="191929"/>
                    </a:lnTo>
                    <a:cubicBezTo>
                      <a:pt x="652844" y="210604"/>
                      <a:pt x="637704" y="225742"/>
                      <a:pt x="619030" y="225742"/>
                    </a:cubicBezTo>
                    <a:lnTo>
                      <a:pt x="33814" y="225742"/>
                    </a:lnTo>
                    <a:cubicBezTo>
                      <a:pt x="15139" y="225742"/>
                      <a:pt x="0" y="210604"/>
                      <a:pt x="0" y="191929"/>
                    </a:cubicBezTo>
                    <a:lnTo>
                      <a:pt x="0" y="33814"/>
                    </a:lnTo>
                    <a:cubicBezTo>
                      <a:pt x="0" y="15139"/>
                      <a:pt x="15139" y="0"/>
                      <a:pt x="33814"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83" name="Google Shape;981;p31"/>
              <p:cNvSpPr/>
              <p:nvPr/>
            </p:nvSpPr>
            <p:spPr>
              <a:xfrm>
                <a:off x="7955280" y="857160"/>
                <a:ext cx="212760" cy="212400"/>
              </a:xfrm>
              <a:custGeom>
                <a:avLst/>
                <a:gdLst>
                  <a:gd name="textAreaLeft" fmla="*/ 0 w 212760"/>
                  <a:gd name="textAreaRight" fmla="*/ 213120 w 212760"/>
                  <a:gd name="textAreaTop" fmla="*/ 0 h 212400"/>
                  <a:gd name="textAreaBottom" fmla="*/ 212760 h 212400"/>
                </a:gdLst>
                <a:ahLst/>
                <a:cxnLst/>
                <a:rect l="textAreaLeft" t="textAreaTop" r="textAreaRight" b="textAreaBottom"/>
                <a:pathLst>
                  <a:path w="151161" h="151066">
                    <a:moveTo>
                      <a:pt x="75534" y="151066"/>
                    </a:moveTo>
                    <a:lnTo>
                      <a:pt x="75534" y="151066"/>
                    </a:lnTo>
                    <a:cubicBezTo>
                      <a:pt x="33814" y="151066"/>
                      <a:pt x="0" y="117253"/>
                      <a:pt x="0" y="75533"/>
                    </a:cubicBezTo>
                    <a:lnTo>
                      <a:pt x="0" y="75533"/>
                    </a:lnTo>
                    <a:cubicBezTo>
                      <a:pt x="0" y="33814"/>
                      <a:pt x="33814" y="0"/>
                      <a:pt x="75534" y="0"/>
                    </a:cubicBezTo>
                    <a:lnTo>
                      <a:pt x="75534" y="0"/>
                    </a:lnTo>
                    <a:cubicBezTo>
                      <a:pt x="117253" y="0"/>
                      <a:pt x="151162" y="33814"/>
                      <a:pt x="151162" y="75533"/>
                    </a:cubicBezTo>
                    <a:lnTo>
                      <a:pt x="151162" y="75533"/>
                    </a:lnTo>
                    <a:cubicBezTo>
                      <a:pt x="151162" y="117253"/>
                      <a:pt x="117348" y="151066"/>
                      <a:pt x="75534" y="151066"/>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184" name="Google Shape;982;p31"/>
              <p:cNvGrpSpPr/>
              <p:nvPr/>
            </p:nvGrpSpPr>
            <p:grpSpPr>
              <a:xfrm>
                <a:off x="8236440" y="862920"/>
                <a:ext cx="467640" cy="200880"/>
                <a:chOff x="8236440" y="862920"/>
                <a:chExt cx="467640" cy="200880"/>
              </a:xfrm>
            </p:grpSpPr>
            <p:sp>
              <p:nvSpPr>
                <p:cNvPr id="1185" name="Google Shape;983;p31"/>
                <p:cNvSpPr/>
                <p:nvPr/>
              </p:nvSpPr>
              <p:spPr>
                <a:xfrm>
                  <a:off x="8290800" y="862920"/>
                  <a:ext cx="413280" cy="28440"/>
                </a:xfrm>
                <a:custGeom>
                  <a:avLst/>
                  <a:gdLst>
                    <a:gd name="textAreaLeft" fmla="*/ 0 w 413280"/>
                    <a:gd name="textAreaRight" fmla="*/ 413640 w 413280"/>
                    <a:gd name="textAreaTop" fmla="*/ 0 h 28440"/>
                    <a:gd name="textAreaBottom" fmla="*/ 28800 h 28440"/>
                  </a:gdLst>
                  <a:ahLst/>
                  <a:cxnLst/>
                  <a:rect l="textAreaLeft" t="textAreaTop" r="textAreaRight" b="textAreaBottom"/>
                  <a:pathLst>
                    <a:path w="293655" h="20383">
                      <a:moveTo>
                        <a:pt x="0" y="0"/>
                      </a:moveTo>
                      <a:lnTo>
                        <a:pt x="293656" y="0"/>
                      </a:lnTo>
                      <a:lnTo>
                        <a:pt x="293656"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6" name="Google Shape;984;p31"/>
                <p:cNvSpPr/>
                <p:nvPr/>
              </p:nvSpPr>
              <p:spPr>
                <a:xfrm>
                  <a:off x="8236440" y="92052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7" name="Google Shape;985;p31"/>
                <p:cNvSpPr/>
                <p:nvPr/>
              </p:nvSpPr>
              <p:spPr>
                <a:xfrm>
                  <a:off x="8344440" y="977760"/>
                  <a:ext cx="359280" cy="28440"/>
                </a:xfrm>
                <a:custGeom>
                  <a:avLst/>
                  <a:gdLst>
                    <a:gd name="textAreaLeft" fmla="*/ 0 w 359280"/>
                    <a:gd name="textAreaRight" fmla="*/ 359640 w 359280"/>
                    <a:gd name="textAreaTop" fmla="*/ 0 h 28440"/>
                    <a:gd name="textAreaBottom" fmla="*/ 28800 h 28440"/>
                  </a:gdLst>
                  <a:ahLst/>
                  <a:cxnLst/>
                  <a:rect l="textAreaLeft" t="textAreaTop" r="textAreaRight" b="textAreaBottom"/>
                  <a:pathLst>
                    <a:path w="255365" h="20383">
                      <a:moveTo>
                        <a:pt x="0" y="0"/>
                      </a:moveTo>
                      <a:lnTo>
                        <a:pt x="255365" y="0"/>
                      </a:lnTo>
                      <a:lnTo>
                        <a:pt x="255365"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8" name="Google Shape;986;p31"/>
                <p:cNvSpPr/>
                <p:nvPr/>
              </p:nvSpPr>
              <p:spPr>
                <a:xfrm>
                  <a:off x="8236440" y="1035360"/>
                  <a:ext cx="241200" cy="28440"/>
                </a:xfrm>
                <a:custGeom>
                  <a:avLst/>
                  <a:gdLst>
                    <a:gd name="textAreaLeft" fmla="*/ 0 w 241200"/>
                    <a:gd name="textAreaRight" fmla="*/ 241560 w 241200"/>
                    <a:gd name="textAreaTop" fmla="*/ 0 h 28440"/>
                    <a:gd name="textAreaBottom" fmla="*/ 28800 h 28440"/>
                  </a:gdLst>
                  <a:ahLst/>
                  <a:cxnLst/>
                  <a:rect l="textAreaLeft" t="textAreaTop" r="textAreaRight" b="textAreaBottom"/>
                  <a:pathLst>
                    <a:path w="171545" h="20383">
                      <a:moveTo>
                        <a:pt x="0" y="0"/>
                      </a:moveTo>
                      <a:lnTo>
                        <a:pt x="171545" y="0"/>
                      </a:lnTo>
                      <a:lnTo>
                        <a:pt x="171545"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1189" name="Google Shape;987;p31"/>
            <p:cNvSpPr/>
            <p:nvPr/>
          </p:nvSpPr>
          <p:spPr>
            <a:xfrm>
              <a:off x="8026920" y="921960"/>
              <a:ext cx="71280" cy="84960"/>
            </a:xfrm>
            <a:custGeom>
              <a:avLst/>
              <a:gdLst>
                <a:gd name="textAreaLeft" fmla="*/ 0 w 71280"/>
                <a:gd name="textAreaRight" fmla="*/ 71640 w 71280"/>
                <a:gd name="textAreaTop" fmla="*/ 0 h 84960"/>
                <a:gd name="textAreaBottom" fmla="*/ 85320 h 84960"/>
              </a:gdLst>
              <a:ahLst/>
              <a:cxnLst/>
              <a:rect l="textAreaLeft" t="textAreaTop" r="textAreaRight" b="textAreaBottom"/>
              <a:pathLst>
                <a:path w="50734" h="60632">
                  <a:moveTo>
                    <a:pt x="0" y="4892"/>
                  </a:moveTo>
                  <a:lnTo>
                    <a:pt x="0" y="55851"/>
                  </a:lnTo>
                  <a:cubicBezTo>
                    <a:pt x="0" y="59566"/>
                    <a:pt x="4001" y="61851"/>
                    <a:pt x="7239" y="59947"/>
                  </a:cubicBezTo>
                  <a:lnTo>
                    <a:pt x="48387" y="35562"/>
                  </a:lnTo>
                  <a:cubicBezTo>
                    <a:pt x="51435" y="33753"/>
                    <a:pt x="51531" y="29371"/>
                    <a:pt x="48578" y="27371"/>
                  </a:cubicBezTo>
                  <a:lnTo>
                    <a:pt x="7430" y="796"/>
                  </a:lnTo>
                  <a:cubicBezTo>
                    <a:pt x="4191" y="-1299"/>
                    <a:pt x="0" y="987"/>
                    <a:pt x="0" y="4797"/>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190" name="Google Shape;988;p31"/>
            <p:cNvGrpSpPr/>
            <p:nvPr/>
          </p:nvGrpSpPr>
          <p:grpSpPr>
            <a:xfrm>
              <a:off x="7875720" y="1225080"/>
              <a:ext cx="919440" cy="317520"/>
              <a:chOff x="7875720" y="1225080"/>
              <a:chExt cx="919440" cy="317520"/>
            </a:xfrm>
          </p:grpSpPr>
          <p:sp>
            <p:nvSpPr>
              <p:cNvPr id="1191" name="Google Shape;989;p31"/>
              <p:cNvSpPr/>
              <p:nvPr/>
            </p:nvSpPr>
            <p:spPr>
              <a:xfrm>
                <a:off x="7875720" y="1225080"/>
                <a:ext cx="919440" cy="317520"/>
              </a:xfrm>
              <a:custGeom>
                <a:avLst/>
                <a:gdLst>
                  <a:gd name="textAreaLeft" fmla="*/ 0 w 919440"/>
                  <a:gd name="textAreaRight" fmla="*/ 919800 w 919440"/>
                  <a:gd name="textAreaTop" fmla="*/ 0 h 317520"/>
                  <a:gd name="textAreaBottom" fmla="*/ 317880 h 317520"/>
                </a:gdLst>
                <a:ahLst/>
                <a:cxnLst/>
                <a:rect l="textAreaLeft" t="textAreaTop" r="textAreaRight" b="textAreaBottom"/>
                <a:pathLst>
                  <a:path w="652843" h="225742">
                    <a:moveTo>
                      <a:pt x="619030" y="0"/>
                    </a:moveTo>
                    <a:cubicBezTo>
                      <a:pt x="637705" y="0"/>
                      <a:pt x="652844" y="15139"/>
                      <a:pt x="652844" y="33814"/>
                    </a:cubicBezTo>
                    <a:lnTo>
                      <a:pt x="652844" y="191929"/>
                    </a:lnTo>
                    <a:cubicBezTo>
                      <a:pt x="652844" y="210603"/>
                      <a:pt x="637704" y="225742"/>
                      <a:pt x="619030" y="225742"/>
                    </a:cubicBezTo>
                    <a:lnTo>
                      <a:pt x="33814" y="225742"/>
                    </a:lnTo>
                    <a:cubicBezTo>
                      <a:pt x="15139" y="225742"/>
                      <a:pt x="0" y="210603"/>
                      <a:pt x="0" y="191929"/>
                    </a:cubicBezTo>
                    <a:lnTo>
                      <a:pt x="0" y="33814"/>
                    </a:lnTo>
                    <a:cubicBezTo>
                      <a:pt x="0" y="15139"/>
                      <a:pt x="15139" y="0"/>
                      <a:pt x="33814"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92" name="Google Shape;990;p31"/>
              <p:cNvSpPr/>
              <p:nvPr/>
            </p:nvSpPr>
            <p:spPr>
              <a:xfrm>
                <a:off x="7955280" y="1276200"/>
                <a:ext cx="212760" cy="212760"/>
              </a:xfrm>
              <a:custGeom>
                <a:avLst/>
                <a:gdLst>
                  <a:gd name="textAreaLeft" fmla="*/ 0 w 212760"/>
                  <a:gd name="textAreaRight" fmla="*/ 213120 w 212760"/>
                  <a:gd name="textAreaTop" fmla="*/ 0 h 212760"/>
                  <a:gd name="textAreaBottom" fmla="*/ 213120 h 212760"/>
                </a:gdLst>
                <a:ahLst/>
                <a:cxnLst/>
                <a:rect l="textAreaLeft" t="textAreaTop" r="textAreaRight" b="textAreaBottom"/>
                <a:pathLst>
                  <a:path w="151161" h="151161">
                    <a:moveTo>
                      <a:pt x="0" y="0"/>
                    </a:moveTo>
                    <a:lnTo>
                      <a:pt x="151161" y="0"/>
                    </a:lnTo>
                    <a:lnTo>
                      <a:pt x="151161" y="151162"/>
                    </a:lnTo>
                    <a:lnTo>
                      <a:pt x="0" y="151162"/>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193" name="Google Shape;991;p31"/>
              <p:cNvGrpSpPr/>
              <p:nvPr/>
            </p:nvGrpSpPr>
            <p:grpSpPr>
              <a:xfrm>
                <a:off x="8236440" y="1282320"/>
                <a:ext cx="467280" cy="200520"/>
                <a:chOff x="8236440" y="1282320"/>
                <a:chExt cx="467280" cy="200520"/>
              </a:xfrm>
            </p:grpSpPr>
            <p:sp>
              <p:nvSpPr>
                <p:cNvPr id="1194" name="Google Shape;992;p31"/>
                <p:cNvSpPr/>
                <p:nvPr/>
              </p:nvSpPr>
              <p:spPr>
                <a:xfrm>
                  <a:off x="8236440" y="128232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5" name="Google Shape;993;p31"/>
                <p:cNvSpPr/>
                <p:nvPr/>
              </p:nvSpPr>
              <p:spPr>
                <a:xfrm>
                  <a:off x="8236440" y="1339560"/>
                  <a:ext cx="408600" cy="28440"/>
                </a:xfrm>
                <a:custGeom>
                  <a:avLst/>
                  <a:gdLst>
                    <a:gd name="textAreaLeft" fmla="*/ 0 w 408600"/>
                    <a:gd name="textAreaRight" fmla="*/ 408960 w 408600"/>
                    <a:gd name="textAreaTop" fmla="*/ 0 h 28440"/>
                    <a:gd name="textAreaBottom" fmla="*/ 28800 h 28440"/>
                  </a:gdLst>
                  <a:ahLst/>
                  <a:cxnLst/>
                  <a:rect l="textAreaLeft" t="textAreaTop" r="textAreaRight" b="textAreaBottom"/>
                  <a:pathLst>
                    <a:path w="290322" h="20383">
                      <a:moveTo>
                        <a:pt x="0" y="0"/>
                      </a:moveTo>
                      <a:lnTo>
                        <a:pt x="290322" y="0"/>
                      </a:lnTo>
                      <a:lnTo>
                        <a:pt x="290322"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6" name="Google Shape;994;p31"/>
                <p:cNvSpPr/>
                <p:nvPr/>
              </p:nvSpPr>
              <p:spPr>
                <a:xfrm>
                  <a:off x="8236440" y="1397160"/>
                  <a:ext cx="427680" cy="28440"/>
                </a:xfrm>
                <a:custGeom>
                  <a:avLst/>
                  <a:gdLst>
                    <a:gd name="textAreaLeft" fmla="*/ 0 w 427680"/>
                    <a:gd name="textAreaRight" fmla="*/ 428040 w 427680"/>
                    <a:gd name="textAreaTop" fmla="*/ 0 h 28440"/>
                    <a:gd name="textAreaBottom" fmla="*/ 28800 h 28440"/>
                  </a:gdLst>
                  <a:ahLst/>
                  <a:cxnLst/>
                  <a:rect l="textAreaLeft" t="textAreaTop" r="textAreaRight" b="textAreaBottom"/>
                  <a:pathLst>
                    <a:path w="303942" h="20383">
                      <a:moveTo>
                        <a:pt x="0" y="0"/>
                      </a:moveTo>
                      <a:lnTo>
                        <a:pt x="303942" y="0"/>
                      </a:lnTo>
                      <a:lnTo>
                        <a:pt x="303942"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7" name="Google Shape;995;p31"/>
                <p:cNvSpPr/>
                <p:nvPr/>
              </p:nvSpPr>
              <p:spPr>
                <a:xfrm>
                  <a:off x="8236440" y="1454400"/>
                  <a:ext cx="241200" cy="28440"/>
                </a:xfrm>
                <a:custGeom>
                  <a:avLst/>
                  <a:gdLst>
                    <a:gd name="textAreaLeft" fmla="*/ 0 w 241200"/>
                    <a:gd name="textAreaRight" fmla="*/ 241560 w 241200"/>
                    <a:gd name="textAreaTop" fmla="*/ 0 h 28440"/>
                    <a:gd name="textAreaBottom" fmla="*/ 28800 h 28440"/>
                  </a:gdLst>
                  <a:ahLst/>
                  <a:cxnLst/>
                  <a:rect l="textAreaLeft" t="textAreaTop" r="textAreaRight" b="textAreaBottom"/>
                  <a:pathLst>
                    <a:path w="171545" h="20383">
                      <a:moveTo>
                        <a:pt x="0" y="0"/>
                      </a:moveTo>
                      <a:lnTo>
                        <a:pt x="171545" y="0"/>
                      </a:lnTo>
                      <a:lnTo>
                        <a:pt x="171545"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198" name="Google Shape;996;p31"/>
            <p:cNvGrpSpPr/>
            <p:nvPr/>
          </p:nvGrpSpPr>
          <p:grpSpPr>
            <a:xfrm>
              <a:off x="7875720" y="1644120"/>
              <a:ext cx="919440" cy="317520"/>
              <a:chOff x="7875720" y="1644120"/>
              <a:chExt cx="919440" cy="317520"/>
            </a:xfrm>
          </p:grpSpPr>
          <p:grpSp>
            <p:nvGrpSpPr>
              <p:cNvPr id="1199" name="Google Shape;997;p31"/>
              <p:cNvGrpSpPr/>
              <p:nvPr/>
            </p:nvGrpSpPr>
            <p:grpSpPr>
              <a:xfrm>
                <a:off x="7875720" y="1644120"/>
                <a:ext cx="919440" cy="317520"/>
                <a:chOff x="7875720" y="1644120"/>
                <a:chExt cx="919440" cy="317520"/>
              </a:xfrm>
            </p:grpSpPr>
            <p:sp>
              <p:nvSpPr>
                <p:cNvPr id="1200" name="Google Shape;998;p31"/>
                <p:cNvSpPr/>
                <p:nvPr/>
              </p:nvSpPr>
              <p:spPr>
                <a:xfrm>
                  <a:off x="7875720" y="1644120"/>
                  <a:ext cx="919440" cy="317520"/>
                </a:xfrm>
                <a:custGeom>
                  <a:avLst/>
                  <a:gdLst>
                    <a:gd name="textAreaLeft" fmla="*/ 0 w 919440"/>
                    <a:gd name="textAreaRight" fmla="*/ 919800 w 919440"/>
                    <a:gd name="textAreaTop" fmla="*/ 0 h 317520"/>
                    <a:gd name="textAreaBottom" fmla="*/ 317880 h 317520"/>
                  </a:gdLst>
                  <a:ahLst/>
                  <a:cxnLst/>
                  <a:rect l="textAreaLeft" t="textAreaTop" r="textAreaRight" b="textAreaBottom"/>
                  <a:pathLst>
                    <a:path w="652843" h="225742">
                      <a:moveTo>
                        <a:pt x="619030" y="0"/>
                      </a:moveTo>
                      <a:cubicBezTo>
                        <a:pt x="637705" y="0"/>
                        <a:pt x="652844" y="15139"/>
                        <a:pt x="652844" y="33814"/>
                      </a:cubicBezTo>
                      <a:lnTo>
                        <a:pt x="652844" y="191929"/>
                      </a:lnTo>
                      <a:cubicBezTo>
                        <a:pt x="652844" y="210604"/>
                        <a:pt x="637704" y="225742"/>
                        <a:pt x="619030" y="225742"/>
                      </a:cubicBezTo>
                      <a:lnTo>
                        <a:pt x="33814" y="225742"/>
                      </a:lnTo>
                      <a:cubicBezTo>
                        <a:pt x="15139" y="225742"/>
                        <a:pt x="0" y="210604"/>
                        <a:pt x="0" y="191929"/>
                      </a:cubicBezTo>
                      <a:lnTo>
                        <a:pt x="0" y="33814"/>
                      </a:lnTo>
                      <a:cubicBezTo>
                        <a:pt x="0" y="15139"/>
                        <a:pt x="15139" y="0"/>
                        <a:pt x="33814"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01" name="Google Shape;999;p31"/>
                <p:cNvSpPr/>
                <p:nvPr/>
              </p:nvSpPr>
              <p:spPr>
                <a:xfrm>
                  <a:off x="7955280" y="1695240"/>
                  <a:ext cx="212760" cy="212760"/>
                </a:xfrm>
                <a:custGeom>
                  <a:avLst/>
                  <a:gdLst>
                    <a:gd name="textAreaLeft" fmla="*/ 0 w 212760"/>
                    <a:gd name="textAreaRight" fmla="*/ 213120 w 212760"/>
                    <a:gd name="textAreaTop" fmla="*/ 0 h 212760"/>
                    <a:gd name="textAreaBottom" fmla="*/ 213120 h 212760"/>
                  </a:gdLst>
                  <a:ahLst/>
                  <a:cxnLst/>
                  <a:rect l="textAreaLeft" t="textAreaTop" r="textAreaRight" b="textAreaBottom"/>
                  <a:pathLst>
                    <a:path w="151161" h="151161">
                      <a:moveTo>
                        <a:pt x="75534" y="151162"/>
                      </a:moveTo>
                      <a:lnTo>
                        <a:pt x="75534" y="151162"/>
                      </a:lnTo>
                      <a:cubicBezTo>
                        <a:pt x="33814" y="151162"/>
                        <a:pt x="0" y="117348"/>
                        <a:pt x="0" y="75629"/>
                      </a:cubicBezTo>
                      <a:lnTo>
                        <a:pt x="0" y="75629"/>
                      </a:lnTo>
                      <a:cubicBezTo>
                        <a:pt x="0" y="33909"/>
                        <a:pt x="33814" y="0"/>
                        <a:pt x="75534" y="0"/>
                      </a:cubicBezTo>
                      <a:lnTo>
                        <a:pt x="75534" y="0"/>
                      </a:lnTo>
                      <a:cubicBezTo>
                        <a:pt x="117253" y="0"/>
                        <a:pt x="151162" y="33814"/>
                        <a:pt x="151162" y="75533"/>
                      </a:cubicBezTo>
                      <a:lnTo>
                        <a:pt x="151162" y="75533"/>
                      </a:lnTo>
                      <a:cubicBezTo>
                        <a:pt x="151162" y="117253"/>
                        <a:pt x="117348" y="151162"/>
                        <a:pt x="75534" y="151162"/>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202" name="Google Shape;1000;p31"/>
                <p:cNvGrpSpPr/>
                <p:nvPr/>
              </p:nvGrpSpPr>
              <p:grpSpPr>
                <a:xfrm>
                  <a:off x="8236440" y="1701360"/>
                  <a:ext cx="467280" cy="200520"/>
                  <a:chOff x="8236440" y="1701360"/>
                  <a:chExt cx="467280" cy="200520"/>
                </a:xfrm>
              </p:grpSpPr>
              <p:sp>
                <p:nvSpPr>
                  <p:cNvPr id="1203" name="Google Shape;1001;p31"/>
                  <p:cNvSpPr/>
                  <p:nvPr/>
                </p:nvSpPr>
                <p:spPr>
                  <a:xfrm>
                    <a:off x="8264160" y="1701360"/>
                    <a:ext cx="394200" cy="28440"/>
                  </a:xfrm>
                  <a:custGeom>
                    <a:avLst/>
                    <a:gdLst>
                      <a:gd name="textAreaLeft" fmla="*/ 0 w 394200"/>
                      <a:gd name="textAreaRight" fmla="*/ 394560 w 394200"/>
                      <a:gd name="textAreaTop" fmla="*/ 0 h 28440"/>
                      <a:gd name="textAreaBottom" fmla="*/ 28800 h 28440"/>
                    </a:gdLst>
                    <a:ahLst/>
                    <a:cxnLst/>
                    <a:rect l="textAreaLeft" t="textAreaTop" r="textAreaRight" b="textAreaBottom"/>
                    <a:pathLst>
                      <a:path w="280034" h="20383">
                        <a:moveTo>
                          <a:pt x="0" y="0"/>
                        </a:moveTo>
                        <a:lnTo>
                          <a:pt x="280035" y="0"/>
                        </a:lnTo>
                        <a:lnTo>
                          <a:pt x="280035"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4" name="Google Shape;1002;p31"/>
                  <p:cNvSpPr/>
                  <p:nvPr/>
                </p:nvSpPr>
                <p:spPr>
                  <a:xfrm>
                    <a:off x="8236440" y="1758600"/>
                    <a:ext cx="288720" cy="28440"/>
                  </a:xfrm>
                  <a:custGeom>
                    <a:avLst/>
                    <a:gdLst>
                      <a:gd name="textAreaLeft" fmla="*/ 0 w 288720"/>
                      <a:gd name="textAreaRight" fmla="*/ 289080 w 288720"/>
                      <a:gd name="textAreaTop" fmla="*/ 0 h 28440"/>
                      <a:gd name="textAreaBottom" fmla="*/ 28800 h 28440"/>
                    </a:gdLst>
                    <a:ahLst/>
                    <a:cxnLst/>
                    <a:rect l="textAreaLeft" t="textAreaTop" r="textAreaRight" b="textAreaBottom"/>
                    <a:pathLst>
                      <a:path w="205073" h="20383">
                        <a:moveTo>
                          <a:pt x="0" y="0"/>
                        </a:moveTo>
                        <a:lnTo>
                          <a:pt x="205073" y="0"/>
                        </a:lnTo>
                        <a:lnTo>
                          <a:pt x="205073"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5" name="Google Shape;1003;p31"/>
                  <p:cNvSpPr/>
                  <p:nvPr/>
                </p:nvSpPr>
                <p:spPr>
                  <a:xfrm>
                    <a:off x="8236440" y="181620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6" name="Google Shape;1004;p31"/>
                  <p:cNvSpPr/>
                  <p:nvPr/>
                </p:nvSpPr>
                <p:spPr>
                  <a:xfrm>
                    <a:off x="8236440" y="1873440"/>
                    <a:ext cx="241200" cy="28440"/>
                  </a:xfrm>
                  <a:custGeom>
                    <a:avLst/>
                    <a:gdLst>
                      <a:gd name="textAreaLeft" fmla="*/ 0 w 241200"/>
                      <a:gd name="textAreaRight" fmla="*/ 241560 w 241200"/>
                      <a:gd name="textAreaTop" fmla="*/ 0 h 28440"/>
                      <a:gd name="textAreaBottom" fmla="*/ 28800 h 28440"/>
                    </a:gdLst>
                    <a:ahLst/>
                    <a:cxnLst/>
                    <a:rect l="textAreaLeft" t="textAreaTop" r="textAreaRight" b="textAreaBottom"/>
                    <a:pathLst>
                      <a:path w="171545" h="20383">
                        <a:moveTo>
                          <a:pt x="0" y="0"/>
                        </a:moveTo>
                        <a:lnTo>
                          <a:pt x="171545" y="0"/>
                        </a:lnTo>
                        <a:lnTo>
                          <a:pt x="171545"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1207" name="Google Shape;1005;p31"/>
              <p:cNvSpPr/>
              <p:nvPr/>
            </p:nvSpPr>
            <p:spPr>
              <a:xfrm>
                <a:off x="8026920" y="1754640"/>
                <a:ext cx="71280" cy="84960"/>
              </a:xfrm>
              <a:custGeom>
                <a:avLst/>
                <a:gdLst>
                  <a:gd name="textAreaLeft" fmla="*/ 0 w 71280"/>
                  <a:gd name="textAreaRight" fmla="*/ 71640 w 71280"/>
                  <a:gd name="textAreaTop" fmla="*/ 0 h 84960"/>
                  <a:gd name="textAreaBottom" fmla="*/ 85320 h 84960"/>
                </a:gdLst>
                <a:ahLst/>
                <a:cxnLst/>
                <a:rect l="textAreaLeft" t="textAreaTop" r="textAreaRight" b="textAreaBottom"/>
                <a:pathLst>
                  <a:path w="50734" h="60632">
                    <a:moveTo>
                      <a:pt x="0" y="4892"/>
                    </a:moveTo>
                    <a:lnTo>
                      <a:pt x="0" y="55851"/>
                    </a:lnTo>
                    <a:cubicBezTo>
                      <a:pt x="0" y="59566"/>
                      <a:pt x="4001" y="61851"/>
                      <a:pt x="7239" y="59947"/>
                    </a:cubicBezTo>
                    <a:lnTo>
                      <a:pt x="48387" y="35563"/>
                    </a:lnTo>
                    <a:cubicBezTo>
                      <a:pt x="51435" y="33753"/>
                      <a:pt x="51531" y="29371"/>
                      <a:pt x="48578" y="27371"/>
                    </a:cubicBezTo>
                    <a:lnTo>
                      <a:pt x="7430" y="796"/>
                    </a:lnTo>
                    <a:cubicBezTo>
                      <a:pt x="4191" y="-1299"/>
                      <a:pt x="0" y="987"/>
                      <a:pt x="0" y="4797"/>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08" name="Google Shape;1006;p31"/>
            <p:cNvGrpSpPr/>
            <p:nvPr/>
          </p:nvGrpSpPr>
          <p:grpSpPr>
            <a:xfrm>
              <a:off x="8700120" y="762480"/>
              <a:ext cx="173160" cy="89640"/>
              <a:chOff x="8700120" y="762480"/>
              <a:chExt cx="173160" cy="89640"/>
            </a:xfrm>
          </p:grpSpPr>
          <p:sp>
            <p:nvSpPr>
              <p:cNvPr id="1209" name="Google Shape;1007;p31"/>
              <p:cNvSpPr/>
              <p:nvPr/>
            </p:nvSpPr>
            <p:spPr>
              <a:xfrm>
                <a:off x="8700120" y="762480"/>
                <a:ext cx="173160" cy="89640"/>
              </a:xfrm>
              <a:custGeom>
                <a:avLst/>
                <a:gdLst>
                  <a:gd name="textAreaLeft" fmla="*/ 0 w 173160"/>
                  <a:gd name="textAreaRight" fmla="*/ 173520 w 173160"/>
                  <a:gd name="textAreaTop" fmla="*/ 0 h 89640"/>
                  <a:gd name="textAreaBottom" fmla="*/ 90000 h 89640"/>
                </a:gdLst>
                <a:ahLst/>
                <a:cxnLst/>
                <a:rect l="textAreaLeft" t="textAreaTop" r="textAreaRight" b="textAreaBottom"/>
                <a:pathLst>
                  <a:path w="123062" h="63817">
                    <a:moveTo>
                      <a:pt x="61531" y="63818"/>
                    </a:moveTo>
                    <a:cubicBezTo>
                      <a:pt x="86963" y="63818"/>
                      <a:pt x="109442" y="51245"/>
                      <a:pt x="123063" y="31909"/>
                    </a:cubicBezTo>
                    <a:cubicBezTo>
                      <a:pt x="109442" y="12573"/>
                      <a:pt x="86963" y="0"/>
                      <a:pt x="61531" y="0"/>
                    </a:cubicBezTo>
                    <a:cubicBezTo>
                      <a:pt x="36100" y="0"/>
                      <a:pt x="13621" y="12573"/>
                      <a:pt x="0" y="31909"/>
                    </a:cubicBezTo>
                    <a:cubicBezTo>
                      <a:pt x="13621" y="51245"/>
                      <a:pt x="36100" y="63818"/>
                      <a:pt x="61531" y="63818"/>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0" name="Google Shape;1008;p31"/>
              <p:cNvSpPr/>
              <p:nvPr/>
            </p:nvSpPr>
            <p:spPr>
              <a:xfrm>
                <a:off x="8759160" y="779760"/>
                <a:ext cx="55080" cy="55080"/>
              </a:xfrm>
              <a:custGeom>
                <a:avLst/>
                <a:gdLst>
                  <a:gd name="textAreaLeft" fmla="*/ 0 w 55080"/>
                  <a:gd name="textAreaRight" fmla="*/ 55440 w 55080"/>
                  <a:gd name="textAreaTop" fmla="*/ 0 h 55080"/>
                  <a:gd name="textAreaBottom" fmla="*/ 55440 h 55080"/>
                </a:gdLst>
                <a:ahLst/>
                <a:cxnLst/>
                <a:rect l="textAreaLeft" t="textAreaTop" r="textAreaRight" b="textAreaBottom"/>
                <a:pathLst>
                  <a:path w="39242" h="39243">
                    <a:moveTo>
                      <a:pt x="39243" y="19622"/>
                    </a:moveTo>
                    <a:cubicBezTo>
                      <a:pt x="39243" y="30458"/>
                      <a:pt x="30458" y="39243"/>
                      <a:pt x="19621" y="39243"/>
                    </a:cubicBezTo>
                    <a:cubicBezTo>
                      <a:pt x="8785" y="39243"/>
                      <a:pt x="0" y="30458"/>
                      <a:pt x="0" y="19622"/>
                    </a:cubicBezTo>
                    <a:cubicBezTo>
                      <a:pt x="0" y="8785"/>
                      <a:pt x="8785" y="0"/>
                      <a:pt x="19621" y="0"/>
                    </a:cubicBezTo>
                    <a:cubicBezTo>
                      <a:pt x="30458" y="0"/>
                      <a:pt x="39243" y="8785"/>
                      <a:pt x="39243" y="19622"/>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720" bIns="27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211" name="Google Shape;1009;p31"/>
            <p:cNvGrpSpPr/>
            <p:nvPr/>
          </p:nvGrpSpPr>
          <p:grpSpPr>
            <a:xfrm>
              <a:off x="8700120" y="1587240"/>
              <a:ext cx="173160" cy="112320"/>
              <a:chOff x="8700120" y="1587240"/>
              <a:chExt cx="173160" cy="112320"/>
            </a:xfrm>
          </p:grpSpPr>
          <p:grpSp>
            <p:nvGrpSpPr>
              <p:cNvPr id="1212" name="Google Shape;1010;p31"/>
              <p:cNvGrpSpPr/>
              <p:nvPr/>
            </p:nvGrpSpPr>
            <p:grpSpPr>
              <a:xfrm>
                <a:off x="8700120" y="1601280"/>
                <a:ext cx="173160" cy="89640"/>
                <a:chOff x="8700120" y="1601280"/>
                <a:chExt cx="173160" cy="89640"/>
              </a:xfrm>
            </p:grpSpPr>
            <p:sp>
              <p:nvSpPr>
                <p:cNvPr id="1213" name="Google Shape;1011;p31"/>
                <p:cNvSpPr/>
                <p:nvPr/>
              </p:nvSpPr>
              <p:spPr>
                <a:xfrm>
                  <a:off x="8700120" y="1601280"/>
                  <a:ext cx="173160" cy="89640"/>
                </a:xfrm>
                <a:custGeom>
                  <a:avLst/>
                  <a:gdLst>
                    <a:gd name="textAreaLeft" fmla="*/ 0 w 173160"/>
                    <a:gd name="textAreaRight" fmla="*/ 173520 w 173160"/>
                    <a:gd name="textAreaTop" fmla="*/ 0 h 89640"/>
                    <a:gd name="textAreaBottom" fmla="*/ 90000 h 89640"/>
                  </a:gdLst>
                  <a:ahLst/>
                  <a:cxnLst/>
                  <a:rect l="textAreaLeft" t="textAreaTop" r="textAreaRight" b="textAreaBottom"/>
                  <a:pathLst>
                    <a:path w="123062" h="63817">
                      <a:moveTo>
                        <a:pt x="61531" y="63817"/>
                      </a:moveTo>
                      <a:cubicBezTo>
                        <a:pt x="86963" y="63817"/>
                        <a:pt x="109442" y="51244"/>
                        <a:pt x="123063" y="31909"/>
                      </a:cubicBezTo>
                      <a:cubicBezTo>
                        <a:pt x="109442" y="12573"/>
                        <a:pt x="86963" y="0"/>
                        <a:pt x="61531" y="0"/>
                      </a:cubicBezTo>
                      <a:cubicBezTo>
                        <a:pt x="36100" y="0"/>
                        <a:pt x="13621" y="12573"/>
                        <a:pt x="0" y="31909"/>
                      </a:cubicBezTo>
                      <a:cubicBezTo>
                        <a:pt x="13621" y="51244"/>
                        <a:pt x="36100" y="63817"/>
                        <a:pt x="61531" y="63817"/>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4" name="Google Shape;1012;p31"/>
                <p:cNvSpPr/>
                <p:nvPr/>
              </p:nvSpPr>
              <p:spPr>
                <a:xfrm>
                  <a:off x="8759160" y="1618560"/>
                  <a:ext cx="55080" cy="55080"/>
                </a:xfrm>
                <a:custGeom>
                  <a:avLst/>
                  <a:gdLst>
                    <a:gd name="textAreaLeft" fmla="*/ 0 w 55080"/>
                    <a:gd name="textAreaRight" fmla="*/ 55440 w 55080"/>
                    <a:gd name="textAreaTop" fmla="*/ 0 h 55080"/>
                    <a:gd name="textAreaBottom" fmla="*/ 55440 h 55080"/>
                  </a:gdLst>
                  <a:ahLst/>
                  <a:cxnLst/>
                  <a:rect l="textAreaLeft" t="textAreaTop" r="textAreaRight" b="textAreaBottom"/>
                  <a:pathLst>
                    <a:path w="39242" h="39243">
                      <a:moveTo>
                        <a:pt x="39243" y="19621"/>
                      </a:moveTo>
                      <a:cubicBezTo>
                        <a:pt x="39243" y="30458"/>
                        <a:pt x="30458" y="39243"/>
                        <a:pt x="19621" y="39243"/>
                      </a:cubicBezTo>
                      <a:cubicBezTo>
                        <a:pt x="8785" y="39243"/>
                        <a:pt x="0" y="30458"/>
                        <a:pt x="0" y="19621"/>
                      </a:cubicBezTo>
                      <a:cubicBezTo>
                        <a:pt x="0" y="8785"/>
                        <a:pt x="8785" y="0"/>
                        <a:pt x="19621" y="0"/>
                      </a:cubicBezTo>
                      <a:cubicBezTo>
                        <a:pt x="30458" y="0"/>
                        <a:pt x="39243" y="8785"/>
                        <a:pt x="39243" y="1962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720" bIns="27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215" name="Google Shape;1013;p31"/>
              <p:cNvSpPr/>
              <p:nvPr/>
            </p:nvSpPr>
            <p:spPr>
              <a:xfrm rot="18900000">
                <a:off x="8712720" y="1636560"/>
                <a:ext cx="145440" cy="13320"/>
              </a:xfrm>
              <a:custGeom>
                <a:avLst/>
                <a:gdLst>
                  <a:gd name="textAreaLeft" fmla="*/ 0 w 145440"/>
                  <a:gd name="textAreaRight" fmla="*/ 145800 w 145440"/>
                  <a:gd name="textAreaTop" fmla="*/ 0 h 13320"/>
                  <a:gd name="textAreaBottom" fmla="*/ 13680 h 13320"/>
                </a:gdLst>
                <a:ahLst/>
                <a:cxnLst/>
                <a:rect l="textAreaLeft" t="textAreaTop" r="textAreaRight" b="textAreaBottom"/>
                <a:pathLst>
                  <a:path w="103346" h="9715">
                    <a:moveTo>
                      <a:pt x="0" y="0"/>
                    </a:moveTo>
                    <a:lnTo>
                      <a:pt x="103346" y="0"/>
                    </a:lnTo>
                    <a:lnTo>
                      <a:pt x="103346" y="9716"/>
                    </a:lnTo>
                    <a:lnTo>
                      <a:pt x="0" y="9716"/>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6840" bIns="68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
</file>

<file path=ppt/theme/theme1.xml><?xml version="1.0" encoding="utf-8"?>
<a:theme xmlns:a="http://schemas.openxmlformats.org/drawingml/2006/main" name="Multimedia Software Pitch Deck by Slidesgo">
  <a:themeElements>
    <a:clrScheme name="Simple Light">
      <a:dk1>
        <a:srgbClr val="35363B"/>
      </a:dk1>
      <a:lt1>
        <a:srgbClr val="F3F3F3"/>
      </a:lt1>
      <a:dk2>
        <a:srgbClr val="D9DDE3"/>
      </a:dk2>
      <a:lt2>
        <a:srgbClr val="BA0034"/>
      </a:lt2>
      <a:accent1>
        <a:srgbClr val="F8B85E"/>
      </a:accent1>
      <a:accent2>
        <a:srgbClr val="34909D"/>
      </a:accent2>
      <a:accent3>
        <a:srgbClr val="55C0ED"/>
      </a:accent3>
      <a:accent4>
        <a:srgbClr val="6F7082"/>
      </a:accent4>
      <a:accent5>
        <a:srgbClr val="CED0D6"/>
      </a:accent5>
      <a:accent6>
        <a:srgbClr val="42444F"/>
      </a:accent6>
      <a:hlink>
        <a:srgbClr val="35363B"/>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TotalTime>
  <Words>466</Words>
  <Application>Microsoft Office PowerPoint</Application>
  <PresentationFormat>On-screen Show (16:9)</PresentationFormat>
  <Paragraphs>22</Paragraphs>
  <Slides>13</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13</vt:i4>
      </vt:variant>
    </vt:vector>
  </HeadingPairs>
  <TitlesOfParts>
    <vt:vector size="23" baseType="lpstr">
      <vt:lpstr>Arial</vt:lpstr>
      <vt:lpstr>Calibri</vt:lpstr>
      <vt:lpstr>Epilogue</vt:lpstr>
      <vt:lpstr>Lato</vt:lpstr>
      <vt:lpstr>Open Sans</vt:lpstr>
      <vt:lpstr>OpenSymbol</vt:lpstr>
      <vt:lpstr>Symbol</vt:lpstr>
      <vt:lpstr>Wingdings</vt:lpstr>
      <vt:lpstr>Multimedia Software Pitch Deck by Slidesgo</vt:lpstr>
      <vt:lpstr>Slidesgo Final Pages</vt:lpstr>
      <vt:lpstr>PresentAR </vt:lpstr>
      <vt:lpstr>Introduction</vt:lpstr>
      <vt:lpstr>System Overview</vt:lpstr>
      <vt:lpstr>Problem Identification </vt:lpstr>
      <vt:lpstr>Dual-Component Architecture: Handheld Controller and Web Application</vt:lpstr>
      <vt:lpstr>Core Technologies </vt:lpstr>
      <vt:lpstr>Technical Implementation</vt:lpstr>
      <vt:lpstr>Hardware Design </vt:lpstr>
      <vt:lpstr>Real-time 3D Rendering</vt:lpstr>
      <vt:lpstr>Recording Editor </vt:lpstr>
      <vt:lpstr>PowerPoint Presentation</vt:lpstr>
      <vt:lpstr>PowerPoint Presentation</vt:lpstr>
      <vt:lpstr>Conclusions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Midlaj Kp</cp:lastModifiedBy>
  <cp:revision>3</cp:revision>
  <dcterms:modified xsi:type="dcterms:W3CDTF">2025-11-12T03:48:36Z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2025-11-11T11:20:23Z</dcterms:created>
  <dc:creator>Unknown Creator</dc:creator>
  <dc:description/>
  <dc:language>en-US</dc:language>
  <cp:lastModifiedBy>Unknown Creator</cp:lastModifiedBy>
  <dcterms:modified xsi:type="dcterms:W3CDTF">2025-11-11T11:20:23Z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13</vt:r8>
  </property>
</Properties>
</file>